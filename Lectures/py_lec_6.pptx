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sldIdLst>
    <p:sldId id="256" r:id="rId2"/>
    <p:sldId id="257" r:id="rId3"/>
    <p:sldId id="262" r:id="rId4"/>
    <p:sldId id="259" r:id="rId5"/>
    <p:sldId id="286" r:id="rId6"/>
    <p:sldId id="287" r:id="rId7"/>
    <p:sldId id="288" r:id="rId8"/>
    <p:sldId id="265" r:id="rId9"/>
    <p:sldId id="289" r:id="rId10"/>
    <p:sldId id="290" r:id="rId11"/>
    <p:sldId id="291" r:id="rId12"/>
    <p:sldId id="273" r:id="rId13"/>
    <p:sldId id="292" r:id="rId14"/>
    <p:sldId id="293" r:id="rId15"/>
    <p:sldId id="276" r:id="rId16"/>
    <p:sldId id="294" r:id="rId17"/>
  </p:sldIdLst>
  <p:sldSz cx="9144000" cy="5143500" type="screen16x9"/>
  <p:notesSz cx="6858000" cy="9144000"/>
  <p:embeddedFontLst>
    <p:embeddedFont>
      <p:font typeface="DM Sans" panose="020B0604020202020204" charset="0"/>
      <p:regular r:id="rId19"/>
      <p:bold r:id="rId20"/>
      <p:italic r:id="rId21"/>
      <p:boldItalic r:id="rId22"/>
    </p:embeddedFont>
    <p:embeddedFont>
      <p:font typeface="proxima nova bold" panose="02000506030000020004" charset="0"/>
      <p:bold r:id="rId23"/>
    </p:embeddedFont>
    <p:embeddedFont>
      <p:font typeface="proxima nova rg" panose="02000506030000020004" charset="0"/>
      <p:regular r:id="rId24"/>
      <p:bold r:id="rId25"/>
      <p:italic r:id="rId26"/>
      <p:boldItalic r:id="rId27"/>
    </p:embeddedFont>
    <p:embeddedFont>
      <p:font typeface="Viga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  <p15:guide id="6" pos="2875">
          <p15:clr>
            <a:srgbClr val="A4A3A4"/>
          </p15:clr>
        </p15:guide>
        <p15:guide id="7" pos="3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86" y="86"/>
      </p:cViewPr>
      <p:guideLst>
        <p:guide orient="horz" pos="461"/>
        <p:guide pos="2880"/>
        <p:guide pos="456"/>
        <p:guide orient="horz" pos="1732"/>
        <p:guide orient="horz" pos="2664"/>
        <p:guide pos="2875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24248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74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7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5" y="207546"/>
            <a:ext cx="6084000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dirty="0">
                <a:latin typeface="+mj-lt"/>
              </a:rPr>
              <a:t>Лекция №6</a:t>
            </a:r>
            <a:endParaRPr sz="4800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6624" y="1548074"/>
            <a:ext cx="78213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chemeClr val="accent3"/>
                </a:solidFill>
                <a:latin typeface="+mj-lt"/>
              </a:rPr>
              <a:t>Специальные конструкции </a:t>
            </a:r>
            <a:r>
              <a:rPr lang="en-US" sz="3600" dirty="0">
                <a:solidFill>
                  <a:schemeClr val="accent3"/>
                </a:solidFill>
                <a:latin typeface="+mj-lt"/>
              </a:rPr>
              <a:t>Python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5C938C-FD4E-44C0-B145-AD6AAF55941E}"/>
              </a:ext>
            </a:extLst>
          </p:cNvPr>
          <p:cNvSpPr txBox="1"/>
          <p:nvPr/>
        </p:nvSpPr>
        <p:spPr>
          <a:xfrm>
            <a:off x="626624" y="2533549"/>
            <a:ext cx="3662878" cy="1706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schemeClr val="tx1"/>
                </a:solidFill>
                <a:latin typeface="+mn-lt"/>
              </a:rPr>
              <a:t>Итераторы</a:t>
            </a:r>
          </a:p>
          <a:p>
            <a:pPr marL="285750" indent="-285750" algn="just" eaLnBrk="1" hangingPunct="1">
              <a:lnSpc>
                <a:spcPct val="15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schemeClr val="tx1"/>
                </a:solidFill>
                <a:latin typeface="+mn-lt"/>
              </a:rPr>
              <a:t>Генераторы</a:t>
            </a: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2400" dirty="0">
                <a:solidFill>
                  <a:schemeClr val="tx1"/>
                </a:solidFill>
                <a:latin typeface="+mn-lt"/>
                <a:sym typeface="DM Sans"/>
              </a:rPr>
              <a:t>Менеджер контекста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904986"/>
            <a:ext cx="9144000" cy="8728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183729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b="1" dirty="0">
                <a:solidFill>
                  <a:schemeClr val="accent1"/>
                </a:solidFill>
                <a:latin typeface="+mn-lt"/>
              </a:rPr>
              <a:t>Обход последовательностей</a:t>
            </a:r>
            <a:endParaRPr sz="32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3650822" y="2711129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 extrusionOk="0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3CE5D7BA-65A7-4C7D-BD5C-164BEB17D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4" y="1172128"/>
            <a:ext cx="84963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Для обхода последовательностей используется оператор цикла </a:t>
            </a:r>
            <a:r>
              <a:rPr lang="en-US" sz="1600" b="1" dirty="0">
                <a:solidFill>
                  <a:schemeClr val="accent1"/>
                </a:solidFill>
                <a:latin typeface="+mn-lt"/>
              </a:rPr>
              <a:t>for</a:t>
            </a:r>
            <a:endParaRPr lang="ru-RU" sz="1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7D5D929-640C-4EBB-A3DC-7F07C8ED33A7}"/>
              </a:ext>
            </a:extLst>
          </p:cNvPr>
          <p:cNvSpPr/>
          <p:nvPr/>
        </p:nvSpPr>
        <p:spPr>
          <a:xfrm>
            <a:off x="445194" y="1921331"/>
            <a:ext cx="83499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filenames 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"mytext.txt"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"cv.doc"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"myphoto.jpg"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fname </a:t>
            </a:r>
            <a:r>
              <a:rPr lang="en-US" sz="14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filenames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4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(fname)</a:t>
            </a:r>
            <a:endParaRPr lang="en-US" sz="1400" dirty="0">
              <a:effectLst/>
              <a:latin typeface="+mn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AD66FAA-0949-42C3-AAC2-2F5B468E0E2A}"/>
              </a:ext>
            </a:extLst>
          </p:cNvPr>
          <p:cNvSpPr/>
          <p:nvPr/>
        </p:nvSpPr>
        <p:spPr>
          <a:xfrm>
            <a:off x="0" y="2803501"/>
            <a:ext cx="9144000" cy="8728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61FEE9-BCE3-4FB9-961E-6B425000BF0C}"/>
              </a:ext>
            </a:extLst>
          </p:cNvPr>
          <p:cNvSpPr txBox="1"/>
          <p:nvPr/>
        </p:nvSpPr>
        <p:spPr>
          <a:xfrm>
            <a:off x="360555" y="2947533"/>
            <a:ext cx="8434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Для обхода последовательностей в стиле С/С++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с итерируемой переменной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)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используется встроенная функция </a:t>
            </a:r>
            <a:r>
              <a:rPr lang="en-US" sz="1600" b="1" dirty="0">
                <a:solidFill>
                  <a:schemeClr val="accent1"/>
                </a:solidFill>
                <a:latin typeface="+mn-lt"/>
              </a:rPr>
              <a:t>enumerate</a:t>
            </a:r>
            <a:endParaRPr lang="ru-RU" sz="1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66795745-D163-4BD6-B1FA-08685541AC41}"/>
              </a:ext>
            </a:extLst>
          </p:cNvPr>
          <p:cNvSpPr/>
          <p:nvPr/>
        </p:nvSpPr>
        <p:spPr>
          <a:xfrm>
            <a:off x="384573" y="3764273"/>
            <a:ext cx="847114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filenames 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"mytext.txt"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"cv.doc"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"myphoto.jpg"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8000"/>
                </a:solidFill>
                <a:latin typeface="+mn-lt"/>
              </a:rPr>
              <a:t># start - optional parameter (by default enumeration starts with 0)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4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i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fname </a:t>
            </a:r>
            <a:r>
              <a:rPr lang="en-US" sz="14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enumerate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filenames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start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4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f"reading file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 -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fname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"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endParaRPr lang="en-US" sz="14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421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/>
          <p:nvPr/>
        </p:nvSpPr>
        <p:spPr>
          <a:xfrm>
            <a:off x="3650822" y="2633495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 extrusionOk="0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4DEF3BD4-DA76-40F4-A82F-FAF2CBF9C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017479"/>
            <a:ext cx="4109025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2000" b="1" dirty="0">
                <a:solidFill>
                  <a:schemeClr val="accent1"/>
                </a:solidFill>
                <a:latin typeface="+mn-lt"/>
              </a:rPr>
              <a:t>Итераторы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— это специальные объекты, предоставляющие последовательный доступ к данным из контейнера. Любой объект, поддерживающий интерфейс итератора, имеет метод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__next__()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позволяющий переходить на следующую ступень вычисления. Чтобы получить итератор по объекту (например, по списку), к нему нужно применить функцию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iter()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 Цикл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for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тоже задействует итератор, только автоматически</a:t>
            </a:r>
          </a:p>
        </p:txBody>
      </p:sp>
      <p:pic>
        <p:nvPicPr>
          <p:cNvPr id="14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60D187B2-A139-425D-98F9-BE5CE03F4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" y="0"/>
            <a:ext cx="415574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688B25F-80AA-4374-80D4-7F1D17C68E1E}"/>
              </a:ext>
            </a:extLst>
          </p:cNvPr>
          <p:cNvSpPr/>
          <p:nvPr/>
        </p:nvSpPr>
        <p:spPr>
          <a:xfrm>
            <a:off x="-3441" y="0"/>
            <a:ext cx="4162567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649458" y="2082836"/>
            <a:ext cx="3001364" cy="9778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dirty="0">
                <a:solidFill>
                  <a:schemeClr val="bg1"/>
                </a:solidFill>
                <a:latin typeface="+mn-lt"/>
              </a:rPr>
              <a:t>Итераторы</a:t>
            </a:r>
            <a:endParaRPr sz="4000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183729"/>
            <a:ext cx="8276111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>
                <a:solidFill>
                  <a:schemeClr val="accent1"/>
                </a:solidFill>
                <a:latin typeface="+mn-lt"/>
              </a:rPr>
              <a:t>Итераторы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4" name="Rectangle 1">
            <a:extLst>
              <a:ext uri="{FF2B5EF4-FFF2-40B4-BE49-F238E27FC236}">
                <a16:creationId xmlns:a16="http://schemas.microsoft.com/office/drawing/2014/main" id="{BF47D16D-ACF9-4B70-8FB9-72C886A1F3F8}"/>
              </a:ext>
            </a:extLst>
          </p:cNvPr>
          <p:cNvSpPr/>
          <p:nvPr/>
        </p:nvSpPr>
        <p:spPr>
          <a:xfrm>
            <a:off x="446981" y="974634"/>
            <a:ext cx="8064896" cy="389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l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l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li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iter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l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li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list_iterator object at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0x7f45cefa5f98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li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li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li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dirty="0">
                <a:solidFill>
                  <a:srgbClr val="000000"/>
                </a:solidFill>
                <a:latin typeface="+mn-lt"/>
              </a:rPr>
              <a:t>next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li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li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dirty="0">
                <a:solidFill>
                  <a:srgbClr val="000000"/>
                </a:solidFill>
                <a:latin typeface="+mn-lt"/>
              </a:rPr>
              <a:t>Traceback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most recent call last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dirty="0">
                <a:solidFill>
                  <a:srgbClr val="000000"/>
                </a:solidFill>
                <a:latin typeface="+mn-lt"/>
              </a:rPr>
              <a:t>    File </a:t>
            </a:r>
            <a:r>
              <a:rPr lang="en-US" sz="1300" dirty="0">
                <a:solidFill>
                  <a:srgbClr val="808080"/>
                </a:solidFill>
                <a:latin typeface="+mn-lt"/>
              </a:rPr>
              <a:t>"&lt;input&gt;"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line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module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300" dirty="0">
                <a:solidFill>
                  <a:srgbClr val="000000"/>
                </a:solidFill>
                <a:latin typeface="+mn-lt"/>
              </a:rPr>
              <a:t>StopIteration </a:t>
            </a:r>
            <a:endParaRPr lang="en-US" sz="1300" dirty="0">
              <a:effectLst/>
              <a:latin typeface="+mn-lt"/>
            </a:endParaRPr>
          </a:p>
        </p:txBody>
      </p:sp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DF08C040-5833-4E7D-94EB-A47E1632BBBD}"/>
              </a:ext>
            </a:extLst>
          </p:cNvPr>
          <p:cNvGrpSpPr/>
          <p:nvPr/>
        </p:nvGrpSpPr>
        <p:grpSpPr>
          <a:xfrm>
            <a:off x="4802459" y="1112883"/>
            <a:ext cx="3918847" cy="3590662"/>
            <a:chOff x="4789714" y="984069"/>
            <a:chExt cx="4132457" cy="3786383"/>
          </a:xfrm>
        </p:grpSpPr>
        <p:sp>
          <p:nvSpPr>
            <p:cNvPr id="116" name="Google Shape;3134;p64">
              <a:extLst>
                <a:ext uri="{FF2B5EF4-FFF2-40B4-BE49-F238E27FC236}">
                  <a16:creationId xmlns:a16="http://schemas.microsoft.com/office/drawing/2014/main" id="{E921769C-3458-4100-B4F5-78CD5628F941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135;p64">
              <a:extLst>
                <a:ext uri="{FF2B5EF4-FFF2-40B4-BE49-F238E27FC236}">
                  <a16:creationId xmlns:a16="http://schemas.microsoft.com/office/drawing/2014/main" id="{4BF103BB-5879-47AE-9515-D8C7D5954B27}"/>
                </a:ext>
              </a:extLst>
            </p:cNvPr>
            <p:cNvSpPr/>
            <p:nvPr/>
          </p:nvSpPr>
          <p:spPr>
            <a:xfrm>
              <a:off x="4789714" y="984069"/>
              <a:ext cx="4132457" cy="2866106"/>
            </a:xfrm>
            <a:custGeom>
              <a:avLst/>
              <a:gdLst/>
              <a:ahLst/>
              <a:cxnLst/>
              <a:rect l="l" t="t" r="r" b="b"/>
              <a:pathLst>
                <a:path w="208788" h="144807" extrusionOk="0">
                  <a:moveTo>
                    <a:pt x="166787" y="50315"/>
                  </a:moveTo>
                  <a:cubicBezTo>
                    <a:pt x="166836" y="50315"/>
                    <a:pt x="166886" y="50317"/>
                    <a:pt x="166937" y="50322"/>
                  </a:cubicBezTo>
                  <a:cubicBezTo>
                    <a:pt x="167741" y="50397"/>
                    <a:pt x="168355" y="51073"/>
                    <a:pt x="168355" y="51882"/>
                  </a:cubicBezTo>
                  <a:cubicBezTo>
                    <a:pt x="168355" y="52690"/>
                    <a:pt x="167741" y="53366"/>
                    <a:pt x="166937" y="53441"/>
                  </a:cubicBezTo>
                  <a:cubicBezTo>
                    <a:pt x="166886" y="53446"/>
                    <a:pt x="166836" y="53449"/>
                    <a:pt x="166787" y="53449"/>
                  </a:cubicBezTo>
                  <a:cubicBezTo>
                    <a:pt x="166043" y="53449"/>
                    <a:pt x="165392" y="52920"/>
                    <a:pt x="165250" y="52176"/>
                  </a:cubicBezTo>
                  <a:lnTo>
                    <a:pt x="145519" y="52176"/>
                  </a:lnTo>
                  <a:lnTo>
                    <a:pt x="145519" y="51587"/>
                  </a:lnTo>
                  <a:lnTo>
                    <a:pt x="165250" y="51587"/>
                  </a:lnTo>
                  <a:cubicBezTo>
                    <a:pt x="165392" y="50843"/>
                    <a:pt x="166043" y="50315"/>
                    <a:pt x="166787" y="50315"/>
                  </a:cubicBezTo>
                  <a:close/>
                  <a:moveTo>
                    <a:pt x="39992" y="50314"/>
                  </a:moveTo>
                  <a:cubicBezTo>
                    <a:pt x="39997" y="50314"/>
                    <a:pt x="40002" y="50314"/>
                    <a:pt x="40006" y="50314"/>
                  </a:cubicBezTo>
                  <a:cubicBezTo>
                    <a:pt x="40814" y="50314"/>
                    <a:pt x="41471" y="50928"/>
                    <a:pt x="41557" y="51713"/>
                  </a:cubicBezTo>
                  <a:lnTo>
                    <a:pt x="70690" y="51713"/>
                  </a:lnTo>
                  <a:lnTo>
                    <a:pt x="70690" y="52302"/>
                  </a:lnTo>
                  <a:lnTo>
                    <a:pt x="41510" y="52302"/>
                  </a:lnTo>
                  <a:cubicBezTo>
                    <a:pt x="41324" y="52962"/>
                    <a:pt x="40726" y="53449"/>
                    <a:pt x="40006" y="53449"/>
                  </a:cubicBezTo>
                  <a:cubicBezTo>
                    <a:pt x="40002" y="53449"/>
                    <a:pt x="39997" y="53449"/>
                    <a:pt x="39992" y="53449"/>
                  </a:cubicBezTo>
                  <a:cubicBezTo>
                    <a:pt x="39127" y="53449"/>
                    <a:pt x="38424" y="52748"/>
                    <a:pt x="38424" y="51882"/>
                  </a:cubicBezTo>
                  <a:cubicBezTo>
                    <a:pt x="38424" y="51015"/>
                    <a:pt x="39127" y="50314"/>
                    <a:pt x="39992" y="50314"/>
                  </a:cubicBezTo>
                  <a:close/>
                  <a:moveTo>
                    <a:pt x="189267" y="65419"/>
                  </a:moveTo>
                  <a:cubicBezTo>
                    <a:pt x="190075" y="65419"/>
                    <a:pt x="190750" y="66033"/>
                    <a:pt x="190827" y="66837"/>
                  </a:cubicBezTo>
                  <a:cubicBezTo>
                    <a:pt x="190904" y="67642"/>
                    <a:pt x="190355" y="68373"/>
                    <a:pt x="189561" y="68524"/>
                  </a:cubicBezTo>
                  <a:lnTo>
                    <a:pt x="189561" y="84816"/>
                  </a:lnTo>
                  <a:lnTo>
                    <a:pt x="180120" y="84816"/>
                  </a:lnTo>
                  <a:lnTo>
                    <a:pt x="180120" y="95311"/>
                  </a:lnTo>
                  <a:lnTo>
                    <a:pt x="179530" y="95311"/>
                  </a:lnTo>
                  <a:lnTo>
                    <a:pt x="179530" y="84226"/>
                  </a:lnTo>
                  <a:lnTo>
                    <a:pt x="188972" y="84226"/>
                  </a:lnTo>
                  <a:lnTo>
                    <a:pt x="188972" y="68524"/>
                  </a:lnTo>
                  <a:cubicBezTo>
                    <a:pt x="188178" y="68373"/>
                    <a:pt x="187629" y="67642"/>
                    <a:pt x="187706" y="66837"/>
                  </a:cubicBezTo>
                  <a:cubicBezTo>
                    <a:pt x="187782" y="66033"/>
                    <a:pt x="188458" y="65419"/>
                    <a:pt x="189267" y="65419"/>
                  </a:cubicBezTo>
                  <a:close/>
                  <a:moveTo>
                    <a:pt x="15147" y="88090"/>
                  </a:moveTo>
                  <a:cubicBezTo>
                    <a:pt x="15152" y="88090"/>
                    <a:pt x="15158" y="88090"/>
                    <a:pt x="15163" y="88090"/>
                  </a:cubicBezTo>
                  <a:cubicBezTo>
                    <a:pt x="15858" y="88090"/>
                    <a:pt x="16440" y="88545"/>
                    <a:pt x="16646" y="89172"/>
                  </a:cubicBezTo>
                  <a:lnTo>
                    <a:pt x="30860" y="89172"/>
                  </a:lnTo>
                  <a:lnTo>
                    <a:pt x="30860" y="94304"/>
                  </a:lnTo>
                  <a:cubicBezTo>
                    <a:pt x="31360" y="94499"/>
                    <a:pt x="31725" y="94938"/>
                    <a:pt x="31827" y="95467"/>
                  </a:cubicBezTo>
                  <a:lnTo>
                    <a:pt x="191326" y="95467"/>
                  </a:lnTo>
                  <a:cubicBezTo>
                    <a:pt x="191468" y="94722"/>
                    <a:pt x="192120" y="94193"/>
                    <a:pt x="192864" y="94193"/>
                  </a:cubicBezTo>
                  <a:cubicBezTo>
                    <a:pt x="192913" y="94193"/>
                    <a:pt x="192963" y="94195"/>
                    <a:pt x="193012" y="94200"/>
                  </a:cubicBezTo>
                  <a:cubicBezTo>
                    <a:pt x="193817" y="94277"/>
                    <a:pt x="194431" y="94952"/>
                    <a:pt x="194431" y="95760"/>
                  </a:cubicBezTo>
                  <a:cubicBezTo>
                    <a:pt x="194431" y="96569"/>
                    <a:pt x="193817" y="97244"/>
                    <a:pt x="193012" y="97321"/>
                  </a:cubicBezTo>
                  <a:cubicBezTo>
                    <a:pt x="192962" y="97326"/>
                    <a:pt x="192912" y="97328"/>
                    <a:pt x="192862" y="97328"/>
                  </a:cubicBezTo>
                  <a:cubicBezTo>
                    <a:pt x="192119" y="97328"/>
                    <a:pt x="191468" y="96800"/>
                    <a:pt x="191326" y="96055"/>
                  </a:cubicBezTo>
                  <a:lnTo>
                    <a:pt x="31826" y="96055"/>
                  </a:lnTo>
                  <a:cubicBezTo>
                    <a:pt x="31686" y="96793"/>
                    <a:pt x="31040" y="97327"/>
                    <a:pt x="30289" y="97327"/>
                  </a:cubicBezTo>
                  <a:cubicBezTo>
                    <a:pt x="29538" y="97327"/>
                    <a:pt x="28892" y="96793"/>
                    <a:pt x="28751" y="96055"/>
                  </a:cubicBezTo>
                  <a:lnTo>
                    <a:pt x="23560" y="96055"/>
                  </a:lnTo>
                  <a:cubicBezTo>
                    <a:pt x="23418" y="96800"/>
                    <a:pt x="22767" y="97328"/>
                    <a:pt x="22023" y="97328"/>
                  </a:cubicBezTo>
                  <a:cubicBezTo>
                    <a:pt x="21973" y="97328"/>
                    <a:pt x="21923" y="97326"/>
                    <a:pt x="21873" y="97321"/>
                  </a:cubicBezTo>
                  <a:cubicBezTo>
                    <a:pt x="21069" y="97244"/>
                    <a:pt x="20455" y="96569"/>
                    <a:pt x="20455" y="95760"/>
                  </a:cubicBezTo>
                  <a:cubicBezTo>
                    <a:pt x="20455" y="94952"/>
                    <a:pt x="21069" y="94276"/>
                    <a:pt x="21873" y="94200"/>
                  </a:cubicBezTo>
                  <a:cubicBezTo>
                    <a:pt x="21923" y="94195"/>
                    <a:pt x="21973" y="94193"/>
                    <a:pt x="22023" y="94193"/>
                  </a:cubicBezTo>
                  <a:cubicBezTo>
                    <a:pt x="22767" y="94193"/>
                    <a:pt x="23418" y="94721"/>
                    <a:pt x="23560" y="95465"/>
                  </a:cubicBezTo>
                  <a:lnTo>
                    <a:pt x="28751" y="95465"/>
                  </a:lnTo>
                  <a:cubicBezTo>
                    <a:pt x="28891" y="94734"/>
                    <a:pt x="29527" y="94203"/>
                    <a:pt x="30270" y="94195"/>
                  </a:cubicBezTo>
                  <a:lnTo>
                    <a:pt x="30270" y="89761"/>
                  </a:lnTo>
                  <a:lnTo>
                    <a:pt x="16720" y="89761"/>
                  </a:lnTo>
                  <a:cubicBezTo>
                    <a:pt x="16665" y="90577"/>
                    <a:pt x="15993" y="91224"/>
                    <a:pt x="15163" y="91224"/>
                  </a:cubicBezTo>
                  <a:cubicBezTo>
                    <a:pt x="15158" y="91224"/>
                    <a:pt x="15152" y="91224"/>
                    <a:pt x="15147" y="91224"/>
                  </a:cubicBezTo>
                  <a:cubicBezTo>
                    <a:pt x="14282" y="91224"/>
                    <a:pt x="13581" y="90523"/>
                    <a:pt x="13581" y="89657"/>
                  </a:cubicBezTo>
                  <a:cubicBezTo>
                    <a:pt x="13581" y="88791"/>
                    <a:pt x="14282" y="88090"/>
                    <a:pt x="15147" y="88090"/>
                  </a:cubicBezTo>
                  <a:close/>
                  <a:moveTo>
                    <a:pt x="169604" y="115323"/>
                  </a:moveTo>
                  <a:cubicBezTo>
                    <a:pt x="170357" y="115323"/>
                    <a:pt x="171001" y="115858"/>
                    <a:pt x="171142" y="116596"/>
                  </a:cubicBezTo>
                  <a:lnTo>
                    <a:pt x="191775" y="116596"/>
                  </a:lnTo>
                  <a:cubicBezTo>
                    <a:pt x="191917" y="115852"/>
                    <a:pt x="192569" y="115323"/>
                    <a:pt x="193312" y="115323"/>
                  </a:cubicBezTo>
                  <a:cubicBezTo>
                    <a:pt x="193362" y="115323"/>
                    <a:pt x="193412" y="115326"/>
                    <a:pt x="193462" y="115330"/>
                  </a:cubicBezTo>
                  <a:cubicBezTo>
                    <a:pt x="194267" y="115407"/>
                    <a:pt x="194880" y="116083"/>
                    <a:pt x="194880" y="116891"/>
                  </a:cubicBezTo>
                  <a:cubicBezTo>
                    <a:pt x="194880" y="117699"/>
                    <a:pt x="194267" y="118374"/>
                    <a:pt x="193462" y="118450"/>
                  </a:cubicBezTo>
                  <a:cubicBezTo>
                    <a:pt x="193412" y="118455"/>
                    <a:pt x="193362" y="118457"/>
                    <a:pt x="193312" y="118457"/>
                  </a:cubicBezTo>
                  <a:cubicBezTo>
                    <a:pt x="192569" y="118457"/>
                    <a:pt x="191917" y="117929"/>
                    <a:pt x="191775" y="117186"/>
                  </a:cubicBezTo>
                  <a:lnTo>
                    <a:pt x="171143" y="117186"/>
                  </a:lnTo>
                  <a:cubicBezTo>
                    <a:pt x="171016" y="117853"/>
                    <a:pt x="170464" y="118364"/>
                    <a:pt x="169780" y="118440"/>
                  </a:cubicBezTo>
                  <a:lnTo>
                    <a:pt x="169780" y="123789"/>
                  </a:lnTo>
                  <a:lnTo>
                    <a:pt x="191767" y="123789"/>
                  </a:lnTo>
                  <a:cubicBezTo>
                    <a:pt x="191869" y="123023"/>
                    <a:pt x="192518" y="122430"/>
                    <a:pt x="193313" y="122430"/>
                  </a:cubicBezTo>
                  <a:cubicBezTo>
                    <a:pt x="194172" y="122437"/>
                    <a:pt x="194865" y="123137"/>
                    <a:pt x="194865" y="123996"/>
                  </a:cubicBezTo>
                  <a:cubicBezTo>
                    <a:pt x="194865" y="124856"/>
                    <a:pt x="194172" y="125556"/>
                    <a:pt x="193313" y="125565"/>
                  </a:cubicBezTo>
                  <a:cubicBezTo>
                    <a:pt x="192579" y="125565"/>
                    <a:pt x="191969" y="125059"/>
                    <a:pt x="191797" y="124378"/>
                  </a:cubicBezTo>
                  <a:lnTo>
                    <a:pt x="169191" y="124378"/>
                  </a:lnTo>
                  <a:lnTo>
                    <a:pt x="169191" y="118395"/>
                  </a:lnTo>
                  <a:cubicBezTo>
                    <a:pt x="168620" y="118239"/>
                    <a:pt x="168179" y="117774"/>
                    <a:pt x="168067" y="117186"/>
                  </a:cubicBezTo>
                  <a:lnTo>
                    <a:pt x="142960" y="117186"/>
                  </a:lnTo>
                  <a:lnTo>
                    <a:pt x="142960" y="116596"/>
                  </a:lnTo>
                  <a:lnTo>
                    <a:pt x="168067" y="116596"/>
                  </a:lnTo>
                  <a:cubicBezTo>
                    <a:pt x="168207" y="115858"/>
                    <a:pt x="168853" y="115323"/>
                    <a:pt x="169604" y="115323"/>
                  </a:cubicBezTo>
                  <a:close/>
                  <a:moveTo>
                    <a:pt x="14087" y="111137"/>
                  </a:moveTo>
                  <a:cubicBezTo>
                    <a:pt x="14092" y="111137"/>
                    <a:pt x="14097" y="111137"/>
                    <a:pt x="14102" y="111137"/>
                  </a:cubicBezTo>
                  <a:cubicBezTo>
                    <a:pt x="14914" y="111137"/>
                    <a:pt x="15574" y="111758"/>
                    <a:pt x="15653" y="112550"/>
                  </a:cubicBezTo>
                  <a:lnTo>
                    <a:pt x="27665" y="112550"/>
                  </a:lnTo>
                  <a:cubicBezTo>
                    <a:pt x="27744" y="111758"/>
                    <a:pt x="28404" y="111137"/>
                    <a:pt x="29216" y="111137"/>
                  </a:cubicBezTo>
                  <a:cubicBezTo>
                    <a:pt x="30029" y="111137"/>
                    <a:pt x="30689" y="111758"/>
                    <a:pt x="30768" y="112550"/>
                  </a:cubicBezTo>
                  <a:lnTo>
                    <a:pt x="39402" y="112550"/>
                  </a:lnTo>
                  <a:lnTo>
                    <a:pt x="39402" y="122440"/>
                  </a:lnTo>
                  <a:lnTo>
                    <a:pt x="57801" y="122440"/>
                  </a:lnTo>
                  <a:cubicBezTo>
                    <a:pt x="57922" y="121811"/>
                    <a:pt x="58414" y="121318"/>
                    <a:pt x="59043" y="121197"/>
                  </a:cubicBezTo>
                  <a:lnTo>
                    <a:pt x="59043" y="116486"/>
                  </a:lnTo>
                  <a:lnTo>
                    <a:pt x="69556" y="116486"/>
                  </a:lnTo>
                  <a:lnTo>
                    <a:pt x="69556" y="117075"/>
                  </a:lnTo>
                  <a:lnTo>
                    <a:pt x="59632" y="117075"/>
                  </a:lnTo>
                  <a:lnTo>
                    <a:pt x="59632" y="121198"/>
                  </a:lnTo>
                  <a:cubicBezTo>
                    <a:pt x="60202" y="121307"/>
                    <a:pt x="60665" y="121721"/>
                    <a:pt x="60836" y="122275"/>
                  </a:cubicBezTo>
                  <a:cubicBezTo>
                    <a:pt x="61006" y="122830"/>
                    <a:pt x="60857" y="123433"/>
                    <a:pt x="60447" y="123843"/>
                  </a:cubicBezTo>
                  <a:cubicBezTo>
                    <a:pt x="60149" y="124142"/>
                    <a:pt x="59749" y="124302"/>
                    <a:pt x="59339" y="124302"/>
                  </a:cubicBezTo>
                  <a:cubicBezTo>
                    <a:pt x="59185" y="124302"/>
                    <a:pt x="59030" y="124280"/>
                    <a:pt x="58879" y="124233"/>
                  </a:cubicBezTo>
                  <a:cubicBezTo>
                    <a:pt x="58324" y="124062"/>
                    <a:pt x="57910" y="123600"/>
                    <a:pt x="57801" y="123030"/>
                  </a:cubicBezTo>
                  <a:lnTo>
                    <a:pt x="38812" y="123030"/>
                  </a:lnTo>
                  <a:lnTo>
                    <a:pt x="38812" y="113140"/>
                  </a:lnTo>
                  <a:lnTo>
                    <a:pt x="30715" y="113140"/>
                  </a:lnTo>
                  <a:cubicBezTo>
                    <a:pt x="30553" y="113700"/>
                    <a:pt x="30091" y="114132"/>
                    <a:pt x="29511" y="114243"/>
                  </a:cubicBezTo>
                  <a:lnTo>
                    <a:pt x="29511" y="129324"/>
                  </a:lnTo>
                  <a:lnTo>
                    <a:pt x="20101" y="129324"/>
                  </a:lnTo>
                  <a:cubicBezTo>
                    <a:pt x="19877" y="129917"/>
                    <a:pt x="19309" y="130341"/>
                    <a:pt x="18638" y="130341"/>
                  </a:cubicBezTo>
                  <a:cubicBezTo>
                    <a:pt x="18633" y="130341"/>
                    <a:pt x="18629" y="130341"/>
                    <a:pt x="18624" y="130341"/>
                  </a:cubicBezTo>
                  <a:cubicBezTo>
                    <a:pt x="17759" y="130341"/>
                    <a:pt x="17056" y="129640"/>
                    <a:pt x="17056" y="128773"/>
                  </a:cubicBezTo>
                  <a:cubicBezTo>
                    <a:pt x="17056" y="127907"/>
                    <a:pt x="17759" y="127206"/>
                    <a:pt x="18624" y="127206"/>
                  </a:cubicBezTo>
                  <a:cubicBezTo>
                    <a:pt x="18629" y="127206"/>
                    <a:pt x="18633" y="127206"/>
                    <a:pt x="18638" y="127206"/>
                  </a:cubicBezTo>
                  <a:cubicBezTo>
                    <a:pt x="19490" y="127206"/>
                    <a:pt x="20180" y="127888"/>
                    <a:pt x="20201" y="128735"/>
                  </a:cubicBezTo>
                  <a:lnTo>
                    <a:pt x="28921" y="128735"/>
                  </a:lnTo>
                  <a:lnTo>
                    <a:pt x="28921" y="114243"/>
                  </a:lnTo>
                  <a:cubicBezTo>
                    <a:pt x="28341" y="114132"/>
                    <a:pt x="27880" y="113700"/>
                    <a:pt x="27717" y="113140"/>
                  </a:cubicBezTo>
                  <a:lnTo>
                    <a:pt x="15601" y="113140"/>
                  </a:lnTo>
                  <a:cubicBezTo>
                    <a:pt x="15411" y="113792"/>
                    <a:pt x="14815" y="114272"/>
                    <a:pt x="14102" y="114272"/>
                  </a:cubicBezTo>
                  <a:cubicBezTo>
                    <a:pt x="14097" y="114272"/>
                    <a:pt x="14092" y="114272"/>
                    <a:pt x="14087" y="114272"/>
                  </a:cubicBezTo>
                  <a:cubicBezTo>
                    <a:pt x="13223" y="114272"/>
                    <a:pt x="12519" y="113571"/>
                    <a:pt x="12519" y="112705"/>
                  </a:cubicBezTo>
                  <a:cubicBezTo>
                    <a:pt x="12519" y="111838"/>
                    <a:pt x="13223" y="111137"/>
                    <a:pt x="14087" y="111137"/>
                  </a:cubicBezTo>
                  <a:close/>
                  <a:moveTo>
                    <a:pt x="136905" y="1"/>
                  </a:moveTo>
                  <a:cubicBezTo>
                    <a:pt x="132240" y="1"/>
                    <a:pt x="127894" y="738"/>
                    <a:pt x="123858" y="1748"/>
                  </a:cubicBezTo>
                  <a:cubicBezTo>
                    <a:pt x="110020" y="5210"/>
                    <a:pt x="103470" y="13062"/>
                    <a:pt x="88405" y="20150"/>
                  </a:cubicBezTo>
                  <a:lnTo>
                    <a:pt x="88405" y="23084"/>
                  </a:lnTo>
                  <a:lnTo>
                    <a:pt x="101149" y="23084"/>
                  </a:lnTo>
                  <a:lnTo>
                    <a:pt x="101149" y="23672"/>
                  </a:lnTo>
                  <a:lnTo>
                    <a:pt x="87817" y="23672"/>
                  </a:lnTo>
                  <a:lnTo>
                    <a:pt x="87817" y="20427"/>
                  </a:lnTo>
                  <a:cubicBezTo>
                    <a:pt x="86732" y="20929"/>
                    <a:pt x="85607" y="21426"/>
                    <a:pt x="84429" y="21917"/>
                  </a:cubicBezTo>
                  <a:cubicBezTo>
                    <a:pt x="78037" y="24581"/>
                    <a:pt x="72617" y="25705"/>
                    <a:pt x="67307" y="26261"/>
                  </a:cubicBezTo>
                  <a:lnTo>
                    <a:pt x="67307" y="28418"/>
                  </a:lnTo>
                  <a:lnTo>
                    <a:pt x="48103" y="28418"/>
                  </a:lnTo>
                  <a:cubicBezTo>
                    <a:pt x="47960" y="29163"/>
                    <a:pt x="47309" y="29691"/>
                    <a:pt x="46565" y="29691"/>
                  </a:cubicBezTo>
                  <a:cubicBezTo>
                    <a:pt x="46516" y="29691"/>
                    <a:pt x="46466" y="29688"/>
                    <a:pt x="46417" y="29684"/>
                  </a:cubicBezTo>
                  <a:cubicBezTo>
                    <a:pt x="45613" y="29607"/>
                    <a:pt x="44999" y="28931"/>
                    <a:pt x="44999" y="28124"/>
                  </a:cubicBezTo>
                  <a:cubicBezTo>
                    <a:pt x="44999" y="27968"/>
                    <a:pt x="45028" y="27819"/>
                    <a:pt x="45071" y="27678"/>
                  </a:cubicBezTo>
                  <a:lnTo>
                    <a:pt x="45071" y="27678"/>
                  </a:lnTo>
                  <a:cubicBezTo>
                    <a:pt x="41448" y="28073"/>
                    <a:pt x="37848" y="28655"/>
                    <a:pt x="34286" y="29422"/>
                  </a:cubicBezTo>
                  <a:cubicBezTo>
                    <a:pt x="12428" y="34111"/>
                    <a:pt x="0" y="63661"/>
                    <a:pt x="0" y="80547"/>
                  </a:cubicBezTo>
                  <a:cubicBezTo>
                    <a:pt x="0" y="97433"/>
                    <a:pt x="1314" y="121838"/>
                    <a:pt x="20143" y="134487"/>
                  </a:cubicBezTo>
                  <a:cubicBezTo>
                    <a:pt x="24099" y="137145"/>
                    <a:pt x="29192" y="138189"/>
                    <a:pt x="34933" y="138189"/>
                  </a:cubicBezTo>
                  <a:cubicBezTo>
                    <a:pt x="55990" y="138189"/>
                    <a:pt x="85762" y="124142"/>
                    <a:pt x="100094" y="124142"/>
                  </a:cubicBezTo>
                  <a:cubicBezTo>
                    <a:pt x="100454" y="124142"/>
                    <a:pt x="100804" y="124150"/>
                    <a:pt x="101144" y="124169"/>
                  </a:cubicBezTo>
                  <a:cubicBezTo>
                    <a:pt x="118716" y="125107"/>
                    <a:pt x="138858" y="144807"/>
                    <a:pt x="164145" y="144807"/>
                  </a:cubicBezTo>
                  <a:cubicBezTo>
                    <a:pt x="199570" y="144806"/>
                    <a:pt x="208787" y="98789"/>
                    <a:pt x="202926" y="65885"/>
                  </a:cubicBezTo>
                  <a:cubicBezTo>
                    <a:pt x="200074" y="49872"/>
                    <a:pt x="192226" y="37294"/>
                    <a:pt x="182144" y="25669"/>
                  </a:cubicBezTo>
                  <a:cubicBezTo>
                    <a:pt x="180993" y="24341"/>
                    <a:pt x="179852" y="23076"/>
                    <a:pt x="178721" y="21874"/>
                  </a:cubicBezTo>
                  <a:lnTo>
                    <a:pt x="148778" y="21874"/>
                  </a:lnTo>
                  <a:cubicBezTo>
                    <a:pt x="148554" y="22468"/>
                    <a:pt x="147986" y="22893"/>
                    <a:pt x="147314" y="22893"/>
                  </a:cubicBezTo>
                  <a:cubicBezTo>
                    <a:pt x="147313" y="22893"/>
                    <a:pt x="147313" y="22893"/>
                    <a:pt x="147312" y="22893"/>
                  </a:cubicBezTo>
                  <a:cubicBezTo>
                    <a:pt x="146447" y="22893"/>
                    <a:pt x="145746" y="22190"/>
                    <a:pt x="145747" y="21326"/>
                  </a:cubicBezTo>
                  <a:cubicBezTo>
                    <a:pt x="145747" y="20512"/>
                    <a:pt x="146369" y="19852"/>
                    <a:pt x="147161" y="19773"/>
                  </a:cubicBezTo>
                  <a:lnTo>
                    <a:pt x="147161" y="12882"/>
                  </a:lnTo>
                  <a:lnTo>
                    <a:pt x="129767" y="12882"/>
                  </a:lnTo>
                  <a:lnTo>
                    <a:pt x="129767" y="21874"/>
                  </a:lnTo>
                  <a:lnTo>
                    <a:pt x="109249" y="21874"/>
                  </a:lnTo>
                  <a:lnTo>
                    <a:pt x="109249" y="38214"/>
                  </a:lnTo>
                  <a:lnTo>
                    <a:pt x="108659" y="38214"/>
                  </a:lnTo>
                  <a:lnTo>
                    <a:pt x="108659" y="21285"/>
                  </a:lnTo>
                  <a:lnTo>
                    <a:pt x="129178" y="21285"/>
                  </a:lnTo>
                  <a:lnTo>
                    <a:pt x="129178" y="12293"/>
                  </a:lnTo>
                  <a:lnTo>
                    <a:pt x="161653" y="12293"/>
                  </a:lnTo>
                  <a:cubicBezTo>
                    <a:pt x="161795" y="11549"/>
                    <a:pt x="162447" y="11021"/>
                    <a:pt x="163191" y="11021"/>
                  </a:cubicBezTo>
                  <a:cubicBezTo>
                    <a:pt x="163240" y="11021"/>
                    <a:pt x="163291" y="11023"/>
                    <a:pt x="163341" y="11028"/>
                  </a:cubicBezTo>
                  <a:cubicBezTo>
                    <a:pt x="164145" y="11104"/>
                    <a:pt x="164759" y="11779"/>
                    <a:pt x="164759" y="12588"/>
                  </a:cubicBezTo>
                  <a:cubicBezTo>
                    <a:pt x="164759" y="13397"/>
                    <a:pt x="164145" y="14072"/>
                    <a:pt x="163341" y="14149"/>
                  </a:cubicBezTo>
                  <a:cubicBezTo>
                    <a:pt x="163291" y="14154"/>
                    <a:pt x="163242" y="14156"/>
                    <a:pt x="163193" y="14156"/>
                  </a:cubicBezTo>
                  <a:cubicBezTo>
                    <a:pt x="162448" y="14156"/>
                    <a:pt x="161795" y="13627"/>
                    <a:pt x="161653" y="12882"/>
                  </a:cubicBezTo>
                  <a:lnTo>
                    <a:pt x="147750" y="12882"/>
                  </a:lnTo>
                  <a:lnTo>
                    <a:pt x="147750" y="19828"/>
                  </a:lnTo>
                  <a:cubicBezTo>
                    <a:pt x="148403" y="20016"/>
                    <a:pt x="148859" y="20605"/>
                    <a:pt x="148878" y="21285"/>
                  </a:cubicBezTo>
                  <a:lnTo>
                    <a:pt x="178162" y="21285"/>
                  </a:lnTo>
                  <a:cubicBezTo>
                    <a:pt x="162316" y="4644"/>
                    <a:pt x="148608" y="1"/>
                    <a:pt x="1369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136;p64">
              <a:extLst>
                <a:ext uri="{FF2B5EF4-FFF2-40B4-BE49-F238E27FC236}">
                  <a16:creationId xmlns:a16="http://schemas.microsoft.com/office/drawing/2014/main" id="{548F26F5-BBA0-473A-A24C-3C21D645419F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164;p64">
              <a:extLst>
                <a:ext uri="{FF2B5EF4-FFF2-40B4-BE49-F238E27FC236}">
                  <a16:creationId xmlns:a16="http://schemas.microsoft.com/office/drawing/2014/main" id="{2F87AA31-CD47-4341-BBCB-44E635214886}"/>
                </a:ext>
              </a:extLst>
            </p:cNvPr>
            <p:cNvSpPr/>
            <p:nvPr/>
          </p:nvSpPr>
          <p:spPr>
            <a:xfrm>
              <a:off x="5020060" y="3595405"/>
              <a:ext cx="3758476" cy="1175047"/>
            </a:xfrm>
            <a:custGeom>
              <a:avLst/>
              <a:gdLst/>
              <a:ahLst/>
              <a:cxnLst/>
              <a:rect l="l" t="t" r="r" b="b"/>
              <a:pathLst>
                <a:path w="189893" h="59368" extrusionOk="0">
                  <a:moveTo>
                    <a:pt x="94946" y="0"/>
                  </a:moveTo>
                  <a:cubicBezTo>
                    <a:pt x="69765" y="0"/>
                    <a:pt x="45615" y="3128"/>
                    <a:pt x="27809" y="8694"/>
                  </a:cubicBezTo>
                  <a:cubicBezTo>
                    <a:pt x="10003" y="14261"/>
                    <a:pt x="1" y="21811"/>
                    <a:pt x="1" y="29684"/>
                  </a:cubicBezTo>
                  <a:cubicBezTo>
                    <a:pt x="1" y="37556"/>
                    <a:pt x="10003" y="45106"/>
                    <a:pt x="27809" y="50673"/>
                  </a:cubicBezTo>
                  <a:cubicBezTo>
                    <a:pt x="45615" y="56240"/>
                    <a:pt x="69765" y="59367"/>
                    <a:pt x="94946" y="59367"/>
                  </a:cubicBezTo>
                  <a:cubicBezTo>
                    <a:pt x="120127" y="59367"/>
                    <a:pt x="144277" y="56240"/>
                    <a:pt x="162083" y="50673"/>
                  </a:cubicBezTo>
                  <a:cubicBezTo>
                    <a:pt x="179888" y="45106"/>
                    <a:pt x="189892" y="37556"/>
                    <a:pt x="189892" y="29684"/>
                  </a:cubicBezTo>
                  <a:cubicBezTo>
                    <a:pt x="189892" y="21811"/>
                    <a:pt x="179888" y="14261"/>
                    <a:pt x="162083" y="8694"/>
                  </a:cubicBezTo>
                  <a:cubicBezTo>
                    <a:pt x="144277" y="3128"/>
                    <a:pt x="120127" y="0"/>
                    <a:pt x="949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165;p64">
              <a:extLst>
                <a:ext uri="{FF2B5EF4-FFF2-40B4-BE49-F238E27FC236}">
                  <a16:creationId xmlns:a16="http://schemas.microsoft.com/office/drawing/2014/main" id="{DCE75729-C906-4F8D-A0F6-CC95D3E152A0}"/>
                </a:ext>
              </a:extLst>
            </p:cNvPr>
            <p:cNvSpPr/>
            <p:nvPr/>
          </p:nvSpPr>
          <p:spPr>
            <a:xfrm>
              <a:off x="5206071" y="3600512"/>
              <a:ext cx="3424199" cy="1040081"/>
            </a:xfrm>
            <a:custGeom>
              <a:avLst/>
              <a:gdLst/>
              <a:ahLst/>
              <a:cxnLst/>
              <a:rect l="l" t="t" r="r" b="b"/>
              <a:pathLst>
                <a:path w="173004" h="52549" extrusionOk="0">
                  <a:moveTo>
                    <a:pt x="86502" y="0"/>
                  </a:moveTo>
                  <a:cubicBezTo>
                    <a:pt x="63560" y="0"/>
                    <a:pt x="41558" y="2768"/>
                    <a:pt x="25336" y="7696"/>
                  </a:cubicBezTo>
                  <a:cubicBezTo>
                    <a:pt x="9113" y="12623"/>
                    <a:pt x="0" y="19306"/>
                    <a:pt x="0" y="26275"/>
                  </a:cubicBezTo>
                  <a:cubicBezTo>
                    <a:pt x="0" y="33243"/>
                    <a:pt x="9113" y="39925"/>
                    <a:pt x="25336" y="44853"/>
                  </a:cubicBezTo>
                  <a:cubicBezTo>
                    <a:pt x="41558" y="49780"/>
                    <a:pt x="63560" y="52549"/>
                    <a:pt x="86502" y="52549"/>
                  </a:cubicBezTo>
                  <a:cubicBezTo>
                    <a:pt x="109443" y="52549"/>
                    <a:pt x="131445" y="49780"/>
                    <a:pt x="147667" y="44853"/>
                  </a:cubicBezTo>
                  <a:cubicBezTo>
                    <a:pt x="163889" y="39925"/>
                    <a:pt x="173004" y="33243"/>
                    <a:pt x="173004" y="26275"/>
                  </a:cubicBezTo>
                  <a:cubicBezTo>
                    <a:pt x="173004" y="19306"/>
                    <a:pt x="163889" y="12623"/>
                    <a:pt x="147667" y="7696"/>
                  </a:cubicBezTo>
                  <a:cubicBezTo>
                    <a:pt x="131445" y="2768"/>
                    <a:pt x="109443" y="0"/>
                    <a:pt x="86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166;p64">
              <a:extLst>
                <a:ext uri="{FF2B5EF4-FFF2-40B4-BE49-F238E27FC236}">
                  <a16:creationId xmlns:a16="http://schemas.microsoft.com/office/drawing/2014/main" id="{825A4993-A28E-43B8-B2D7-7535FAE3ECC3}"/>
                </a:ext>
              </a:extLst>
            </p:cNvPr>
            <p:cNvSpPr/>
            <p:nvPr/>
          </p:nvSpPr>
          <p:spPr>
            <a:xfrm>
              <a:off x="5200232" y="3594693"/>
              <a:ext cx="3435857" cy="1051739"/>
            </a:xfrm>
            <a:custGeom>
              <a:avLst/>
              <a:gdLst/>
              <a:ahLst/>
              <a:cxnLst/>
              <a:rect l="l" t="t" r="r" b="b"/>
              <a:pathLst>
                <a:path w="173593" h="53138" extrusionOk="0">
                  <a:moveTo>
                    <a:pt x="86797" y="589"/>
                  </a:moveTo>
                  <a:cubicBezTo>
                    <a:pt x="134332" y="589"/>
                    <a:pt x="173005" y="12243"/>
                    <a:pt x="173005" y="26569"/>
                  </a:cubicBezTo>
                  <a:cubicBezTo>
                    <a:pt x="173005" y="40894"/>
                    <a:pt x="134331" y="52549"/>
                    <a:pt x="86797" y="52549"/>
                  </a:cubicBezTo>
                  <a:cubicBezTo>
                    <a:pt x="39262" y="52549"/>
                    <a:pt x="589" y="40894"/>
                    <a:pt x="589" y="26569"/>
                  </a:cubicBezTo>
                  <a:cubicBezTo>
                    <a:pt x="589" y="12243"/>
                    <a:pt x="39262" y="589"/>
                    <a:pt x="86797" y="589"/>
                  </a:cubicBezTo>
                  <a:close/>
                  <a:moveTo>
                    <a:pt x="86797" y="0"/>
                  </a:moveTo>
                  <a:cubicBezTo>
                    <a:pt x="63663" y="0"/>
                    <a:pt x="41910" y="2737"/>
                    <a:pt x="25545" y="7708"/>
                  </a:cubicBezTo>
                  <a:cubicBezTo>
                    <a:pt x="9072" y="12711"/>
                    <a:pt x="0" y="19410"/>
                    <a:pt x="0" y="26569"/>
                  </a:cubicBezTo>
                  <a:cubicBezTo>
                    <a:pt x="0" y="33728"/>
                    <a:pt x="9072" y="40426"/>
                    <a:pt x="25545" y="45429"/>
                  </a:cubicBezTo>
                  <a:cubicBezTo>
                    <a:pt x="41910" y="50400"/>
                    <a:pt x="63663" y="53138"/>
                    <a:pt x="86797" y="53138"/>
                  </a:cubicBezTo>
                  <a:cubicBezTo>
                    <a:pt x="109930" y="53138"/>
                    <a:pt x="131683" y="50400"/>
                    <a:pt x="148049" y="45429"/>
                  </a:cubicBezTo>
                  <a:cubicBezTo>
                    <a:pt x="164521" y="40427"/>
                    <a:pt x="173593" y="33728"/>
                    <a:pt x="173593" y="26569"/>
                  </a:cubicBezTo>
                  <a:cubicBezTo>
                    <a:pt x="173593" y="19410"/>
                    <a:pt x="164521" y="12713"/>
                    <a:pt x="148049" y="7708"/>
                  </a:cubicBezTo>
                  <a:cubicBezTo>
                    <a:pt x="131683" y="2737"/>
                    <a:pt x="109931" y="0"/>
                    <a:pt x="86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167;p64">
              <a:extLst>
                <a:ext uri="{FF2B5EF4-FFF2-40B4-BE49-F238E27FC236}">
                  <a16:creationId xmlns:a16="http://schemas.microsoft.com/office/drawing/2014/main" id="{49B0B9E4-D14D-49A4-B5EF-7DD6C8071552}"/>
                </a:ext>
              </a:extLst>
            </p:cNvPr>
            <p:cNvSpPr/>
            <p:nvPr/>
          </p:nvSpPr>
          <p:spPr>
            <a:xfrm>
              <a:off x="5391627" y="3552416"/>
              <a:ext cx="3053067" cy="881997"/>
            </a:xfrm>
            <a:custGeom>
              <a:avLst/>
              <a:gdLst/>
              <a:ahLst/>
              <a:cxnLst/>
              <a:rect l="l" t="t" r="r" b="b"/>
              <a:pathLst>
                <a:path w="154253" h="44562" extrusionOk="0">
                  <a:moveTo>
                    <a:pt x="77127" y="0"/>
                  </a:moveTo>
                  <a:cubicBezTo>
                    <a:pt x="56671" y="0"/>
                    <a:pt x="37054" y="2348"/>
                    <a:pt x="22590" y="6526"/>
                  </a:cubicBezTo>
                  <a:cubicBezTo>
                    <a:pt x="8126" y="10705"/>
                    <a:pt x="1" y="16372"/>
                    <a:pt x="1" y="22281"/>
                  </a:cubicBezTo>
                  <a:cubicBezTo>
                    <a:pt x="1" y="28190"/>
                    <a:pt x="8126" y="33857"/>
                    <a:pt x="22590" y="38036"/>
                  </a:cubicBezTo>
                  <a:cubicBezTo>
                    <a:pt x="37054" y="42214"/>
                    <a:pt x="56671" y="44562"/>
                    <a:pt x="77127" y="44562"/>
                  </a:cubicBezTo>
                  <a:cubicBezTo>
                    <a:pt x="97582" y="44562"/>
                    <a:pt x="117199" y="42214"/>
                    <a:pt x="131662" y="38036"/>
                  </a:cubicBezTo>
                  <a:cubicBezTo>
                    <a:pt x="146127" y="33857"/>
                    <a:pt x="154252" y="28190"/>
                    <a:pt x="154252" y="22281"/>
                  </a:cubicBezTo>
                  <a:cubicBezTo>
                    <a:pt x="154252" y="16372"/>
                    <a:pt x="146127" y="10705"/>
                    <a:pt x="131662" y="6526"/>
                  </a:cubicBezTo>
                  <a:cubicBezTo>
                    <a:pt x="117199" y="2348"/>
                    <a:pt x="97582" y="0"/>
                    <a:pt x="77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168;p64">
              <a:extLst>
                <a:ext uri="{FF2B5EF4-FFF2-40B4-BE49-F238E27FC236}">
                  <a16:creationId xmlns:a16="http://schemas.microsoft.com/office/drawing/2014/main" id="{FF1B9C36-5154-4457-8F98-2D34B14FD4FF}"/>
                </a:ext>
              </a:extLst>
            </p:cNvPr>
            <p:cNvSpPr/>
            <p:nvPr/>
          </p:nvSpPr>
          <p:spPr>
            <a:xfrm>
              <a:off x="5385788" y="3546577"/>
              <a:ext cx="3064745" cy="893675"/>
            </a:xfrm>
            <a:custGeom>
              <a:avLst/>
              <a:gdLst/>
              <a:ahLst/>
              <a:cxnLst/>
              <a:rect l="l" t="t" r="r" b="b"/>
              <a:pathLst>
                <a:path w="154843" h="45152" extrusionOk="0">
                  <a:moveTo>
                    <a:pt x="77422" y="590"/>
                  </a:moveTo>
                  <a:cubicBezTo>
                    <a:pt x="119787" y="590"/>
                    <a:pt x="154253" y="10451"/>
                    <a:pt x="154253" y="22576"/>
                  </a:cubicBezTo>
                  <a:cubicBezTo>
                    <a:pt x="154253" y="34699"/>
                    <a:pt x="119787" y="44562"/>
                    <a:pt x="77422" y="44562"/>
                  </a:cubicBezTo>
                  <a:cubicBezTo>
                    <a:pt x="35056" y="44562"/>
                    <a:pt x="589" y="34698"/>
                    <a:pt x="589" y="22576"/>
                  </a:cubicBezTo>
                  <a:cubicBezTo>
                    <a:pt x="589" y="10453"/>
                    <a:pt x="35056" y="590"/>
                    <a:pt x="77422" y="590"/>
                  </a:cubicBezTo>
                  <a:close/>
                  <a:moveTo>
                    <a:pt x="77422" y="0"/>
                  </a:moveTo>
                  <a:cubicBezTo>
                    <a:pt x="56794" y="0"/>
                    <a:pt x="37396" y="2322"/>
                    <a:pt x="22803" y="6537"/>
                  </a:cubicBezTo>
                  <a:cubicBezTo>
                    <a:pt x="8099" y="10785"/>
                    <a:pt x="1" y="16481"/>
                    <a:pt x="1" y="22575"/>
                  </a:cubicBezTo>
                  <a:cubicBezTo>
                    <a:pt x="1" y="28669"/>
                    <a:pt x="8099" y="34365"/>
                    <a:pt x="22803" y="38613"/>
                  </a:cubicBezTo>
                  <a:cubicBezTo>
                    <a:pt x="37397" y="42829"/>
                    <a:pt x="56794" y="45152"/>
                    <a:pt x="77422" y="45152"/>
                  </a:cubicBezTo>
                  <a:cubicBezTo>
                    <a:pt x="98049" y="45152"/>
                    <a:pt x="117447" y="42829"/>
                    <a:pt x="132040" y="38613"/>
                  </a:cubicBezTo>
                  <a:cubicBezTo>
                    <a:pt x="146744" y="34365"/>
                    <a:pt x="154842" y="28669"/>
                    <a:pt x="154842" y="22575"/>
                  </a:cubicBezTo>
                  <a:cubicBezTo>
                    <a:pt x="154842" y="16481"/>
                    <a:pt x="146744" y="10785"/>
                    <a:pt x="132040" y="6537"/>
                  </a:cubicBezTo>
                  <a:cubicBezTo>
                    <a:pt x="117447" y="2322"/>
                    <a:pt x="98049" y="0"/>
                    <a:pt x="77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169;p64">
              <a:extLst>
                <a:ext uri="{FF2B5EF4-FFF2-40B4-BE49-F238E27FC236}">
                  <a16:creationId xmlns:a16="http://schemas.microsoft.com/office/drawing/2014/main" id="{1317C5B9-8A61-485A-8014-1ED7DA862098}"/>
                </a:ext>
              </a:extLst>
            </p:cNvPr>
            <p:cNvSpPr/>
            <p:nvPr/>
          </p:nvSpPr>
          <p:spPr>
            <a:xfrm>
              <a:off x="5525820" y="3591169"/>
              <a:ext cx="2784680" cy="775394"/>
            </a:xfrm>
            <a:custGeom>
              <a:avLst/>
              <a:gdLst/>
              <a:ahLst/>
              <a:cxnLst/>
              <a:rect l="l" t="t" r="r" b="b"/>
              <a:pathLst>
                <a:path w="140693" h="39176" extrusionOk="0">
                  <a:moveTo>
                    <a:pt x="70347" y="1"/>
                  </a:moveTo>
                  <a:cubicBezTo>
                    <a:pt x="51689" y="1"/>
                    <a:pt x="33797" y="2064"/>
                    <a:pt x="20604" y="5738"/>
                  </a:cubicBezTo>
                  <a:cubicBezTo>
                    <a:pt x="7412" y="9411"/>
                    <a:pt x="0" y="14393"/>
                    <a:pt x="0" y="19588"/>
                  </a:cubicBezTo>
                  <a:cubicBezTo>
                    <a:pt x="0" y="24784"/>
                    <a:pt x="7412" y="29765"/>
                    <a:pt x="20604" y="33439"/>
                  </a:cubicBezTo>
                  <a:cubicBezTo>
                    <a:pt x="33797" y="37112"/>
                    <a:pt x="51689" y="39176"/>
                    <a:pt x="70347" y="39176"/>
                  </a:cubicBezTo>
                  <a:cubicBezTo>
                    <a:pt x="89003" y="39176"/>
                    <a:pt x="106896" y="37112"/>
                    <a:pt x="120088" y="33439"/>
                  </a:cubicBezTo>
                  <a:cubicBezTo>
                    <a:pt x="133281" y="29765"/>
                    <a:pt x="140692" y="24784"/>
                    <a:pt x="140692" y="19588"/>
                  </a:cubicBezTo>
                  <a:cubicBezTo>
                    <a:pt x="140692" y="14393"/>
                    <a:pt x="133281" y="9411"/>
                    <a:pt x="120088" y="5738"/>
                  </a:cubicBezTo>
                  <a:cubicBezTo>
                    <a:pt x="106896" y="2064"/>
                    <a:pt x="89003" y="1"/>
                    <a:pt x="70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170;p64">
              <a:extLst>
                <a:ext uri="{FF2B5EF4-FFF2-40B4-BE49-F238E27FC236}">
                  <a16:creationId xmlns:a16="http://schemas.microsoft.com/office/drawing/2014/main" id="{EF4432E2-CB00-4DB8-8609-87444314FF5C}"/>
                </a:ext>
              </a:extLst>
            </p:cNvPr>
            <p:cNvSpPr/>
            <p:nvPr/>
          </p:nvSpPr>
          <p:spPr>
            <a:xfrm>
              <a:off x="5520001" y="3585331"/>
              <a:ext cx="2796318" cy="787072"/>
            </a:xfrm>
            <a:custGeom>
              <a:avLst/>
              <a:gdLst/>
              <a:ahLst/>
              <a:cxnLst/>
              <a:rect l="l" t="t" r="r" b="b"/>
              <a:pathLst>
                <a:path w="141281" h="39766" extrusionOk="0">
                  <a:moveTo>
                    <a:pt x="70641" y="590"/>
                  </a:moveTo>
                  <a:cubicBezTo>
                    <a:pt x="109267" y="590"/>
                    <a:pt x="140691" y="9245"/>
                    <a:pt x="140691" y="19883"/>
                  </a:cubicBezTo>
                  <a:cubicBezTo>
                    <a:pt x="140691" y="30522"/>
                    <a:pt x="109267" y="39177"/>
                    <a:pt x="70641" y="39177"/>
                  </a:cubicBezTo>
                  <a:cubicBezTo>
                    <a:pt x="32014" y="39177"/>
                    <a:pt x="589" y="30522"/>
                    <a:pt x="589" y="19883"/>
                  </a:cubicBezTo>
                  <a:cubicBezTo>
                    <a:pt x="589" y="9245"/>
                    <a:pt x="32014" y="590"/>
                    <a:pt x="70641" y="590"/>
                  </a:cubicBezTo>
                  <a:close/>
                  <a:moveTo>
                    <a:pt x="70641" y="1"/>
                  </a:moveTo>
                  <a:cubicBezTo>
                    <a:pt x="51824" y="1"/>
                    <a:pt x="34132" y="2042"/>
                    <a:pt x="20820" y="5749"/>
                  </a:cubicBezTo>
                  <a:cubicBezTo>
                    <a:pt x="7395" y="9488"/>
                    <a:pt x="1" y="14507"/>
                    <a:pt x="1" y="19883"/>
                  </a:cubicBezTo>
                  <a:cubicBezTo>
                    <a:pt x="1" y="25260"/>
                    <a:pt x="7395" y="30280"/>
                    <a:pt x="20820" y="34018"/>
                  </a:cubicBezTo>
                  <a:cubicBezTo>
                    <a:pt x="34132" y="37724"/>
                    <a:pt x="51824" y="39766"/>
                    <a:pt x="70641" y="39766"/>
                  </a:cubicBezTo>
                  <a:cubicBezTo>
                    <a:pt x="89456" y="39766"/>
                    <a:pt x="107150" y="37724"/>
                    <a:pt x="120461" y="34018"/>
                  </a:cubicBezTo>
                  <a:cubicBezTo>
                    <a:pt x="133887" y="30280"/>
                    <a:pt x="141280" y="25260"/>
                    <a:pt x="141280" y="19883"/>
                  </a:cubicBezTo>
                  <a:cubicBezTo>
                    <a:pt x="141280" y="14507"/>
                    <a:pt x="133887" y="9488"/>
                    <a:pt x="120461" y="5749"/>
                  </a:cubicBezTo>
                  <a:cubicBezTo>
                    <a:pt x="107150" y="2042"/>
                    <a:pt x="89456" y="1"/>
                    <a:pt x="70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171;p64">
              <a:extLst>
                <a:ext uri="{FF2B5EF4-FFF2-40B4-BE49-F238E27FC236}">
                  <a16:creationId xmlns:a16="http://schemas.microsoft.com/office/drawing/2014/main" id="{3D425D4E-D954-4BFD-8749-34C308CB3192}"/>
                </a:ext>
              </a:extLst>
            </p:cNvPr>
            <p:cNvSpPr/>
            <p:nvPr/>
          </p:nvSpPr>
          <p:spPr>
            <a:xfrm>
              <a:off x="5544228" y="3717169"/>
              <a:ext cx="2747866" cy="649395"/>
            </a:xfrm>
            <a:custGeom>
              <a:avLst/>
              <a:gdLst/>
              <a:ahLst/>
              <a:cxnLst/>
              <a:rect l="l" t="t" r="r" b="b"/>
              <a:pathLst>
                <a:path w="138833" h="32810" extrusionOk="0">
                  <a:moveTo>
                    <a:pt x="69417" y="0"/>
                  </a:moveTo>
                  <a:cubicBezTo>
                    <a:pt x="51006" y="0"/>
                    <a:pt x="33349" y="1729"/>
                    <a:pt x="20332" y="4805"/>
                  </a:cubicBezTo>
                  <a:cubicBezTo>
                    <a:pt x="7314" y="7882"/>
                    <a:pt x="0" y="12054"/>
                    <a:pt x="0" y="16406"/>
                  </a:cubicBezTo>
                  <a:cubicBezTo>
                    <a:pt x="0" y="20756"/>
                    <a:pt x="7314" y="24929"/>
                    <a:pt x="20332" y="28005"/>
                  </a:cubicBezTo>
                  <a:cubicBezTo>
                    <a:pt x="33349" y="31082"/>
                    <a:pt x="51006" y="32810"/>
                    <a:pt x="69417" y="32810"/>
                  </a:cubicBezTo>
                  <a:cubicBezTo>
                    <a:pt x="87827" y="32810"/>
                    <a:pt x="105483" y="31082"/>
                    <a:pt x="118501" y="28005"/>
                  </a:cubicBezTo>
                  <a:cubicBezTo>
                    <a:pt x="131520" y="24929"/>
                    <a:pt x="138832" y="20756"/>
                    <a:pt x="138832" y="16406"/>
                  </a:cubicBezTo>
                  <a:cubicBezTo>
                    <a:pt x="138832" y="12054"/>
                    <a:pt x="131520" y="7882"/>
                    <a:pt x="118501" y="4805"/>
                  </a:cubicBezTo>
                  <a:cubicBezTo>
                    <a:pt x="105483" y="1729"/>
                    <a:pt x="87827" y="0"/>
                    <a:pt x="69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172;p64">
              <a:extLst>
                <a:ext uri="{FF2B5EF4-FFF2-40B4-BE49-F238E27FC236}">
                  <a16:creationId xmlns:a16="http://schemas.microsoft.com/office/drawing/2014/main" id="{18D4860F-4AE7-4ADA-A897-42BC4003CDA0}"/>
                </a:ext>
              </a:extLst>
            </p:cNvPr>
            <p:cNvSpPr/>
            <p:nvPr/>
          </p:nvSpPr>
          <p:spPr>
            <a:xfrm>
              <a:off x="5537478" y="3711350"/>
              <a:ext cx="2761365" cy="661052"/>
            </a:xfrm>
            <a:custGeom>
              <a:avLst/>
              <a:gdLst/>
              <a:ahLst/>
              <a:cxnLst/>
              <a:rect l="l" t="t" r="r" b="b"/>
              <a:pathLst>
                <a:path w="139515" h="33399" extrusionOk="0">
                  <a:moveTo>
                    <a:pt x="69758" y="589"/>
                  </a:moveTo>
                  <a:cubicBezTo>
                    <a:pt x="103563" y="589"/>
                    <a:pt x="133159" y="7504"/>
                    <a:pt x="138829" y="16700"/>
                  </a:cubicBezTo>
                  <a:cubicBezTo>
                    <a:pt x="133159" y="25895"/>
                    <a:pt x="103562" y="32810"/>
                    <a:pt x="69758" y="32810"/>
                  </a:cubicBezTo>
                  <a:cubicBezTo>
                    <a:pt x="35953" y="32810"/>
                    <a:pt x="6356" y="25895"/>
                    <a:pt x="685" y="16700"/>
                  </a:cubicBezTo>
                  <a:cubicBezTo>
                    <a:pt x="6356" y="7504"/>
                    <a:pt x="35953" y="589"/>
                    <a:pt x="69758" y="589"/>
                  </a:cubicBezTo>
                  <a:close/>
                  <a:moveTo>
                    <a:pt x="69758" y="0"/>
                  </a:moveTo>
                  <a:cubicBezTo>
                    <a:pt x="35017" y="0"/>
                    <a:pt x="5717" y="6961"/>
                    <a:pt x="87" y="16550"/>
                  </a:cubicBezTo>
                  <a:lnTo>
                    <a:pt x="0" y="16700"/>
                  </a:lnTo>
                  <a:lnTo>
                    <a:pt x="87" y="16849"/>
                  </a:lnTo>
                  <a:cubicBezTo>
                    <a:pt x="5717" y="26438"/>
                    <a:pt x="35017" y="33399"/>
                    <a:pt x="69758" y="33399"/>
                  </a:cubicBezTo>
                  <a:cubicBezTo>
                    <a:pt x="104497" y="33399"/>
                    <a:pt x="133799" y="26438"/>
                    <a:pt x="139428" y="16849"/>
                  </a:cubicBezTo>
                  <a:lnTo>
                    <a:pt x="139514" y="16700"/>
                  </a:lnTo>
                  <a:lnTo>
                    <a:pt x="139428" y="16550"/>
                  </a:lnTo>
                  <a:cubicBezTo>
                    <a:pt x="133799" y="6961"/>
                    <a:pt x="104497" y="0"/>
                    <a:pt x="69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173;p64">
              <a:extLst>
                <a:ext uri="{FF2B5EF4-FFF2-40B4-BE49-F238E27FC236}">
                  <a16:creationId xmlns:a16="http://schemas.microsoft.com/office/drawing/2014/main" id="{88C66AFC-9D22-4866-A51A-5E38983499BE}"/>
                </a:ext>
              </a:extLst>
            </p:cNvPr>
            <p:cNvSpPr/>
            <p:nvPr/>
          </p:nvSpPr>
          <p:spPr>
            <a:xfrm>
              <a:off x="5512976" y="4268709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0" y="933"/>
                    <a:pt x="0" y="2084"/>
                  </a:cubicBezTo>
                  <a:cubicBezTo>
                    <a:pt x="0" y="3235"/>
                    <a:pt x="1066" y="4168"/>
                    <a:pt x="2382" y="4168"/>
                  </a:cubicBezTo>
                  <a:cubicBezTo>
                    <a:pt x="3697" y="4168"/>
                    <a:pt x="4763" y="3235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174;p64">
              <a:extLst>
                <a:ext uri="{FF2B5EF4-FFF2-40B4-BE49-F238E27FC236}">
                  <a16:creationId xmlns:a16="http://schemas.microsoft.com/office/drawing/2014/main" id="{C2EF0DF0-3E75-418A-AD84-C6B3F433271B}"/>
                </a:ext>
              </a:extLst>
            </p:cNvPr>
            <p:cNvSpPr/>
            <p:nvPr/>
          </p:nvSpPr>
          <p:spPr>
            <a:xfrm>
              <a:off x="5507157" y="4262890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6" y="590"/>
                    <a:pt x="4763" y="1391"/>
                    <a:pt x="4763" y="2378"/>
                  </a:cubicBezTo>
                  <a:cubicBezTo>
                    <a:pt x="4763" y="3364"/>
                    <a:pt x="3826" y="4168"/>
                    <a:pt x="2676" y="4168"/>
                  </a:cubicBezTo>
                  <a:cubicBezTo>
                    <a:pt x="1525" y="4168"/>
                    <a:pt x="589" y="3364"/>
                    <a:pt x="589" y="2378"/>
                  </a:cubicBezTo>
                  <a:cubicBezTo>
                    <a:pt x="589" y="1391"/>
                    <a:pt x="1525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0" y="1067"/>
                    <a:pt x="0" y="2378"/>
                  </a:cubicBezTo>
                  <a:cubicBezTo>
                    <a:pt x="0" y="3690"/>
                    <a:pt x="1200" y="4756"/>
                    <a:pt x="2676" y="4756"/>
                  </a:cubicBezTo>
                  <a:cubicBezTo>
                    <a:pt x="4151" y="4756"/>
                    <a:pt x="5352" y="3688"/>
                    <a:pt x="5352" y="2378"/>
                  </a:cubicBezTo>
                  <a:cubicBezTo>
                    <a:pt x="5352" y="1067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175;p64">
              <a:extLst>
                <a:ext uri="{FF2B5EF4-FFF2-40B4-BE49-F238E27FC236}">
                  <a16:creationId xmlns:a16="http://schemas.microsoft.com/office/drawing/2014/main" id="{59A3E457-7526-4FD1-BA66-D769C4B9D749}"/>
                </a:ext>
              </a:extLst>
            </p:cNvPr>
            <p:cNvSpPr/>
            <p:nvPr/>
          </p:nvSpPr>
          <p:spPr>
            <a:xfrm>
              <a:off x="6191287" y="4448783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1" y="934"/>
                    <a:pt x="1" y="2084"/>
                  </a:cubicBezTo>
                  <a:cubicBezTo>
                    <a:pt x="1" y="3234"/>
                    <a:pt x="1066" y="4168"/>
                    <a:pt x="2382" y="4168"/>
                  </a:cubicBezTo>
                  <a:cubicBezTo>
                    <a:pt x="3697" y="4168"/>
                    <a:pt x="4763" y="3234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176;p64">
              <a:extLst>
                <a:ext uri="{FF2B5EF4-FFF2-40B4-BE49-F238E27FC236}">
                  <a16:creationId xmlns:a16="http://schemas.microsoft.com/office/drawing/2014/main" id="{F73C99BC-2953-41CD-90C7-D32F2DE562DD}"/>
                </a:ext>
              </a:extLst>
            </p:cNvPr>
            <p:cNvSpPr/>
            <p:nvPr/>
          </p:nvSpPr>
          <p:spPr>
            <a:xfrm>
              <a:off x="6185448" y="4442944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8" y="590"/>
                    <a:pt x="4763" y="1393"/>
                    <a:pt x="4763" y="2379"/>
                  </a:cubicBezTo>
                  <a:cubicBezTo>
                    <a:pt x="4763" y="3366"/>
                    <a:pt x="3826" y="4168"/>
                    <a:pt x="2676" y="4168"/>
                  </a:cubicBezTo>
                  <a:cubicBezTo>
                    <a:pt x="1526" y="4168"/>
                    <a:pt x="589" y="3366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1" y="1069"/>
                    <a:pt x="1" y="2379"/>
                  </a:cubicBezTo>
                  <a:cubicBezTo>
                    <a:pt x="1" y="3689"/>
                    <a:pt x="1201" y="4756"/>
                    <a:pt x="2676" y="4756"/>
                  </a:cubicBezTo>
                  <a:cubicBezTo>
                    <a:pt x="4152" y="4756"/>
                    <a:pt x="5352" y="3691"/>
                    <a:pt x="5352" y="2379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177;p64">
              <a:extLst>
                <a:ext uri="{FF2B5EF4-FFF2-40B4-BE49-F238E27FC236}">
                  <a16:creationId xmlns:a16="http://schemas.microsoft.com/office/drawing/2014/main" id="{841DA534-8C56-44A8-9AC2-A73A3DA39C02}"/>
                </a:ext>
              </a:extLst>
            </p:cNvPr>
            <p:cNvSpPr/>
            <p:nvPr/>
          </p:nvSpPr>
          <p:spPr>
            <a:xfrm>
              <a:off x="6998331" y="4478234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7" y="1"/>
                    <a:pt x="1" y="933"/>
                    <a:pt x="1" y="2084"/>
                  </a:cubicBezTo>
                  <a:cubicBezTo>
                    <a:pt x="1" y="3236"/>
                    <a:pt x="1067" y="4168"/>
                    <a:pt x="2382" y="4168"/>
                  </a:cubicBezTo>
                  <a:cubicBezTo>
                    <a:pt x="3697" y="4168"/>
                    <a:pt x="4763" y="3236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178;p64">
              <a:extLst>
                <a:ext uri="{FF2B5EF4-FFF2-40B4-BE49-F238E27FC236}">
                  <a16:creationId xmlns:a16="http://schemas.microsoft.com/office/drawing/2014/main" id="{E0F7B488-33FB-4913-82F9-AA6147CB9911}"/>
                </a:ext>
              </a:extLst>
            </p:cNvPr>
            <p:cNvSpPr/>
            <p:nvPr/>
          </p:nvSpPr>
          <p:spPr>
            <a:xfrm>
              <a:off x="6992512" y="4472415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7" y="590"/>
                    <a:pt x="4763" y="1391"/>
                    <a:pt x="4763" y="2378"/>
                  </a:cubicBezTo>
                  <a:cubicBezTo>
                    <a:pt x="4763" y="3365"/>
                    <a:pt x="3827" y="4168"/>
                    <a:pt x="2676" y="4168"/>
                  </a:cubicBezTo>
                  <a:cubicBezTo>
                    <a:pt x="1526" y="4168"/>
                    <a:pt x="590" y="3364"/>
                    <a:pt x="590" y="2378"/>
                  </a:cubicBezTo>
                  <a:cubicBezTo>
                    <a:pt x="590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1" y="1067"/>
                    <a:pt x="1" y="2378"/>
                  </a:cubicBezTo>
                  <a:cubicBezTo>
                    <a:pt x="1" y="3690"/>
                    <a:pt x="1200" y="4757"/>
                    <a:pt x="2676" y="4757"/>
                  </a:cubicBezTo>
                  <a:cubicBezTo>
                    <a:pt x="4151" y="4757"/>
                    <a:pt x="5352" y="3689"/>
                    <a:pt x="5352" y="2378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179;p64">
              <a:extLst>
                <a:ext uri="{FF2B5EF4-FFF2-40B4-BE49-F238E27FC236}">
                  <a16:creationId xmlns:a16="http://schemas.microsoft.com/office/drawing/2014/main" id="{4C99F4B3-F24B-4305-8E7A-9ADBD7578A7D}"/>
                </a:ext>
              </a:extLst>
            </p:cNvPr>
            <p:cNvSpPr/>
            <p:nvPr/>
          </p:nvSpPr>
          <p:spPr>
            <a:xfrm>
              <a:off x="7799496" y="4407555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1" y="0"/>
                  </a:moveTo>
                  <a:cubicBezTo>
                    <a:pt x="1066" y="0"/>
                    <a:pt x="0" y="933"/>
                    <a:pt x="0" y="2084"/>
                  </a:cubicBezTo>
                  <a:cubicBezTo>
                    <a:pt x="0" y="3234"/>
                    <a:pt x="1066" y="4167"/>
                    <a:pt x="2381" y="4167"/>
                  </a:cubicBezTo>
                  <a:cubicBezTo>
                    <a:pt x="3697" y="4167"/>
                    <a:pt x="4763" y="3234"/>
                    <a:pt x="4763" y="2084"/>
                  </a:cubicBezTo>
                  <a:cubicBezTo>
                    <a:pt x="4763" y="933"/>
                    <a:pt x="3697" y="0"/>
                    <a:pt x="2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180;p64">
              <a:extLst>
                <a:ext uri="{FF2B5EF4-FFF2-40B4-BE49-F238E27FC236}">
                  <a16:creationId xmlns:a16="http://schemas.microsoft.com/office/drawing/2014/main" id="{25134876-30D5-4A26-9334-F4F4EB51E91E}"/>
                </a:ext>
              </a:extLst>
            </p:cNvPr>
            <p:cNvSpPr/>
            <p:nvPr/>
          </p:nvSpPr>
          <p:spPr>
            <a:xfrm>
              <a:off x="7793677" y="4401716"/>
              <a:ext cx="105930" cy="94174"/>
            </a:xfrm>
            <a:custGeom>
              <a:avLst/>
              <a:gdLst/>
              <a:ahLst/>
              <a:cxnLst/>
              <a:rect l="l" t="t" r="r" b="b"/>
              <a:pathLst>
                <a:path w="5352" h="4758" extrusionOk="0">
                  <a:moveTo>
                    <a:pt x="2676" y="590"/>
                  </a:moveTo>
                  <a:cubicBezTo>
                    <a:pt x="3826" y="590"/>
                    <a:pt x="4763" y="1392"/>
                    <a:pt x="4763" y="2379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0"/>
                  </a:moveTo>
                  <a:cubicBezTo>
                    <a:pt x="1201" y="0"/>
                    <a:pt x="0" y="1067"/>
                    <a:pt x="0" y="2379"/>
                  </a:cubicBezTo>
                  <a:cubicBezTo>
                    <a:pt x="0" y="3690"/>
                    <a:pt x="1201" y="4757"/>
                    <a:pt x="2676" y="4757"/>
                  </a:cubicBezTo>
                  <a:cubicBezTo>
                    <a:pt x="4151" y="4757"/>
                    <a:pt x="5352" y="3689"/>
                    <a:pt x="5352" y="2379"/>
                  </a:cubicBezTo>
                  <a:cubicBezTo>
                    <a:pt x="5352" y="1067"/>
                    <a:pt x="4151" y="0"/>
                    <a:pt x="2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181;p64">
              <a:extLst>
                <a:ext uri="{FF2B5EF4-FFF2-40B4-BE49-F238E27FC236}">
                  <a16:creationId xmlns:a16="http://schemas.microsoft.com/office/drawing/2014/main" id="{4DB2F89F-8F1A-4E82-B91E-20ABC5D907BC}"/>
                </a:ext>
              </a:extLst>
            </p:cNvPr>
            <p:cNvSpPr/>
            <p:nvPr/>
          </p:nvSpPr>
          <p:spPr>
            <a:xfrm>
              <a:off x="8317903" y="4219030"/>
              <a:ext cx="94252" cy="82496"/>
            </a:xfrm>
            <a:custGeom>
              <a:avLst/>
              <a:gdLst/>
              <a:ahLst/>
              <a:cxnLst/>
              <a:rect l="l" t="t" r="r" b="b"/>
              <a:pathLst>
                <a:path w="4762" h="4168" extrusionOk="0">
                  <a:moveTo>
                    <a:pt x="2381" y="1"/>
                  </a:moveTo>
                  <a:cubicBezTo>
                    <a:pt x="1066" y="1"/>
                    <a:pt x="0" y="934"/>
                    <a:pt x="0" y="2084"/>
                  </a:cubicBezTo>
                  <a:cubicBezTo>
                    <a:pt x="0" y="3235"/>
                    <a:pt x="1066" y="4168"/>
                    <a:pt x="2381" y="4168"/>
                  </a:cubicBezTo>
                  <a:cubicBezTo>
                    <a:pt x="3696" y="4168"/>
                    <a:pt x="4762" y="3235"/>
                    <a:pt x="4762" y="2084"/>
                  </a:cubicBezTo>
                  <a:cubicBezTo>
                    <a:pt x="4762" y="934"/>
                    <a:pt x="3696" y="1"/>
                    <a:pt x="2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182;p64">
              <a:extLst>
                <a:ext uri="{FF2B5EF4-FFF2-40B4-BE49-F238E27FC236}">
                  <a16:creationId xmlns:a16="http://schemas.microsoft.com/office/drawing/2014/main" id="{EC7DC088-64AA-4C36-9A70-5ADA1B1F77FC}"/>
                </a:ext>
              </a:extLst>
            </p:cNvPr>
            <p:cNvSpPr/>
            <p:nvPr/>
          </p:nvSpPr>
          <p:spPr>
            <a:xfrm>
              <a:off x="8312064" y="4213211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lnTo>
                    <a:pt x="2676" y="591"/>
                  </a:lnTo>
                  <a:cubicBezTo>
                    <a:pt x="3826" y="591"/>
                    <a:pt x="4763" y="1391"/>
                    <a:pt x="4763" y="2378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8"/>
                  </a:cubicBezTo>
                  <a:cubicBezTo>
                    <a:pt x="589" y="1391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0" y="1068"/>
                    <a:pt x="0" y="2378"/>
                  </a:cubicBezTo>
                  <a:cubicBezTo>
                    <a:pt x="0" y="3690"/>
                    <a:pt x="1201" y="4756"/>
                    <a:pt x="2676" y="4756"/>
                  </a:cubicBezTo>
                  <a:cubicBezTo>
                    <a:pt x="4151" y="4756"/>
                    <a:pt x="5351" y="3690"/>
                    <a:pt x="5351" y="2378"/>
                  </a:cubicBezTo>
                  <a:cubicBezTo>
                    <a:pt x="5351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183;p64">
              <a:extLst>
                <a:ext uri="{FF2B5EF4-FFF2-40B4-BE49-F238E27FC236}">
                  <a16:creationId xmlns:a16="http://schemas.microsoft.com/office/drawing/2014/main" id="{AC0E7C1A-80A4-4CE6-B55E-35777374E3CA}"/>
                </a:ext>
              </a:extLst>
            </p:cNvPr>
            <p:cNvSpPr/>
            <p:nvPr/>
          </p:nvSpPr>
          <p:spPr>
            <a:xfrm>
              <a:off x="8474759" y="3972474"/>
              <a:ext cx="109018" cy="72778"/>
            </a:xfrm>
            <a:custGeom>
              <a:avLst/>
              <a:gdLst/>
              <a:ahLst/>
              <a:cxnLst/>
              <a:rect l="l" t="t" r="r" b="b"/>
              <a:pathLst>
                <a:path w="5508" h="3677" extrusionOk="0">
                  <a:moveTo>
                    <a:pt x="1702" y="1"/>
                  </a:moveTo>
                  <a:cubicBezTo>
                    <a:pt x="1092" y="1"/>
                    <a:pt x="602" y="206"/>
                    <a:pt x="393" y="608"/>
                  </a:cubicBezTo>
                  <a:cubicBezTo>
                    <a:pt x="0" y="1363"/>
                    <a:pt x="738" y="2525"/>
                    <a:pt x="2042" y="3204"/>
                  </a:cubicBezTo>
                  <a:cubicBezTo>
                    <a:pt x="2650" y="3521"/>
                    <a:pt x="3273" y="3676"/>
                    <a:pt x="3805" y="3676"/>
                  </a:cubicBezTo>
                  <a:cubicBezTo>
                    <a:pt x="4415" y="3676"/>
                    <a:pt x="4905" y="3471"/>
                    <a:pt x="5114" y="3069"/>
                  </a:cubicBezTo>
                  <a:cubicBezTo>
                    <a:pt x="5508" y="2315"/>
                    <a:pt x="4769" y="1152"/>
                    <a:pt x="3465" y="473"/>
                  </a:cubicBezTo>
                  <a:cubicBezTo>
                    <a:pt x="2857" y="157"/>
                    <a:pt x="2234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184;p64">
              <a:extLst>
                <a:ext uri="{FF2B5EF4-FFF2-40B4-BE49-F238E27FC236}">
                  <a16:creationId xmlns:a16="http://schemas.microsoft.com/office/drawing/2014/main" id="{8ADBE13F-6B17-4766-94D0-600156193FD2}"/>
                </a:ext>
              </a:extLst>
            </p:cNvPr>
            <p:cNvSpPr/>
            <p:nvPr/>
          </p:nvSpPr>
          <p:spPr>
            <a:xfrm>
              <a:off x="8472582" y="3966635"/>
              <a:ext cx="113352" cy="84475"/>
            </a:xfrm>
            <a:custGeom>
              <a:avLst/>
              <a:gdLst/>
              <a:ahLst/>
              <a:cxnLst/>
              <a:rect l="l" t="t" r="r" b="b"/>
              <a:pathLst>
                <a:path w="5727" h="4268" extrusionOk="0">
                  <a:moveTo>
                    <a:pt x="1800" y="588"/>
                  </a:moveTo>
                  <a:cubicBezTo>
                    <a:pt x="2286" y="588"/>
                    <a:pt x="2874" y="736"/>
                    <a:pt x="3439" y="1029"/>
                  </a:cubicBezTo>
                  <a:cubicBezTo>
                    <a:pt x="4025" y="1334"/>
                    <a:pt x="4504" y="1750"/>
                    <a:pt x="4788" y="2196"/>
                  </a:cubicBezTo>
                  <a:cubicBezTo>
                    <a:pt x="4935" y="2426"/>
                    <a:pt x="5152" y="2867"/>
                    <a:pt x="4964" y="3228"/>
                  </a:cubicBezTo>
                  <a:cubicBezTo>
                    <a:pt x="4807" y="3529"/>
                    <a:pt x="4419" y="3680"/>
                    <a:pt x="3928" y="3680"/>
                  </a:cubicBezTo>
                  <a:cubicBezTo>
                    <a:pt x="3442" y="3680"/>
                    <a:pt x="2854" y="3532"/>
                    <a:pt x="2289" y="3238"/>
                  </a:cubicBezTo>
                  <a:cubicBezTo>
                    <a:pt x="1703" y="2933"/>
                    <a:pt x="1224" y="2519"/>
                    <a:pt x="940" y="2072"/>
                  </a:cubicBezTo>
                  <a:cubicBezTo>
                    <a:pt x="793" y="1841"/>
                    <a:pt x="576" y="1401"/>
                    <a:pt x="764" y="1040"/>
                  </a:cubicBezTo>
                  <a:cubicBezTo>
                    <a:pt x="920" y="739"/>
                    <a:pt x="1308" y="588"/>
                    <a:pt x="1800" y="588"/>
                  </a:cubicBezTo>
                  <a:close/>
                  <a:moveTo>
                    <a:pt x="1816" y="0"/>
                  </a:moveTo>
                  <a:cubicBezTo>
                    <a:pt x="1093" y="0"/>
                    <a:pt x="505" y="261"/>
                    <a:pt x="241" y="767"/>
                  </a:cubicBezTo>
                  <a:cubicBezTo>
                    <a:pt x="0" y="1229"/>
                    <a:pt x="72" y="1805"/>
                    <a:pt x="442" y="2388"/>
                  </a:cubicBezTo>
                  <a:cubicBezTo>
                    <a:pt x="781" y="2921"/>
                    <a:pt x="1340" y="3409"/>
                    <a:pt x="2016" y="3761"/>
                  </a:cubicBezTo>
                  <a:cubicBezTo>
                    <a:pt x="2669" y="4101"/>
                    <a:pt x="3334" y="4268"/>
                    <a:pt x="3912" y="4268"/>
                  </a:cubicBezTo>
                  <a:cubicBezTo>
                    <a:pt x="4634" y="4268"/>
                    <a:pt x="5222" y="4007"/>
                    <a:pt x="5485" y="3500"/>
                  </a:cubicBezTo>
                  <a:cubicBezTo>
                    <a:pt x="5727" y="3038"/>
                    <a:pt x="5654" y="2463"/>
                    <a:pt x="5285" y="1880"/>
                  </a:cubicBezTo>
                  <a:cubicBezTo>
                    <a:pt x="4946" y="1346"/>
                    <a:pt x="4388" y="860"/>
                    <a:pt x="3711" y="508"/>
                  </a:cubicBezTo>
                  <a:cubicBezTo>
                    <a:pt x="3058" y="167"/>
                    <a:pt x="2394" y="0"/>
                    <a:pt x="1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185;p64">
              <a:extLst>
                <a:ext uri="{FF2B5EF4-FFF2-40B4-BE49-F238E27FC236}">
                  <a16:creationId xmlns:a16="http://schemas.microsoft.com/office/drawing/2014/main" id="{21E10A93-CF40-4725-9012-1F678319D97D}"/>
                </a:ext>
              </a:extLst>
            </p:cNvPr>
            <p:cNvSpPr/>
            <p:nvPr/>
          </p:nvSpPr>
          <p:spPr>
            <a:xfrm>
              <a:off x="5252544" y="3972474"/>
              <a:ext cx="109038" cy="72778"/>
            </a:xfrm>
            <a:custGeom>
              <a:avLst/>
              <a:gdLst/>
              <a:ahLst/>
              <a:cxnLst/>
              <a:rect l="l" t="t" r="r" b="b"/>
              <a:pathLst>
                <a:path w="5509" h="3677" extrusionOk="0">
                  <a:moveTo>
                    <a:pt x="3807" y="1"/>
                  </a:moveTo>
                  <a:cubicBezTo>
                    <a:pt x="3275" y="1"/>
                    <a:pt x="2651" y="157"/>
                    <a:pt x="2044" y="473"/>
                  </a:cubicBezTo>
                  <a:cubicBezTo>
                    <a:pt x="739" y="1152"/>
                    <a:pt x="1" y="2315"/>
                    <a:pt x="393" y="3069"/>
                  </a:cubicBezTo>
                  <a:cubicBezTo>
                    <a:pt x="603" y="3471"/>
                    <a:pt x="1094" y="3676"/>
                    <a:pt x="1704" y="3676"/>
                  </a:cubicBezTo>
                  <a:cubicBezTo>
                    <a:pt x="2236" y="3676"/>
                    <a:pt x="2859" y="3521"/>
                    <a:pt x="3466" y="3204"/>
                  </a:cubicBezTo>
                  <a:cubicBezTo>
                    <a:pt x="4771" y="2525"/>
                    <a:pt x="5509" y="1363"/>
                    <a:pt x="5116" y="608"/>
                  </a:cubicBezTo>
                  <a:cubicBezTo>
                    <a:pt x="4907" y="206"/>
                    <a:pt x="4417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186;p64">
              <a:extLst>
                <a:ext uri="{FF2B5EF4-FFF2-40B4-BE49-F238E27FC236}">
                  <a16:creationId xmlns:a16="http://schemas.microsoft.com/office/drawing/2014/main" id="{B70C9FD8-4B57-4689-B534-0BFDE822990B}"/>
                </a:ext>
              </a:extLst>
            </p:cNvPr>
            <p:cNvSpPr/>
            <p:nvPr/>
          </p:nvSpPr>
          <p:spPr>
            <a:xfrm>
              <a:off x="5250387" y="3966615"/>
              <a:ext cx="113352" cy="84495"/>
            </a:xfrm>
            <a:custGeom>
              <a:avLst/>
              <a:gdLst/>
              <a:ahLst/>
              <a:cxnLst/>
              <a:rect l="l" t="t" r="r" b="b"/>
              <a:pathLst>
                <a:path w="5727" h="4269" extrusionOk="0">
                  <a:moveTo>
                    <a:pt x="3927" y="589"/>
                  </a:moveTo>
                  <a:cubicBezTo>
                    <a:pt x="4419" y="589"/>
                    <a:pt x="4806" y="740"/>
                    <a:pt x="4964" y="1041"/>
                  </a:cubicBezTo>
                  <a:cubicBezTo>
                    <a:pt x="5152" y="1401"/>
                    <a:pt x="4935" y="1842"/>
                    <a:pt x="4788" y="2073"/>
                  </a:cubicBezTo>
                  <a:cubicBezTo>
                    <a:pt x="4504" y="2520"/>
                    <a:pt x="4025" y="2934"/>
                    <a:pt x="3439" y="3239"/>
                  </a:cubicBezTo>
                  <a:cubicBezTo>
                    <a:pt x="2873" y="3534"/>
                    <a:pt x="2286" y="3681"/>
                    <a:pt x="1800" y="3681"/>
                  </a:cubicBezTo>
                  <a:cubicBezTo>
                    <a:pt x="1309" y="3681"/>
                    <a:pt x="921" y="3530"/>
                    <a:pt x="763" y="3229"/>
                  </a:cubicBezTo>
                  <a:cubicBezTo>
                    <a:pt x="576" y="2868"/>
                    <a:pt x="793" y="2427"/>
                    <a:pt x="940" y="2197"/>
                  </a:cubicBezTo>
                  <a:cubicBezTo>
                    <a:pt x="1224" y="1750"/>
                    <a:pt x="1703" y="1335"/>
                    <a:pt x="2289" y="1030"/>
                  </a:cubicBezTo>
                  <a:cubicBezTo>
                    <a:pt x="2853" y="737"/>
                    <a:pt x="3441" y="589"/>
                    <a:pt x="3927" y="589"/>
                  </a:cubicBezTo>
                  <a:close/>
                  <a:moveTo>
                    <a:pt x="3912" y="1"/>
                  </a:moveTo>
                  <a:cubicBezTo>
                    <a:pt x="3334" y="1"/>
                    <a:pt x="2670" y="167"/>
                    <a:pt x="2017" y="507"/>
                  </a:cubicBezTo>
                  <a:cubicBezTo>
                    <a:pt x="1340" y="859"/>
                    <a:pt x="781" y="1347"/>
                    <a:pt x="442" y="1880"/>
                  </a:cubicBezTo>
                  <a:cubicBezTo>
                    <a:pt x="73" y="2464"/>
                    <a:pt x="0" y="3039"/>
                    <a:pt x="241" y="3501"/>
                  </a:cubicBezTo>
                  <a:cubicBezTo>
                    <a:pt x="506" y="4009"/>
                    <a:pt x="1093" y="4269"/>
                    <a:pt x="1816" y="4269"/>
                  </a:cubicBezTo>
                  <a:cubicBezTo>
                    <a:pt x="2394" y="4269"/>
                    <a:pt x="3057" y="4102"/>
                    <a:pt x="3711" y="3761"/>
                  </a:cubicBezTo>
                  <a:cubicBezTo>
                    <a:pt x="4386" y="3409"/>
                    <a:pt x="4946" y="2922"/>
                    <a:pt x="5284" y="2388"/>
                  </a:cubicBezTo>
                  <a:cubicBezTo>
                    <a:pt x="5655" y="1806"/>
                    <a:pt x="5726" y="1230"/>
                    <a:pt x="5486" y="768"/>
                  </a:cubicBezTo>
                  <a:cubicBezTo>
                    <a:pt x="5222" y="261"/>
                    <a:pt x="4634" y="1"/>
                    <a:pt x="3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187;p64">
              <a:extLst>
                <a:ext uri="{FF2B5EF4-FFF2-40B4-BE49-F238E27FC236}">
                  <a16:creationId xmlns:a16="http://schemas.microsoft.com/office/drawing/2014/main" id="{AA10AA15-4DAB-4C61-92C5-6EAF95B8C0EE}"/>
                </a:ext>
              </a:extLst>
            </p:cNvPr>
            <p:cNvSpPr/>
            <p:nvPr/>
          </p:nvSpPr>
          <p:spPr>
            <a:xfrm>
              <a:off x="5517845" y="3496561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1" y="1"/>
                  </a:moveTo>
                  <a:lnTo>
                    <a:pt x="1" y="20098"/>
                  </a:lnTo>
                  <a:lnTo>
                    <a:pt x="590" y="2009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188;p64">
              <a:extLst>
                <a:ext uri="{FF2B5EF4-FFF2-40B4-BE49-F238E27FC236}">
                  <a16:creationId xmlns:a16="http://schemas.microsoft.com/office/drawing/2014/main" id="{F239B2BE-FA2B-4491-9950-8F0857643E9C}"/>
                </a:ext>
              </a:extLst>
            </p:cNvPr>
            <p:cNvSpPr/>
            <p:nvPr/>
          </p:nvSpPr>
          <p:spPr>
            <a:xfrm>
              <a:off x="5774733" y="3985478"/>
              <a:ext cx="11678" cy="198916"/>
            </a:xfrm>
            <a:custGeom>
              <a:avLst/>
              <a:gdLst/>
              <a:ahLst/>
              <a:cxnLst/>
              <a:rect l="l" t="t" r="r" b="b"/>
              <a:pathLst>
                <a:path w="590" h="10050" extrusionOk="0">
                  <a:moveTo>
                    <a:pt x="1" y="1"/>
                  </a:moveTo>
                  <a:lnTo>
                    <a:pt x="1" y="10049"/>
                  </a:lnTo>
                  <a:lnTo>
                    <a:pt x="590" y="10049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189;p64">
              <a:extLst>
                <a:ext uri="{FF2B5EF4-FFF2-40B4-BE49-F238E27FC236}">
                  <a16:creationId xmlns:a16="http://schemas.microsoft.com/office/drawing/2014/main" id="{A37EE7DC-035A-4E51-B970-252F80C2A55C}"/>
                </a:ext>
              </a:extLst>
            </p:cNvPr>
            <p:cNvSpPr/>
            <p:nvPr/>
          </p:nvSpPr>
          <p:spPr>
            <a:xfrm>
              <a:off x="5774733" y="3538007"/>
              <a:ext cx="11678" cy="397772"/>
            </a:xfrm>
            <a:custGeom>
              <a:avLst/>
              <a:gdLst/>
              <a:ahLst/>
              <a:cxnLst/>
              <a:rect l="l" t="t" r="r" b="b"/>
              <a:pathLst>
                <a:path w="590" h="20097" extrusionOk="0">
                  <a:moveTo>
                    <a:pt x="1" y="0"/>
                  </a:moveTo>
                  <a:lnTo>
                    <a:pt x="1" y="20097"/>
                  </a:lnTo>
                  <a:lnTo>
                    <a:pt x="590" y="20097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190;p64">
              <a:extLst>
                <a:ext uri="{FF2B5EF4-FFF2-40B4-BE49-F238E27FC236}">
                  <a16:creationId xmlns:a16="http://schemas.microsoft.com/office/drawing/2014/main" id="{68BABCE8-C15D-4A25-8E6B-D540069B80A1}"/>
                </a:ext>
              </a:extLst>
            </p:cNvPr>
            <p:cNvSpPr/>
            <p:nvPr/>
          </p:nvSpPr>
          <p:spPr>
            <a:xfrm>
              <a:off x="8070139" y="3803168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0" y="1"/>
                  </a:moveTo>
                  <a:lnTo>
                    <a:pt x="0" y="20098"/>
                  </a:lnTo>
                  <a:lnTo>
                    <a:pt x="589" y="200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191;p64">
              <a:extLst>
                <a:ext uri="{FF2B5EF4-FFF2-40B4-BE49-F238E27FC236}">
                  <a16:creationId xmlns:a16="http://schemas.microsoft.com/office/drawing/2014/main" id="{404E71B0-5EAE-4C3C-A5B6-A55292E02BBC}"/>
                </a:ext>
              </a:extLst>
            </p:cNvPr>
            <p:cNvSpPr/>
            <p:nvPr/>
          </p:nvSpPr>
          <p:spPr>
            <a:xfrm>
              <a:off x="7828551" y="3395283"/>
              <a:ext cx="11678" cy="874714"/>
            </a:xfrm>
            <a:custGeom>
              <a:avLst/>
              <a:gdLst/>
              <a:ahLst/>
              <a:cxnLst/>
              <a:rect l="l" t="t" r="r" b="b"/>
              <a:pathLst>
                <a:path w="590" h="44194" extrusionOk="0">
                  <a:moveTo>
                    <a:pt x="1" y="0"/>
                  </a:moveTo>
                  <a:lnTo>
                    <a:pt x="1" y="44193"/>
                  </a:lnTo>
                  <a:lnTo>
                    <a:pt x="589" y="44193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192;p64">
              <a:extLst>
                <a:ext uri="{FF2B5EF4-FFF2-40B4-BE49-F238E27FC236}">
                  <a16:creationId xmlns:a16="http://schemas.microsoft.com/office/drawing/2014/main" id="{C211620D-92FA-4300-A442-0CDF643EED69}"/>
                </a:ext>
              </a:extLst>
            </p:cNvPr>
            <p:cNvSpPr/>
            <p:nvPr/>
          </p:nvSpPr>
          <p:spPr>
            <a:xfrm>
              <a:off x="6827144" y="4176080"/>
              <a:ext cx="11658" cy="182330"/>
            </a:xfrm>
            <a:custGeom>
              <a:avLst/>
              <a:gdLst/>
              <a:ahLst/>
              <a:cxnLst/>
              <a:rect l="l" t="t" r="r" b="b"/>
              <a:pathLst>
                <a:path w="589" h="9212" extrusionOk="0">
                  <a:moveTo>
                    <a:pt x="0" y="1"/>
                  </a:moveTo>
                  <a:lnTo>
                    <a:pt x="0" y="9212"/>
                  </a:lnTo>
                  <a:lnTo>
                    <a:pt x="589" y="9212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193;p64">
              <a:extLst>
                <a:ext uri="{FF2B5EF4-FFF2-40B4-BE49-F238E27FC236}">
                  <a16:creationId xmlns:a16="http://schemas.microsoft.com/office/drawing/2014/main" id="{9BF7814D-009C-47C4-8F4A-88B4944C36B1}"/>
                </a:ext>
              </a:extLst>
            </p:cNvPr>
            <p:cNvSpPr/>
            <p:nvPr/>
          </p:nvSpPr>
          <p:spPr>
            <a:xfrm>
              <a:off x="6062477" y="3846415"/>
              <a:ext cx="11678" cy="445946"/>
            </a:xfrm>
            <a:custGeom>
              <a:avLst/>
              <a:gdLst/>
              <a:ahLst/>
              <a:cxnLst/>
              <a:rect l="l" t="t" r="r" b="b"/>
              <a:pathLst>
                <a:path w="590" h="22531" extrusionOk="0">
                  <a:moveTo>
                    <a:pt x="1" y="0"/>
                  </a:moveTo>
                  <a:lnTo>
                    <a:pt x="1" y="22531"/>
                  </a:lnTo>
                  <a:lnTo>
                    <a:pt x="589" y="2253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194;p64">
              <a:extLst>
                <a:ext uri="{FF2B5EF4-FFF2-40B4-BE49-F238E27FC236}">
                  <a16:creationId xmlns:a16="http://schemas.microsoft.com/office/drawing/2014/main" id="{A43E48D9-BBC5-4A0E-A93B-44D30FF8E157}"/>
                </a:ext>
              </a:extLst>
            </p:cNvPr>
            <p:cNvSpPr/>
            <p:nvPr/>
          </p:nvSpPr>
          <p:spPr>
            <a:xfrm>
              <a:off x="7421635" y="4256538"/>
              <a:ext cx="11678" cy="90116"/>
            </a:xfrm>
            <a:custGeom>
              <a:avLst/>
              <a:gdLst/>
              <a:ahLst/>
              <a:cxnLst/>
              <a:rect l="l" t="t" r="r" b="b"/>
              <a:pathLst>
                <a:path w="590" h="4553" extrusionOk="0">
                  <a:moveTo>
                    <a:pt x="1" y="0"/>
                  </a:moveTo>
                  <a:lnTo>
                    <a:pt x="1" y="4552"/>
                  </a:lnTo>
                  <a:lnTo>
                    <a:pt x="589" y="4552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195;p64">
              <a:extLst>
                <a:ext uri="{FF2B5EF4-FFF2-40B4-BE49-F238E27FC236}">
                  <a16:creationId xmlns:a16="http://schemas.microsoft.com/office/drawing/2014/main" id="{4DD14EA2-8357-47BE-8FA3-7BBA424132E6}"/>
                </a:ext>
              </a:extLst>
            </p:cNvPr>
            <p:cNvSpPr/>
            <p:nvPr/>
          </p:nvSpPr>
          <p:spPr>
            <a:xfrm>
              <a:off x="7421635" y="4044519"/>
              <a:ext cx="11678" cy="183953"/>
            </a:xfrm>
            <a:custGeom>
              <a:avLst/>
              <a:gdLst/>
              <a:ahLst/>
              <a:cxnLst/>
              <a:rect l="l" t="t" r="r" b="b"/>
              <a:pathLst>
                <a:path w="590" h="9294" extrusionOk="0">
                  <a:moveTo>
                    <a:pt x="1" y="0"/>
                  </a:moveTo>
                  <a:lnTo>
                    <a:pt x="1" y="9294"/>
                  </a:lnTo>
                  <a:lnTo>
                    <a:pt x="589" y="9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196;p64">
              <a:extLst>
                <a:ext uri="{FF2B5EF4-FFF2-40B4-BE49-F238E27FC236}">
                  <a16:creationId xmlns:a16="http://schemas.microsoft.com/office/drawing/2014/main" id="{F198F5E2-8A9F-4FC7-A477-71F13C2E523D}"/>
                </a:ext>
              </a:extLst>
            </p:cNvPr>
            <p:cNvSpPr/>
            <p:nvPr/>
          </p:nvSpPr>
          <p:spPr>
            <a:xfrm>
              <a:off x="6827144" y="3993771"/>
              <a:ext cx="11658" cy="99458"/>
            </a:xfrm>
            <a:custGeom>
              <a:avLst/>
              <a:gdLst/>
              <a:ahLst/>
              <a:cxnLst/>
              <a:rect l="l" t="t" r="r" b="b"/>
              <a:pathLst>
                <a:path w="589" h="5025" extrusionOk="0">
                  <a:moveTo>
                    <a:pt x="0" y="1"/>
                  </a:moveTo>
                  <a:lnTo>
                    <a:pt x="0" y="5025"/>
                  </a:lnTo>
                  <a:lnTo>
                    <a:pt x="589" y="5025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197;p64">
              <a:extLst>
                <a:ext uri="{FF2B5EF4-FFF2-40B4-BE49-F238E27FC236}">
                  <a16:creationId xmlns:a16="http://schemas.microsoft.com/office/drawing/2014/main" id="{EA7E557E-CE1D-4E45-8DE1-A9DF2851BAE0}"/>
                </a:ext>
              </a:extLst>
            </p:cNvPr>
            <p:cNvSpPr/>
            <p:nvPr/>
          </p:nvSpPr>
          <p:spPr>
            <a:xfrm>
              <a:off x="8070139" y="3529734"/>
              <a:ext cx="11678" cy="182330"/>
            </a:xfrm>
            <a:custGeom>
              <a:avLst/>
              <a:gdLst/>
              <a:ahLst/>
              <a:cxnLst/>
              <a:rect l="l" t="t" r="r" b="b"/>
              <a:pathLst>
                <a:path w="590" h="9212" extrusionOk="0">
                  <a:moveTo>
                    <a:pt x="0" y="0"/>
                  </a:moveTo>
                  <a:lnTo>
                    <a:pt x="0" y="9211"/>
                  </a:lnTo>
                  <a:lnTo>
                    <a:pt x="589" y="921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198;p64">
              <a:extLst>
                <a:ext uri="{FF2B5EF4-FFF2-40B4-BE49-F238E27FC236}">
                  <a16:creationId xmlns:a16="http://schemas.microsoft.com/office/drawing/2014/main" id="{D13432CC-0058-4213-8F1F-C587AEDD33DF}"/>
                </a:ext>
              </a:extLst>
            </p:cNvPr>
            <p:cNvSpPr/>
            <p:nvPr/>
          </p:nvSpPr>
          <p:spPr>
            <a:xfrm>
              <a:off x="8302168" y="3140254"/>
              <a:ext cx="11678" cy="886669"/>
            </a:xfrm>
            <a:custGeom>
              <a:avLst/>
              <a:gdLst/>
              <a:ahLst/>
              <a:cxnLst/>
              <a:rect l="l" t="t" r="r" b="b"/>
              <a:pathLst>
                <a:path w="590" h="44798" extrusionOk="0">
                  <a:moveTo>
                    <a:pt x="0" y="1"/>
                  </a:moveTo>
                  <a:lnTo>
                    <a:pt x="0" y="44798"/>
                  </a:lnTo>
                  <a:lnTo>
                    <a:pt x="589" y="447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199;p64">
              <a:extLst>
                <a:ext uri="{FF2B5EF4-FFF2-40B4-BE49-F238E27FC236}">
                  <a16:creationId xmlns:a16="http://schemas.microsoft.com/office/drawing/2014/main" id="{F40C89C7-3498-4DB6-92FC-D204668D623F}"/>
                </a:ext>
              </a:extLst>
            </p:cNvPr>
            <p:cNvSpPr/>
            <p:nvPr/>
          </p:nvSpPr>
          <p:spPr>
            <a:xfrm>
              <a:off x="5517845" y="3223384"/>
              <a:ext cx="11678" cy="215205"/>
            </a:xfrm>
            <a:custGeom>
              <a:avLst/>
              <a:gdLst/>
              <a:ahLst/>
              <a:cxnLst/>
              <a:rect l="l" t="t" r="r" b="b"/>
              <a:pathLst>
                <a:path w="590" h="10873" extrusionOk="0">
                  <a:moveTo>
                    <a:pt x="1" y="1"/>
                  </a:moveTo>
                  <a:lnTo>
                    <a:pt x="1" y="10873"/>
                  </a:lnTo>
                  <a:lnTo>
                    <a:pt x="590" y="1087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200;p64">
              <a:extLst>
                <a:ext uri="{FF2B5EF4-FFF2-40B4-BE49-F238E27FC236}">
                  <a16:creationId xmlns:a16="http://schemas.microsoft.com/office/drawing/2014/main" id="{7DA5F465-C565-4357-BC73-AEDEF8B6DE92}"/>
                </a:ext>
              </a:extLst>
            </p:cNvPr>
            <p:cNvSpPr/>
            <p:nvPr/>
          </p:nvSpPr>
          <p:spPr>
            <a:xfrm>
              <a:off x="7628091" y="2784858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201;p64">
              <a:extLst>
                <a:ext uri="{FF2B5EF4-FFF2-40B4-BE49-F238E27FC236}">
                  <a16:creationId xmlns:a16="http://schemas.microsoft.com/office/drawing/2014/main" id="{E49E8378-83D1-422D-A68A-3C29298A287F}"/>
                </a:ext>
              </a:extLst>
            </p:cNvPr>
            <p:cNvSpPr/>
            <p:nvPr/>
          </p:nvSpPr>
          <p:spPr>
            <a:xfrm>
              <a:off x="7622293" y="2779040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90"/>
                  </a:moveTo>
                  <a:lnTo>
                    <a:pt x="2797" y="7395"/>
                  </a:lnTo>
                  <a:lnTo>
                    <a:pt x="589" y="7395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202;p64">
              <a:extLst>
                <a:ext uri="{FF2B5EF4-FFF2-40B4-BE49-F238E27FC236}">
                  <a16:creationId xmlns:a16="http://schemas.microsoft.com/office/drawing/2014/main" id="{D9A572E1-C4E1-42D0-B1AC-04E75C81452A}"/>
                </a:ext>
              </a:extLst>
            </p:cNvPr>
            <p:cNvSpPr/>
            <p:nvPr/>
          </p:nvSpPr>
          <p:spPr>
            <a:xfrm>
              <a:off x="6188833" y="1697731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203;p64">
              <a:extLst>
                <a:ext uri="{FF2B5EF4-FFF2-40B4-BE49-F238E27FC236}">
                  <a16:creationId xmlns:a16="http://schemas.microsoft.com/office/drawing/2014/main" id="{4FF8A4BD-BD70-4993-9D43-BC95C9EC134B}"/>
                </a:ext>
              </a:extLst>
            </p:cNvPr>
            <p:cNvSpPr/>
            <p:nvPr/>
          </p:nvSpPr>
          <p:spPr>
            <a:xfrm>
              <a:off x="6183014" y="1691912"/>
              <a:ext cx="1469086" cy="327389"/>
            </a:xfrm>
            <a:custGeom>
              <a:avLst/>
              <a:gdLst/>
              <a:ahLst/>
              <a:cxnLst/>
              <a:rect l="l" t="t" r="r" b="b"/>
              <a:pathLst>
                <a:path w="74224" h="16541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40"/>
                  </a:lnTo>
                  <a:lnTo>
                    <a:pt x="74224" y="16540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204;p64">
              <a:extLst>
                <a:ext uri="{FF2B5EF4-FFF2-40B4-BE49-F238E27FC236}">
                  <a16:creationId xmlns:a16="http://schemas.microsoft.com/office/drawing/2014/main" id="{14195F9C-D249-4E75-A381-AFCC8236151A}"/>
                </a:ext>
              </a:extLst>
            </p:cNvPr>
            <p:cNvSpPr/>
            <p:nvPr/>
          </p:nvSpPr>
          <p:spPr>
            <a:xfrm>
              <a:off x="7628091" y="3648607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205;p64">
              <a:extLst>
                <a:ext uri="{FF2B5EF4-FFF2-40B4-BE49-F238E27FC236}">
                  <a16:creationId xmlns:a16="http://schemas.microsoft.com/office/drawing/2014/main" id="{1FEE43EA-3AFB-406B-BAB5-1EA18B8770D3}"/>
                </a:ext>
              </a:extLst>
            </p:cNvPr>
            <p:cNvSpPr/>
            <p:nvPr/>
          </p:nvSpPr>
          <p:spPr>
            <a:xfrm>
              <a:off x="7622293" y="3642788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88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8"/>
                  </a:lnTo>
                  <a:close/>
                  <a:moveTo>
                    <a:pt x="0" y="0"/>
                  </a:moveTo>
                  <a:lnTo>
                    <a:pt x="0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206;p64">
              <a:extLst>
                <a:ext uri="{FF2B5EF4-FFF2-40B4-BE49-F238E27FC236}">
                  <a16:creationId xmlns:a16="http://schemas.microsoft.com/office/drawing/2014/main" id="{E8C43AF5-F96F-4873-A63F-4FA1C2AB50BD}"/>
                </a:ext>
              </a:extLst>
            </p:cNvPr>
            <p:cNvSpPr/>
            <p:nvPr/>
          </p:nvSpPr>
          <p:spPr>
            <a:xfrm>
              <a:off x="6146793" y="3648607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207;p64">
              <a:extLst>
                <a:ext uri="{FF2B5EF4-FFF2-40B4-BE49-F238E27FC236}">
                  <a16:creationId xmlns:a16="http://schemas.microsoft.com/office/drawing/2014/main" id="{0836D7DD-AF1A-4C83-9C60-4188BF6C626F}"/>
                </a:ext>
              </a:extLst>
            </p:cNvPr>
            <p:cNvSpPr/>
            <p:nvPr/>
          </p:nvSpPr>
          <p:spPr>
            <a:xfrm>
              <a:off x="6140955" y="3642788"/>
              <a:ext cx="67057" cy="158044"/>
            </a:xfrm>
            <a:custGeom>
              <a:avLst/>
              <a:gdLst/>
              <a:ahLst/>
              <a:cxnLst/>
              <a:rect l="l" t="t" r="r" b="b"/>
              <a:pathLst>
                <a:path w="3388" h="7985" extrusionOk="0">
                  <a:moveTo>
                    <a:pt x="2799" y="588"/>
                  </a:moveTo>
                  <a:lnTo>
                    <a:pt x="2799" y="7394"/>
                  </a:lnTo>
                  <a:lnTo>
                    <a:pt x="590" y="7394"/>
                  </a:lnTo>
                  <a:lnTo>
                    <a:pt x="591" y="588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8" y="7984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208;p64">
              <a:extLst>
                <a:ext uri="{FF2B5EF4-FFF2-40B4-BE49-F238E27FC236}">
                  <a16:creationId xmlns:a16="http://schemas.microsoft.com/office/drawing/2014/main" id="{E05531E6-2857-4456-9DF2-B39B033C5038}"/>
                </a:ext>
              </a:extLst>
            </p:cNvPr>
            <p:cNvSpPr/>
            <p:nvPr/>
          </p:nvSpPr>
          <p:spPr>
            <a:xfrm>
              <a:off x="6138718" y="1937736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209;p64">
              <a:extLst>
                <a:ext uri="{FF2B5EF4-FFF2-40B4-BE49-F238E27FC236}">
                  <a16:creationId xmlns:a16="http://schemas.microsoft.com/office/drawing/2014/main" id="{7A65E9EC-BD0B-4EEA-9159-F0C97E737651}"/>
                </a:ext>
              </a:extLst>
            </p:cNvPr>
            <p:cNvSpPr/>
            <p:nvPr/>
          </p:nvSpPr>
          <p:spPr>
            <a:xfrm>
              <a:off x="6132899" y="193191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89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210;p64">
              <a:extLst>
                <a:ext uri="{FF2B5EF4-FFF2-40B4-BE49-F238E27FC236}">
                  <a16:creationId xmlns:a16="http://schemas.microsoft.com/office/drawing/2014/main" id="{D94893CA-0A7B-47A9-A7ED-286F97F7CFFC}"/>
                </a:ext>
              </a:extLst>
            </p:cNvPr>
            <p:cNvSpPr/>
            <p:nvPr/>
          </p:nvSpPr>
          <p:spPr>
            <a:xfrm>
              <a:off x="6138718" y="3222255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211;p64">
              <a:extLst>
                <a:ext uri="{FF2B5EF4-FFF2-40B4-BE49-F238E27FC236}">
                  <a16:creationId xmlns:a16="http://schemas.microsoft.com/office/drawing/2014/main" id="{36218446-10DA-40BA-BD4D-CAAF48204DC2}"/>
                </a:ext>
              </a:extLst>
            </p:cNvPr>
            <p:cNvSpPr/>
            <p:nvPr/>
          </p:nvSpPr>
          <p:spPr>
            <a:xfrm>
              <a:off x="6132899" y="321643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90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212;p64">
              <a:extLst>
                <a:ext uri="{FF2B5EF4-FFF2-40B4-BE49-F238E27FC236}">
                  <a16:creationId xmlns:a16="http://schemas.microsoft.com/office/drawing/2014/main" id="{82A75A2B-B542-4715-8CCF-38D4D55FD095}"/>
                </a:ext>
              </a:extLst>
            </p:cNvPr>
            <p:cNvSpPr/>
            <p:nvPr/>
          </p:nvSpPr>
          <p:spPr>
            <a:xfrm>
              <a:off x="6138718" y="2783969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213;p64">
              <a:extLst>
                <a:ext uri="{FF2B5EF4-FFF2-40B4-BE49-F238E27FC236}">
                  <a16:creationId xmlns:a16="http://schemas.microsoft.com/office/drawing/2014/main" id="{07276893-8730-4DAA-83E0-D5EDC380EDC5}"/>
                </a:ext>
              </a:extLst>
            </p:cNvPr>
            <p:cNvSpPr/>
            <p:nvPr/>
          </p:nvSpPr>
          <p:spPr>
            <a:xfrm>
              <a:off x="6132899" y="2778169"/>
              <a:ext cx="67018" cy="158024"/>
            </a:xfrm>
            <a:custGeom>
              <a:avLst/>
              <a:gdLst/>
              <a:ahLst/>
              <a:cxnLst/>
              <a:rect l="l" t="t" r="r" b="b"/>
              <a:pathLst>
                <a:path w="3386" h="7984" extrusionOk="0">
                  <a:moveTo>
                    <a:pt x="2797" y="589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214;p64">
              <a:extLst>
                <a:ext uri="{FF2B5EF4-FFF2-40B4-BE49-F238E27FC236}">
                  <a16:creationId xmlns:a16="http://schemas.microsoft.com/office/drawing/2014/main" id="{A21C8AB7-1094-4091-BDB9-10983CB519F9}"/>
                </a:ext>
              </a:extLst>
            </p:cNvPr>
            <p:cNvSpPr/>
            <p:nvPr/>
          </p:nvSpPr>
          <p:spPr>
            <a:xfrm>
              <a:off x="7642203" y="1937736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215;p64">
              <a:extLst>
                <a:ext uri="{FF2B5EF4-FFF2-40B4-BE49-F238E27FC236}">
                  <a16:creationId xmlns:a16="http://schemas.microsoft.com/office/drawing/2014/main" id="{C2017D69-BC27-491F-A677-CBFFE06A263E}"/>
                </a:ext>
              </a:extLst>
            </p:cNvPr>
            <p:cNvSpPr/>
            <p:nvPr/>
          </p:nvSpPr>
          <p:spPr>
            <a:xfrm>
              <a:off x="7636384" y="193191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89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216;p64">
              <a:extLst>
                <a:ext uri="{FF2B5EF4-FFF2-40B4-BE49-F238E27FC236}">
                  <a16:creationId xmlns:a16="http://schemas.microsoft.com/office/drawing/2014/main" id="{20D26C91-5AFB-482E-941A-933C96BE1E5B}"/>
                </a:ext>
              </a:extLst>
            </p:cNvPr>
            <p:cNvSpPr/>
            <p:nvPr/>
          </p:nvSpPr>
          <p:spPr>
            <a:xfrm>
              <a:off x="7642203" y="3222255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217;p64">
              <a:extLst>
                <a:ext uri="{FF2B5EF4-FFF2-40B4-BE49-F238E27FC236}">
                  <a16:creationId xmlns:a16="http://schemas.microsoft.com/office/drawing/2014/main" id="{55D309E4-4669-403B-8551-15CE1F80B6BB}"/>
                </a:ext>
              </a:extLst>
            </p:cNvPr>
            <p:cNvSpPr/>
            <p:nvPr/>
          </p:nvSpPr>
          <p:spPr>
            <a:xfrm>
              <a:off x="7636384" y="321643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90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218;p64">
              <a:extLst>
                <a:ext uri="{FF2B5EF4-FFF2-40B4-BE49-F238E27FC236}">
                  <a16:creationId xmlns:a16="http://schemas.microsoft.com/office/drawing/2014/main" id="{D7CF6D05-B064-437E-865D-9A5D3E5A4D7C}"/>
                </a:ext>
              </a:extLst>
            </p:cNvPr>
            <p:cNvSpPr/>
            <p:nvPr/>
          </p:nvSpPr>
          <p:spPr>
            <a:xfrm>
              <a:off x="6138718" y="2360109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219;p64">
              <a:extLst>
                <a:ext uri="{FF2B5EF4-FFF2-40B4-BE49-F238E27FC236}">
                  <a16:creationId xmlns:a16="http://schemas.microsoft.com/office/drawing/2014/main" id="{D44AD1C3-D284-4852-8B10-CD1F8F9A9934}"/>
                </a:ext>
              </a:extLst>
            </p:cNvPr>
            <p:cNvSpPr/>
            <p:nvPr/>
          </p:nvSpPr>
          <p:spPr>
            <a:xfrm>
              <a:off x="6132899" y="2354271"/>
              <a:ext cx="67018" cy="158064"/>
            </a:xfrm>
            <a:custGeom>
              <a:avLst/>
              <a:gdLst/>
              <a:ahLst/>
              <a:cxnLst/>
              <a:rect l="l" t="t" r="r" b="b"/>
              <a:pathLst>
                <a:path w="3386" h="7986" extrusionOk="0">
                  <a:moveTo>
                    <a:pt x="2797" y="589"/>
                  </a:moveTo>
                  <a:lnTo>
                    <a:pt x="2797" y="7397"/>
                  </a:lnTo>
                  <a:lnTo>
                    <a:pt x="589" y="7397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220;p64">
              <a:extLst>
                <a:ext uri="{FF2B5EF4-FFF2-40B4-BE49-F238E27FC236}">
                  <a16:creationId xmlns:a16="http://schemas.microsoft.com/office/drawing/2014/main" id="{A9BC7E0A-2A41-4DD5-B086-3757679772E0}"/>
                </a:ext>
              </a:extLst>
            </p:cNvPr>
            <p:cNvSpPr/>
            <p:nvPr/>
          </p:nvSpPr>
          <p:spPr>
            <a:xfrm>
              <a:off x="7642203" y="2360109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221;p64">
              <a:extLst>
                <a:ext uri="{FF2B5EF4-FFF2-40B4-BE49-F238E27FC236}">
                  <a16:creationId xmlns:a16="http://schemas.microsoft.com/office/drawing/2014/main" id="{F5AD8BA6-43F2-4674-9B7D-F1D3D9A2892C}"/>
                </a:ext>
              </a:extLst>
            </p:cNvPr>
            <p:cNvSpPr/>
            <p:nvPr/>
          </p:nvSpPr>
          <p:spPr>
            <a:xfrm>
              <a:off x="7636384" y="2354271"/>
              <a:ext cx="67038" cy="158064"/>
            </a:xfrm>
            <a:custGeom>
              <a:avLst/>
              <a:gdLst/>
              <a:ahLst/>
              <a:cxnLst/>
              <a:rect l="l" t="t" r="r" b="b"/>
              <a:pathLst>
                <a:path w="3387" h="7986" extrusionOk="0">
                  <a:moveTo>
                    <a:pt x="2798" y="589"/>
                  </a:moveTo>
                  <a:lnTo>
                    <a:pt x="2798" y="7397"/>
                  </a:lnTo>
                  <a:lnTo>
                    <a:pt x="590" y="7397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3222;p64">
              <a:extLst>
                <a:ext uri="{FF2B5EF4-FFF2-40B4-BE49-F238E27FC236}">
                  <a16:creationId xmlns:a16="http://schemas.microsoft.com/office/drawing/2014/main" id="{7C071CD3-21D8-47EA-A372-A4A113A7F631}"/>
                </a:ext>
              </a:extLst>
            </p:cNvPr>
            <p:cNvSpPr/>
            <p:nvPr/>
          </p:nvSpPr>
          <p:spPr>
            <a:xfrm>
              <a:off x="6188833" y="1856765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223;p64">
              <a:extLst>
                <a:ext uri="{FF2B5EF4-FFF2-40B4-BE49-F238E27FC236}">
                  <a16:creationId xmlns:a16="http://schemas.microsoft.com/office/drawing/2014/main" id="{6C2AC4E3-2C85-4E68-88EA-8FB7C9140DC8}"/>
                </a:ext>
              </a:extLst>
            </p:cNvPr>
            <p:cNvSpPr/>
            <p:nvPr/>
          </p:nvSpPr>
          <p:spPr>
            <a:xfrm>
              <a:off x="6183014" y="1850926"/>
              <a:ext cx="1469086" cy="327369"/>
            </a:xfrm>
            <a:custGeom>
              <a:avLst/>
              <a:gdLst/>
              <a:ahLst/>
              <a:cxnLst/>
              <a:rect l="l" t="t" r="r" b="b"/>
              <a:pathLst>
                <a:path w="74224" h="16540" extrusionOk="0">
                  <a:moveTo>
                    <a:pt x="73635" y="589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3224;p64">
              <a:extLst>
                <a:ext uri="{FF2B5EF4-FFF2-40B4-BE49-F238E27FC236}">
                  <a16:creationId xmlns:a16="http://schemas.microsoft.com/office/drawing/2014/main" id="{6E24214D-0AD0-428D-A05D-CABBD49559AB}"/>
                </a:ext>
              </a:extLst>
            </p:cNvPr>
            <p:cNvSpPr/>
            <p:nvPr/>
          </p:nvSpPr>
          <p:spPr>
            <a:xfrm>
              <a:off x="6497202" y="1937300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3225;p64">
              <a:extLst>
                <a:ext uri="{FF2B5EF4-FFF2-40B4-BE49-F238E27FC236}">
                  <a16:creationId xmlns:a16="http://schemas.microsoft.com/office/drawing/2014/main" id="{64220631-AE4E-40C6-AEE6-1DCDE9F12871}"/>
                </a:ext>
              </a:extLst>
            </p:cNvPr>
            <p:cNvSpPr/>
            <p:nvPr/>
          </p:nvSpPr>
          <p:spPr>
            <a:xfrm>
              <a:off x="6491383" y="1931461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226;p64">
              <a:extLst>
                <a:ext uri="{FF2B5EF4-FFF2-40B4-BE49-F238E27FC236}">
                  <a16:creationId xmlns:a16="http://schemas.microsoft.com/office/drawing/2014/main" id="{B7FA5718-8FEE-4F91-871C-8C161DDF36F0}"/>
                </a:ext>
              </a:extLst>
            </p:cNvPr>
            <p:cNvSpPr/>
            <p:nvPr/>
          </p:nvSpPr>
          <p:spPr>
            <a:xfrm>
              <a:off x="6369599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227;p64">
              <a:extLst>
                <a:ext uri="{FF2B5EF4-FFF2-40B4-BE49-F238E27FC236}">
                  <a16:creationId xmlns:a16="http://schemas.microsoft.com/office/drawing/2014/main" id="{2F1327D5-3183-4A0F-8EBF-FCCC79B98DB5}"/>
                </a:ext>
              </a:extLst>
            </p:cNvPr>
            <p:cNvSpPr/>
            <p:nvPr/>
          </p:nvSpPr>
          <p:spPr>
            <a:xfrm>
              <a:off x="6363760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228;p64">
              <a:extLst>
                <a:ext uri="{FF2B5EF4-FFF2-40B4-BE49-F238E27FC236}">
                  <a16:creationId xmlns:a16="http://schemas.microsoft.com/office/drawing/2014/main" id="{DABFDBBC-21D1-46D3-B259-ECEB44E6729B}"/>
                </a:ext>
              </a:extLst>
            </p:cNvPr>
            <p:cNvSpPr/>
            <p:nvPr/>
          </p:nvSpPr>
          <p:spPr>
            <a:xfrm>
              <a:off x="6258938" y="1937300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229;p64">
              <a:extLst>
                <a:ext uri="{FF2B5EF4-FFF2-40B4-BE49-F238E27FC236}">
                  <a16:creationId xmlns:a16="http://schemas.microsoft.com/office/drawing/2014/main" id="{39FA1D5A-CC7C-49B2-82F8-384D1C70A87E}"/>
                </a:ext>
              </a:extLst>
            </p:cNvPr>
            <p:cNvSpPr/>
            <p:nvPr/>
          </p:nvSpPr>
          <p:spPr>
            <a:xfrm>
              <a:off x="6253099" y="1931461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3230;p64">
              <a:extLst>
                <a:ext uri="{FF2B5EF4-FFF2-40B4-BE49-F238E27FC236}">
                  <a16:creationId xmlns:a16="http://schemas.microsoft.com/office/drawing/2014/main" id="{05C8FC9F-E3FA-4C30-B6FB-86BA2E04B45C}"/>
                </a:ext>
              </a:extLst>
            </p:cNvPr>
            <p:cNvSpPr/>
            <p:nvPr/>
          </p:nvSpPr>
          <p:spPr>
            <a:xfrm>
              <a:off x="6624825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3231;p64">
              <a:extLst>
                <a:ext uri="{FF2B5EF4-FFF2-40B4-BE49-F238E27FC236}">
                  <a16:creationId xmlns:a16="http://schemas.microsoft.com/office/drawing/2014/main" id="{CDFD3B35-009B-4647-B81D-6A7014AA9E89}"/>
                </a:ext>
              </a:extLst>
            </p:cNvPr>
            <p:cNvSpPr/>
            <p:nvPr/>
          </p:nvSpPr>
          <p:spPr>
            <a:xfrm>
              <a:off x="6618986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3232;p64">
              <a:extLst>
                <a:ext uri="{FF2B5EF4-FFF2-40B4-BE49-F238E27FC236}">
                  <a16:creationId xmlns:a16="http://schemas.microsoft.com/office/drawing/2014/main" id="{3B9D82B5-B3DD-468F-B4EE-88E1CA6394C2}"/>
                </a:ext>
              </a:extLst>
            </p:cNvPr>
            <p:cNvSpPr/>
            <p:nvPr/>
          </p:nvSpPr>
          <p:spPr>
            <a:xfrm>
              <a:off x="6752407" y="1937300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3233;p64">
              <a:extLst>
                <a:ext uri="{FF2B5EF4-FFF2-40B4-BE49-F238E27FC236}">
                  <a16:creationId xmlns:a16="http://schemas.microsoft.com/office/drawing/2014/main" id="{82C2BED4-2CE1-4063-A059-C8959A4DAA10}"/>
                </a:ext>
              </a:extLst>
            </p:cNvPr>
            <p:cNvSpPr/>
            <p:nvPr/>
          </p:nvSpPr>
          <p:spPr>
            <a:xfrm>
              <a:off x="6746588" y="1931461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3234;p64">
              <a:extLst>
                <a:ext uri="{FF2B5EF4-FFF2-40B4-BE49-F238E27FC236}">
                  <a16:creationId xmlns:a16="http://schemas.microsoft.com/office/drawing/2014/main" id="{8C003E5F-746F-42F8-89BD-1B0E53CE2BB7}"/>
                </a:ext>
              </a:extLst>
            </p:cNvPr>
            <p:cNvSpPr/>
            <p:nvPr/>
          </p:nvSpPr>
          <p:spPr>
            <a:xfrm>
              <a:off x="7360475" y="1968929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8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8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3235;p64">
              <a:extLst>
                <a:ext uri="{FF2B5EF4-FFF2-40B4-BE49-F238E27FC236}">
                  <a16:creationId xmlns:a16="http://schemas.microsoft.com/office/drawing/2014/main" id="{DFE5ABD5-5E50-4FD6-9A75-0E382622E70C}"/>
                </a:ext>
              </a:extLst>
            </p:cNvPr>
            <p:cNvSpPr/>
            <p:nvPr/>
          </p:nvSpPr>
          <p:spPr>
            <a:xfrm>
              <a:off x="7354656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cubicBezTo>
                    <a:pt x="3187" y="590"/>
                    <a:pt x="3936" y="1339"/>
                    <a:pt x="3936" y="2263"/>
                  </a:cubicBezTo>
                  <a:cubicBezTo>
                    <a:pt x="3936" y="2940"/>
                    <a:pt x="3529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7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3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3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3236;p64">
              <a:extLst>
                <a:ext uri="{FF2B5EF4-FFF2-40B4-BE49-F238E27FC236}">
                  <a16:creationId xmlns:a16="http://schemas.microsoft.com/office/drawing/2014/main" id="{61D8E26C-33FF-4AC6-B9E3-1174F40BC364}"/>
                </a:ext>
              </a:extLst>
            </p:cNvPr>
            <p:cNvSpPr/>
            <p:nvPr/>
          </p:nvSpPr>
          <p:spPr>
            <a:xfrm>
              <a:off x="7509989" y="1968909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0"/>
                  </a:moveTo>
                  <a:cubicBezTo>
                    <a:pt x="1612" y="0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3237;p64">
              <a:extLst>
                <a:ext uri="{FF2B5EF4-FFF2-40B4-BE49-F238E27FC236}">
                  <a16:creationId xmlns:a16="http://schemas.microsoft.com/office/drawing/2014/main" id="{041080D6-32DF-470B-89BB-A9D827DC2F6F}"/>
                </a:ext>
              </a:extLst>
            </p:cNvPr>
            <p:cNvSpPr/>
            <p:nvPr/>
          </p:nvSpPr>
          <p:spPr>
            <a:xfrm>
              <a:off x="7507237" y="1963090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cubicBezTo>
                    <a:pt x="3187" y="590"/>
                    <a:pt x="3935" y="1339"/>
                    <a:pt x="3936" y="2262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7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0" y="1016"/>
                    <a:pt x="0" y="2263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3238;p64">
              <a:extLst>
                <a:ext uri="{FF2B5EF4-FFF2-40B4-BE49-F238E27FC236}">
                  <a16:creationId xmlns:a16="http://schemas.microsoft.com/office/drawing/2014/main" id="{3BE40092-F18D-44C8-97FA-A3145B657E00}"/>
                </a:ext>
              </a:extLst>
            </p:cNvPr>
            <p:cNvSpPr/>
            <p:nvPr/>
          </p:nvSpPr>
          <p:spPr>
            <a:xfrm>
              <a:off x="7133257" y="1968929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8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8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3239;p64">
              <a:extLst>
                <a:ext uri="{FF2B5EF4-FFF2-40B4-BE49-F238E27FC236}">
                  <a16:creationId xmlns:a16="http://schemas.microsoft.com/office/drawing/2014/main" id="{9CCDCAB1-DD00-4D75-90E1-2C32D595DA25}"/>
                </a:ext>
              </a:extLst>
            </p:cNvPr>
            <p:cNvSpPr/>
            <p:nvPr/>
          </p:nvSpPr>
          <p:spPr>
            <a:xfrm>
              <a:off x="7127438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2" y="589"/>
                  </a:moveTo>
                  <a:cubicBezTo>
                    <a:pt x="3186" y="590"/>
                    <a:pt x="3935" y="1339"/>
                    <a:pt x="3936" y="2263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1" y="2967"/>
                    <a:pt x="457" y="2248"/>
                    <a:pt x="716" y="1623"/>
                  </a:cubicBezTo>
                  <a:cubicBezTo>
                    <a:pt x="975" y="997"/>
                    <a:pt x="1585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1" y="1016"/>
                    <a:pt x="1" y="2263"/>
                  </a:cubicBezTo>
                  <a:cubicBezTo>
                    <a:pt x="1" y="3510"/>
                    <a:pt x="1015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3240;p64">
              <a:extLst>
                <a:ext uri="{FF2B5EF4-FFF2-40B4-BE49-F238E27FC236}">
                  <a16:creationId xmlns:a16="http://schemas.microsoft.com/office/drawing/2014/main" id="{2413EAE5-D659-42B6-A4E8-CC27BF09E701}"/>
                </a:ext>
              </a:extLst>
            </p:cNvPr>
            <p:cNvSpPr/>
            <p:nvPr/>
          </p:nvSpPr>
          <p:spPr>
            <a:xfrm>
              <a:off x="6244154" y="2172436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3241;p64">
              <a:extLst>
                <a:ext uri="{FF2B5EF4-FFF2-40B4-BE49-F238E27FC236}">
                  <a16:creationId xmlns:a16="http://schemas.microsoft.com/office/drawing/2014/main" id="{A99CC0EF-2081-4F54-A8D6-833FE49B112B}"/>
                </a:ext>
              </a:extLst>
            </p:cNvPr>
            <p:cNvSpPr/>
            <p:nvPr/>
          </p:nvSpPr>
          <p:spPr>
            <a:xfrm>
              <a:off x="6238315" y="2166617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3242;p64">
              <a:extLst>
                <a:ext uri="{FF2B5EF4-FFF2-40B4-BE49-F238E27FC236}">
                  <a16:creationId xmlns:a16="http://schemas.microsoft.com/office/drawing/2014/main" id="{512E6349-A1EE-4E40-999C-62A8C1DCAFFE}"/>
                </a:ext>
              </a:extLst>
            </p:cNvPr>
            <p:cNvSpPr/>
            <p:nvPr/>
          </p:nvSpPr>
          <p:spPr>
            <a:xfrm>
              <a:off x="6188833" y="2280544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3243;p64">
              <a:extLst>
                <a:ext uri="{FF2B5EF4-FFF2-40B4-BE49-F238E27FC236}">
                  <a16:creationId xmlns:a16="http://schemas.microsoft.com/office/drawing/2014/main" id="{9C6028CC-A1E6-4D99-B574-CE7DF32D13A6}"/>
                </a:ext>
              </a:extLst>
            </p:cNvPr>
            <p:cNvSpPr/>
            <p:nvPr/>
          </p:nvSpPr>
          <p:spPr>
            <a:xfrm>
              <a:off x="6183014" y="2274725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3244;p64">
              <a:extLst>
                <a:ext uri="{FF2B5EF4-FFF2-40B4-BE49-F238E27FC236}">
                  <a16:creationId xmlns:a16="http://schemas.microsoft.com/office/drawing/2014/main" id="{82BAD4F3-36C1-4668-A5C9-C30C4AC20527}"/>
                </a:ext>
              </a:extLst>
            </p:cNvPr>
            <p:cNvSpPr/>
            <p:nvPr/>
          </p:nvSpPr>
          <p:spPr>
            <a:xfrm>
              <a:off x="6369599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3245;p64">
              <a:extLst>
                <a:ext uri="{FF2B5EF4-FFF2-40B4-BE49-F238E27FC236}">
                  <a16:creationId xmlns:a16="http://schemas.microsoft.com/office/drawing/2014/main" id="{4F1EF0E2-F5DC-49AF-93DC-F0ED87096C02}"/>
                </a:ext>
              </a:extLst>
            </p:cNvPr>
            <p:cNvSpPr/>
            <p:nvPr/>
          </p:nvSpPr>
          <p:spPr>
            <a:xfrm>
              <a:off x="6363760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3246;p64">
              <a:extLst>
                <a:ext uri="{FF2B5EF4-FFF2-40B4-BE49-F238E27FC236}">
                  <a16:creationId xmlns:a16="http://schemas.microsoft.com/office/drawing/2014/main" id="{271D844B-538A-4ACA-A5B5-D2D121224ADE}"/>
                </a:ext>
              </a:extLst>
            </p:cNvPr>
            <p:cNvSpPr/>
            <p:nvPr/>
          </p:nvSpPr>
          <p:spPr>
            <a:xfrm>
              <a:off x="6624825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3247;p64">
              <a:extLst>
                <a:ext uri="{FF2B5EF4-FFF2-40B4-BE49-F238E27FC236}">
                  <a16:creationId xmlns:a16="http://schemas.microsoft.com/office/drawing/2014/main" id="{F0AB6C33-4328-4740-9DC7-3A28A23C3712}"/>
                </a:ext>
              </a:extLst>
            </p:cNvPr>
            <p:cNvSpPr/>
            <p:nvPr/>
          </p:nvSpPr>
          <p:spPr>
            <a:xfrm>
              <a:off x="6618986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3248;p64">
              <a:extLst>
                <a:ext uri="{FF2B5EF4-FFF2-40B4-BE49-F238E27FC236}">
                  <a16:creationId xmlns:a16="http://schemas.microsoft.com/office/drawing/2014/main" id="{AD105A52-424B-4B05-9D19-CA5DFB30DBD8}"/>
                </a:ext>
              </a:extLst>
            </p:cNvPr>
            <p:cNvSpPr/>
            <p:nvPr/>
          </p:nvSpPr>
          <p:spPr>
            <a:xfrm>
              <a:off x="6497202" y="2361079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3249;p64">
              <a:extLst>
                <a:ext uri="{FF2B5EF4-FFF2-40B4-BE49-F238E27FC236}">
                  <a16:creationId xmlns:a16="http://schemas.microsoft.com/office/drawing/2014/main" id="{B2737F92-FC77-4528-8055-721CBE4CFDEA}"/>
                </a:ext>
              </a:extLst>
            </p:cNvPr>
            <p:cNvSpPr/>
            <p:nvPr/>
          </p:nvSpPr>
          <p:spPr>
            <a:xfrm>
              <a:off x="6491383" y="2355240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250;p64">
              <a:extLst>
                <a:ext uri="{FF2B5EF4-FFF2-40B4-BE49-F238E27FC236}">
                  <a16:creationId xmlns:a16="http://schemas.microsoft.com/office/drawing/2014/main" id="{52B9F7C6-D03F-454D-9860-E64C3C3C05CC}"/>
                </a:ext>
              </a:extLst>
            </p:cNvPr>
            <p:cNvSpPr/>
            <p:nvPr/>
          </p:nvSpPr>
          <p:spPr>
            <a:xfrm>
              <a:off x="6258938" y="2361079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3251;p64">
              <a:extLst>
                <a:ext uri="{FF2B5EF4-FFF2-40B4-BE49-F238E27FC236}">
                  <a16:creationId xmlns:a16="http://schemas.microsoft.com/office/drawing/2014/main" id="{7403884D-F3A3-44FB-ABA5-C732C0607A45}"/>
                </a:ext>
              </a:extLst>
            </p:cNvPr>
            <p:cNvSpPr/>
            <p:nvPr/>
          </p:nvSpPr>
          <p:spPr>
            <a:xfrm>
              <a:off x="6253099" y="2355240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3252;p64">
              <a:extLst>
                <a:ext uri="{FF2B5EF4-FFF2-40B4-BE49-F238E27FC236}">
                  <a16:creationId xmlns:a16="http://schemas.microsoft.com/office/drawing/2014/main" id="{FF52E28B-CD48-4757-B062-8E8E1FD8C3D2}"/>
                </a:ext>
              </a:extLst>
            </p:cNvPr>
            <p:cNvSpPr/>
            <p:nvPr/>
          </p:nvSpPr>
          <p:spPr>
            <a:xfrm>
              <a:off x="6752407" y="2361079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3253;p64">
              <a:extLst>
                <a:ext uri="{FF2B5EF4-FFF2-40B4-BE49-F238E27FC236}">
                  <a16:creationId xmlns:a16="http://schemas.microsoft.com/office/drawing/2014/main" id="{298D3605-A725-412A-8EC1-7516A99AAA50}"/>
                </a:ext>
              </a:extLst>
            </p:cNvPr>
            <p:cNvSpPr/>
            <p:nvPr/>
          </p:nvSpPr>
          <p:spPr>
            <a:xfrm>
              <a:off x="6746588" y="2355240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3254;p64">
              <a:extLst>
                <a:ext uri="{FF2B5EF4-FFF2-40B4-BE49-F238E27FC236}">
                  <a16:creationId xmlns:a16="http://schemas.microsoft.com/office/drawing/2014/main" id="{B99D751E-C14B-4B07-BAF4-5482312050DB}"/>
                </a:ext>
              </a:extLst>
            </p:cNvPr>
            <p:cNvSpPr/>
            <p:nvPr/>
          </p:nvSpPr>
          <p:spPr>
            <a:xfrm>
              <a:off x="7360475" y="2392708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9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9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3255;p64">
              <a:extLst>
                <a:ext uri="{FF2B5EF4-FFF2-40B4-BE49-F238E27FC236}">
                  <a16:creationId xmlns:a16="http://schemas.microsoft.com/office/drawing/2014/main" id="{02893C7F-079A-41E8-A6FB-FAB91C6913B6}"/>
                </a:ext>
              </a:extLst>
            </p:cNvPr>
            <p:cNvSpPr/>
            <p:nvPr/>
          </p:nvSpPr>
          <p:spPr>
            <a:xfrm>
              <a:off x="7354656" y="2386869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7" y="2264"/>
                  </a:cubicBezTo>
                  <a:cubicBezTo>
                    <a:pt x="3936" y="2940"/>
                    <a:pt x="3529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8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3256;p64">
              <a:extLst>
                <a:ext uri="{FF2B5EF4-FFF2-40B4-BE49-F238E27FC236}">
                  <a16:creationId xmlns:a16="http://schemas.microsoft.com/office/drawing/2014/main" id="{C80EC27A-5078-4255-AA52-C0DF5ACEF5B5}"/>
                </a:ext>
              </a:extLst>
            </p:cNvPr>
            <p:cNvSpPr/>
            <p:nvPr/>
          </p:nvSpPr>
          <p:spPr>
            <a:xfrm>
              <a:off x="7509989" y="2392688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1"/>
                  </a:moveTo>
                  <a:cubicBezTo>
                    <a:pt x="1612" y="1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3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70"/>
                  </a:cubicBezTo>
                  <a:cubicBezTo>
                    <a:pt x="4092" y="1174"/>
                    <a:pt x="3611" y="455"/>
                    <a:pt x="2877" y="150"/>
                  </a:cubicBezTo>
                  <a:cubicBezTo>
                    <a:pt x="2633" y="50"/>
                    <a:pt x="2378" y="1"/>
                    <a:pt x="2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3257;p64">
              <a:extLst>
                <a:ext uri="{FF2B5EF4-FFF2-40B4-BE49-F238E27FC236}">
                  <a16:creationId xmlns:a16="http://schemas.microsoft.com/office/drawing/2014/main" id="{33ED462E-7353-4840-8137-25D63D799C13}"/>
                </a:ext>
              </a:extLst>
            </p:cNvPr>
            <p:cNvSpPr/>
            <p:nvPr/>
          </p:nvSpPr>
          <p:spPr>
            <a:xfrm>
              <a:off x="7507237" y="2386869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lnTo>
                    <a:pt x="2262" y="590"/>
                  </a:lnTo>
                  <a:cubicBezTo>
                    <a:pt x="3186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6" y="0"/>
                    <a:pt x="0" y="1016"/>
                    <a:pt x="0" y="2264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4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3258;p64">
              <a:extLst>
                <a:ext uri="{FF2B5EF4-FFF2-40B4-BE49-F238E27FC236}">
                  <a16:creationId xmlns:a16="http://schemas.microsoft.com/office/drawing/2014/main" id="{2DF90046-A265-4AA1-AD24-A277D23D8964}"/>
                </a:ext>
              </a:extLst>
            </p:cNvPr>
            <p:cNvSpPr/>
            <p:nvPr/>
          </p:nvSpPr>
          <p:spPr>
            <a:xfrm>
              <a:off x="7133257" y="2392708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9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9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3259;p64">
              <a:extLst>
                <a:ext uri="{FF2B5EF4-FFF2-40B4-BE49-F238E27FC236}">
                  <a16:creationId xmlns:a16="http://schemas.microsoft.com/office/drawing/2014/main" id="{1894069B-B810-48E4-9FDA-F19570C076C5}"/>
                </a:ext>
              </a:extLst>
            </p:cNvPr>
            <p:cNvSpPr/>
            <p:nvPr/>
          </p:nvSpPr>
          <p:spPr>
            <a:xfrm>
              <a:off x="7127418" y="2386869"/>
              <a:ext cx="89602" cy="89581"/>
            </a:xfrm>
            <a:custGeom>
              <a:avLst/>
              <a:gdLst/>
              <a:ahLst/>
              <a:cxnLst/>
              <a:rect l="l" t="t" r="r" b="b"/>
              <a:pathLst>
                <a:path w="4527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7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1" y="2968"/>
                    <a:pt x="458" y="2248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3260;p64">
              <a:extLst>
                <a:ext uri="{FF2B5EF4-FFF2-40B4-BE49-F238E27FC236}">
                  <a16:creationId xmlns:a16="http://schemas.microsoft.com/office/drawing/2014/main" id="{2A436859-2138-48F0-81D2-39FA83C0F92E}"/>
                </a:ext>
              </a:extLst>
            </p:cNvPr>
            <p:cNvSpPr/>
            <p:nvPr/>
          </p:nvSpPr>
          <p:spPr>
            <a:xfrm>
              <a:off x="6244154" y="259621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3261;p64">
              <a:extLst>
                <a:ext uri="{FF2B5EF4-FFF2-40B4-BE49-F238E27FC236}">
                  <a16:creationId xmlns:a16="http://schemas.microsoft.com/office/drawing/2014/main" id="{924F0559-2117-44D2-8BE9-BA1ABD97E002}"/>
                </a:ext>
              </a:extLst>
            </p:cNvPr>
            <p:cNvSpPr/>
            <p:nvPr/>
          </p:nvSpPr>
          <p:spPr>
            <a:xfrm>
              <a:off x="6238315" y="259039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2"/>
                  </a:lnTo>
                  <a:lnTo>
                    <a:pt x="590" y="546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3262;p64">
              <a:extLst>
                <a:ext uri="{FF2B5EF4-FFF2-40B4-BE49-F238E27FC236}">
                  <a16:creationId xmlns:a16="http://schemas.microsoft.com/office/drawing/2014/main" id="{3B412059-EBE4-4FBB-BD9E-3C017241CFEC}"/>
                </a:ext>
              </a:extLst>
            </p:cNvPr>
            <p:cNvSpPr/>
            <p:nvPr/>
          </p:nvSpPr>
          <p:spPr>
            <a:xfrm>
              <a:off x="6188833" y="2704323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3263;p64">
              <a:extLst>
                <a:ext uri="{FF2B5EF4-FFF2-40B4-BE49-F238E27FC236}">
                  <a16:creationId xmlns:a16="http://schemas.microsoft.com/office/drawing/2014/main" id="{4EAA6894-1747-4FCE-8CB6-57F3D9248BEA}"/>
                </a:ext>
              </a:extLst>
            </p:cNvPr>
            <p:cNvSpPr/>
            <p:nvPr/>
          </p:nvSpPr>
          <p:spPr>
            <a:xfrm>
              <a:off x="6183014" y="2698504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3264;p64">
              <a:extLst>
                <a:ext uri="{FF2B5EF4-FFF2-40B4-BE49-F238E27FC236}">
                  <a16:creationId xmlns:a16="http://schemas.microsoft.com/office/drawing/2014/main" id="{DBF7B828-7D5D-4B99-9778-B27E58E0EA25}"/>
                </a:ext>
              </a:extLst>
            </p:cNvPr>
            <p:cNvSpPr/>
            <p:nvPr/>
          </p:nvSpPr>
          <p:spPr>
            <a:xfrm>
              <a:off x="6497202" y="2784858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6" y="7813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3265;p64">
              <a:extLst>
                <a:ext uri="{FF2B5EF4-FFF2-40B4-BE49-F238E27FC236}">
                  <a16:creationId xmlns:a16="http://schemas.microsoft.com/office/drawing/2014/main" id="{5A01F036-8E18-4AF9-BCF5-F0D62EEE74E4}"/>
                </a:ext>
              </a:extLst>
            </p:cNvPr>
            <p:cNvSpPr/>
            <p:nvPr/>
          </p:nvSpPr>
          <p:spPr>
            <a:xfrm>
              <a:off x="6491383" y="2779040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90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3266;p64">
              <a:extLst>
                <a:ext uri="{FF2B5EF4-FFF2-40B4-BE49-F238E27FC236}">
                  <a16:creationId xmlns:a16="http://schemas.microsoft.com/office/drawing/2014/main" id="{187A58D2-17F6-4E90-B248-A556EDE97CB5}"/>
                </a:ext>
              </a:extLst>
            </p:cNvPr>
            <p:cNvSpPr/>
            <p:nvPr/>
          </p:nvSpPr>
          <p:spPr>
            <a:xfrm>
              <a:off x="6624825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4" y="7813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3267;p64">
              <a:extLst>
                <a:ext uri="{FF2B5EF4-FFF2-40B4-BE49-F238E27FC236}">
                  <a16:creationId xmlns:a16="http://schemas.microsoft.com/office/drawing/2014/main" id="{33F0F787-0364-45D9-9A4D-68B15A861788}"/>
                </a:ext>
              </a:extLst>
            </p:cNvPr>
            <p:cNvSpPr/>
            <p:nvPr/>
          </p:nvSpPr>
          <p:spPr>
            <a:xfrm>
              <a:off x="6618986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90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3268;p64">
              <a:extLst>
                <a:ext uri="{FF2B5EF4-FFF2-40B4-BE49-F238E27FC236}">
                  <a16:creationId xmlns:a16="http://schemas.microsoft.com/office/drawing/2014/main" id="{E0EF9F51-3FAF-488C-96C6-59E64F373374}"/>
                </a:ext>
              </a:extLst>
            </p:cNvPr>
            <p:cNvSpPr/>
            <p:nvPr/>
          </p:nvSpPr>
          <p:spPr>
            <a:xfrm>
              <a:off x="6369599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4205" y="7813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3269;p64">
              <a:extLst>
                <a:ext uri="{FF2B5EF4-FFF2-40B4-BE49-F238E27FC236}">
                  <a16:creationId xmlns:a16="http://schemas.microsoft.com/office/drawing/2014/main" id="{C20B8169-94B4-4545-939F-8D61F30A7954}"/>
                </a:ext>
              </a:extLst>
            </p:cNvPr>
            <p:cNvSpPr/>
            <p:nvPr/>
          </p:nvSpPr>
          <p:spPr>
            <a:xfrm>
              <a:off x="6363760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90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3270;p64">
              <a:extLst>
                <a:ext uri="{FF2B5EF4-FFF2-40B4-BE49-F238E27FC236}">
                  <a16:creationId xmlns:a16="http://schemas.microsoft.com/office/drawing/2014/main" id="{EF43D36E-9B92-4C51-9DCF-B289F54910A9}"/>
                </a:ext>
              </a:extLst>
            </p:cNvPr>
            <p:cNvSpPr/>
            <p:nvPr/>
          </p:nvSpPr>
          <p:spPr>
            <a:xfrm>
              <a:off x="6752407" y="2784858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25817" y="7813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3271;p64">
              <a:extLst>
                <a:ext uri="{FF2B5EF4-FFF2-40B4-BE49-F238E27FC236}">
                  <a16:creationId xmlns:a16="http://schemas.microsoft.com/office/drawing/2014/main" id="{0CF1E3F4-D80C-4821-BE6A-5A8A2D511F80}"/>
                </a:ext>
              </a:extLst>
            </p:cNvPr>
            <p:cNvSpPr/>
            <p:nvPr/>
          </p:nvSpPr>
          <p:spPr>
            <a:xfrm>
              <a:off x="6746588" y="2779040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90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3272;p64">
              <a:extLst>
                <a:ext uri="{FF2B5EF4-FFF2-40B4-BE49-F238E27FC236}">
                  <a16:creationId xmlns:a16="http://schemas.microsoft.com/office/drawing/2014/main" id="{E02F3893-926C-474F-973E-6F9B94E50B65}"/>
                </a:ext>
              </a:extLst>
            </p:cNvPr>
            <p:cNvSpPr/>
            <p:nvPr/>
          </p:nvSpPr>
          <p:spPr>
            <a:xfrm>
              <a:off x="6258938" y="2784858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3349" y="7813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3273;p64">
              <a:extLst>
                <a:ext uri="{FF2B5EF4-FFF2-40B4-BE49-F238E27FC236}">
                  <a16:creationId xmlns:a16="http://schemas.microsoft.com/office/drawing/2014/main" id="{1AB2912C-7FBB-4ED1-8E67-75960554FE64}"/>
                </a:ext>
              </a:extLst>
            </p:cNvPr>
            <p:cNvSpPr/>
            <p:nvPr/>
          </p:nvSpPr>
          <p:spPr>
            <a:xfrm>
              <a:off x="6253099" y="2779040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90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3274;p64">
              <a:extLst>
                <a:ext uri="{FF2B5EF4-FFF2-40B4-BE49-F238E27FC236}">
                  <a16:creationId xmlns:a16="http://schemas.microsoft.com/office/drawing/2014/main" id="{B88064D8-95D9-4DBF-8EBC-8157235D7DE3}"/>
                </a:ext>
              </a:extLst>
            </p:cNvPr>
            <p:cNvSpPr/>
            <p:nvPr/>
          </p:nvSpPr>
          <p:spPr>
            <a:xfrm>
              <a:off x="7360475" y="281648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1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1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3275;p64">
              <a:extLst>
                <a:ext uri="{FF2B5EF4-FFF2-40B4-BE49-F238E27FC236}">
                  <a16:creationId xmlns:a16="http://schemas.microsoft.com/office/drawing/2014/main" id="{3DBCC6B7-6527-48A6-87BA-54A652BEFDE3}"/>
                </a:ext>
              </a:extLst>
            </p:cNvPr>
            <p:cNvSpPr/>
            <p:nvPr/>
          </p:nvSpPr>
          <p:spPr>
            <a:xfrm>
              <a:off x="7354656" y="2810668"/>
              <a:ext cx="89582" cy="89561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7" y="2263"/>
                  </a:cubicBezTo>
                  <a:cubicBezTo>
                    <a:pt x="3936" y="2939"/>
                    <a:pt x="3529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1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3276;p64">
              <a:extLst>
                <a:ext uri="{FF2B5EF4-FFF2-40B4-BE49-F238E27FC236}">
                  <a16:creationId xmlns:a16="http://schemas.microsoft.com/office/drawing/2014/main" id="{5A7A9EA3-FDA6-43E7-8BA7-3303645AE4B1}"/>
                </a:ext>
              </a:extLst>
            </p:cNvPr>
            <p:cNvSpPr/>
            <p:nvPr/>
          </p:nvSpPr>
          <p:spPr>
            <a:xfrm>
              <a:off x="7509989" y="281648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4" y="0"/>
                  </a:moveTo>
                  <a:cubicBezTo>
                    <a:pt x="1612" y="0"/>
                    <a:pt x="1108" y="200"/>
                    <a:pt x="732" y="577"/>
                  </a:cubicBezTo>
                  <a:cubicBezTo>
                    <a:pt x="168" y="1140"/>
                    <a:pt x="1" y="1986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6"/>
                    <a:pt x="4092" y="3056"/>
                    <a:pt x="4092" y="1969"/>
                  </a:cubicBezTo>
                  <a:cubicBezTo>
                    <a:pt x="4092" y="1173"/>
                    <a:pt x="3611" y="454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3277;p64">
              <a:extLst>
                <a:ext uri="{FF2B5EF4-FFF2-40B4-BE49-F238E27FC236}">
                  <a16:creationId xmlns:a16="http://schemas.microsoft.com/office/drawing/2014/main" id="{B5DBF87D-4B85-4CC2-B5C2-5C613E7CB895}"/>
                </a:ext>
              </a:extLst>
            </p:cNvPr>
            <p:cNvSpPr/>
            <p:nvPr/>
          </p:nvSpPr>
          <p:spPr>
            <a:xfrm>
              <a:off x="7507237" y="2810668"/>
              <a:ext cx="89561" cy="89561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589"/>
                  </a:moveTo>
                  <a:cubicBezTo>
                    <a:pt x="3187" y="589"/>
                    <a:pt x="3935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8" y="3936"/>
                    <a:pt x="1399" y="3766"/>
                    <a:pt x="1079" y="3446"/>
                  </a:cubicBezTo>
                  <a:cubicBezTo>
                    <a:pt x="601" y="2967"/>
                    <a:pt x="458" y="2247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5"/>
                    <a:pt x="2262" y="4525"/>
                  </a:cubicBezTo>
                  <a:cubicBezTo>
                    <a:pt x="3510" y="4525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3278;p64">
              <a:extLst>
                <a:ext uri="{FF2B5EF4-FFF2-40B4-BE49-F238E27FC236}">
                  <a16:creationId xmlns:a16="http://schemas.microsoft.com/office/drawing/2014/main" id="{C6DD1367-40DC-4EE8-A138-0C73A83E9065}"/>
                </a:ext>
              </a:extLst>
            </p:cNvPr>
            <p:cNvSpPr/>
            <p:nvPr/>
          </p:nvSpPr>
          <p:spPr>
            <a:xfrm>
              <a:off x="7133257" y="281648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1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1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3279;p64">
              <a:extLst>
                <a:ext uri="{FF2B5EF4-FFF2-40B4-BE49-F238E27FC236}">
                  <a16:creationId xmlns:a16="http://schemas.microsoft.com/office/drawing/2014/main" id="{61B37701-3817-422E-839F-65F263382EB8}"/>
                </a:ext>
              </a:extLst>
            </p:cNvPr>
            <p:cNvSpPr/>
            <p:nvPr/>
          </p:nvSpPr>
          <p:spPr>
            <a:xfrm>
              <a:off x="7127418" y="2810668"/>
              <a:ext cx="89602" cy="89561"/>
            </a:xfrm>
            <a:custGeom>
              <a:avLst/>
              <a:gdLst/>
              <a:ahLst/>
              <a:cxnLst/>
              <a:rect l="l" t="t" r="r" b="b"/>
              <a:pathLst>
                <a:path w="4527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7" y="3895"/>
                    <a:pt x="2480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2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3280;p64">
              <a:extLst>
                <a:ext uri="{FF2B5EF4-FFF2-40B4-BE49-F238E27FC236}">
                  <a16:creationId xmlns:a16="http://schemas.microsoft.com/office/drawing/2014/main" id="{86F96CAA-AAC9-4DC8-A946-F85C37712923}"/>
                </a:ext>
              </a:extLst>
            </p:cNvPr>
            <p:cNvSpPr/>
            <p:nvPr/>
          </p:nvSpPr>
          <p:spPr>
            <a:xfrm>
              <a:off x="6244154" y="301999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3281;p64">
              <a:extLst>
                <a:ext uri="{FF2B5EF4-FFF2-40B4-BE49-F238E27FC236}">
                  <a16:creationId xmlns:a16="http://schemas.microsoft.com/office/drawing/2014/main" id="{E617E656-091A-4C7C-B0F7-124DEF0DAD45}"/>
                </a:ext>
              </a:extLst>
            </p:cNvPr>
            <p:cNvSpPr/>
            <p:nvPr/>
          </p:nvSpPr>
          <p:spPr>
            <a:xfrm>
              <a:off x="6238315" y="301417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3"/>
                  </a:lnTo>
                  <a:lnTo>
                    <a:pt x="590" y="5463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3282;p64">
              <a:extLst>
                <a:ext uri="{FF2B5EF4-FFF2-40B4-BE49-F238E27FC236}">
                  <a16:creationId xmlns:a16="http://schemas.microsoft.com/office/drawing/2014/main" id="{5748C661-80EE-4209-8563-D697DE62FFBB}"/>
                </a:ext>
              </a:extLst>
            </p:cNvPr>
            <p:cNvSpPr/>
            <p:nvPr/>
          </p:nvSpPr>
          <p:spPr>
            <a:xfrm>
              <a:off x="6188833" y="3128102"/>
              <a:ext cx="1457448" cy="315732"/>
            </a:xfrm>
            <a:custGeom>
              <a:avLst/>
              <a:gdLst/>
              <a:ahLst/>
              <a:cxnLst/>
              <a:rect l="l" t="t" r="r" b="b"/>
              <a:pathLst>
                <a:path w="73636" h="15952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3283;p64">
              <a:extLst>
                <a:ext uri="{FF2B5EF4-FFF2-40B4-BE49-F238E27FC236}">
                  <a16:creationId xmlns:a16="http://schemas.microsoft.com/office/drawing/2014/main" id="{45007680-238A-4180-947E-406C2F8271D8}"/>
                </a:ext>
              </a:extLst>
            </p:cNvPr>
            <p:cNvSpPr/>
            <p:nvPr/>
          </p:nvSpPr>
          <p:spPr>
            <a:xfrm>
              <a:off x="6183014" y="3122283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3284;p64">
              <a:extLst>
                <a:ext uri="{FF2B5EF4-FFF2-40B4-BE49-F238E27FC236}">
                  <a16:creationId xmlns:a16="http://schemas.microsoft.com/office/drawing/2014/main" id="{C1848E1B-0B4F-4C4B-B89F-66828736EA54}"/>
                </a:ext>
              </a:extLst>
            </p:cNvPr>
            <p:cNvSpPr/>
            <p:nvPr/>
          </p:nvSpPr>
          <p:spPr>
            <a:xfrm>
              <a:off x="6624825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3285;p64">
              <a:extLst>
                <a:ext uri="{FF2B5EF4-FFF2-40B4-BE49-F238E27FC236}">
                  <a16:creationId xmlns:a16="http://schemas.microsoft.com/office/drawing/2014/main" id="{96D651A1-2914-4756-A2CE-A27951B267D3}"/>
                </a:ext>
              </a:extLst>
            </p:cNvPr>
            <p:cNvSpPr/>
            <p:nvPr/>
          </p:nvSpPr>
          <p:spPr>
            <a:xfrm>
              <a:off x="6618986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3286;p64">
              <a:extLst>
                <a:ext uri="{FF2B5EF4-FFF2-40B4-BE49-F238E27FC236}">
                  <a16:creationId xmlns:a16="http://schemas.microsoft.com/office/drawing/2014/main" id="{F49D411F-6131-45B6-9DB4-7BB2D844791A}"/>
                </a:ext>
              </a:extLst>
            </p:cNvPr>
            <p:cNvSpPr/>
            <p:nvPr/>
          </p:nvSpPr>
          <p:spPr>
            <a:xfrm>
              <a:off x="6369599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3287;p64">
              <a:extLst>
                <a:ext uri="{FF2B5EF4-FFF2-40B4-BE49-F238E27FC236}">
                  <a16:creationId xmlns:a16="http://schemas.microsoft.com/office/drawing/2014/main" id="{D95C52FF-8FDD-4262-9FA2-C2600BF0F9C2}"/>
                </a:ext>
              </a:extLst>
            </p:cNvPr>
            <p:cNvSpPr/>
            <p:nvPr/>
          </p:nvSpPr>
          <p:spPr>
            <a:xfrm>
              <a:off x="6363760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3288;p64">
              <a:extLst>
                <a:ext uri="{FF2B5EF4-FFF2-40B4-BE49-F238E27FC236}">
                  <a16:creationId xmlns:a16="http://schemas.microsoft.com/office/drawing/2014/main" id="{BD50D9E9-0B8F-44EF-9A72-9B6808CFAAF6}"/>
                </a:ext>
              </a:extLst>
            </p:cNvPr>
            <p:cNvSpPr/>
            <p:nvPr/>
          </p:nvSpPr>
          <p:spPr>
            <a:xfrm>
              <a:off x="6497202" y="3208659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3289;p64">
              <a:extLst>
                <a:ext uri="{FF2B5EF4-FFF2-40B4-BE49-F238E27FC236}">
                  <a16:creationId xmlns:a16="http://schemas.microsoft.com/office/drawing/2014/main" id="{03D89D2D-D197-439A-8B3A-B645D8849C96}"/>
                </a:ext>
              </a:extLst>
            </p:cNvPr>
            <p:cNvSpPr/>
            <p:nvPr/>
          </p:nvSpPr>
          <p:spPr>
            <a:xfrm>
              <a:off x="6491383" y="32028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3290;p64">
              <a:extLst>
                <a:ext uri="{FF2B5EF4-FFF2-40B4-BE49-F238E27FC236}">
                  <a16:creationId xmlns:a16="http://schemas.microsoft.com/office/drawing/2014/main" id="{2C1B9ADD-7A4D-4D43-9421-A869BA440478}"/>
                </a:ext>
              </a:extLst>
            </p:cNvPr>
            <p:cNvSpPr/>
            <p:nvPr/>
          </p:nvSpPr>
          <p:spPr>
            <a:xfrm>
              <a:off x="6258938" y="3208659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3291;p64">
              <a:extLst>
                <a:ext uri="{FF2B5EF4-FFF2-40B4-BE49-F238E27FC236}">
                  <a16:creationId xmlns:a16="http://schemas.microsoft.com/office/drawing/2014/main" id="{D1507F5C-4DA1-4E54-817F-9199FAF5BEF7}"/>
                </a:ext>
              </a:extLst>
            </p:cNvPr>
            <p:cNvSpPr/>
            <p:nvPr/>
          </p:nvSpPr>
          <p:spPr>
            <a:xfrm>
              <a:off x="6253099" y="32028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3292;p64">
              <a:extLst>
                <a:ext uri="{FF2B5EF4-FFF2-40B4-BE49-F238E27FC236}">
                  <a16:creationId xmlns:a16="http://schemas.microsoft.com/office/drawing/2014/main" id="{7B1F2B4C-6A02-4958-8332-6C19A9078F3F}"/>
                </a:ext>
              </a:extLst>
            </p:cNvPr>
            <p:cNvSpPr/>
            <p:nvPr/>
          </p:nvSpPr>
          <p:spPr>
            <a:xfrm>
              <a:off x="6752407" y="3208659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3293;p64">
              <a:extLst>
                <a:ext uri="{FF2B5EF4-FFF2-40B4-BE49-F238E27FC236}">
                  <a16:creationId xmlns:a16="http://schemas.microsoft.com/office/drawing/2014/main" id="{586CB182-9D83-4132-B7D5-5B5CA2D8B8A1}"/>
                </a:ext>
              </a:extLst>
            </p:cNvPr>
            <p:cNvSpPr/>
            <p:nvPr/>
          </p:nvSpPr>
          <p:spPr>
            <a:xfrm>
              <a:off x="6746588" y="32028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3294;p64">
              <a:extLst>
                <a:ext uri="{FF2B5EF4-FFF2-40B4-BE49-F238E27FC236}">
                  <a16:creationId xmlns:a16="http://schemas.microsoft.com/office/drawing/2014/main" id="{C56D40BE-9EB5-465D-B0C6-EE138A40B295}"/>
                </a:ext>
              </a:extLst>
            </p:cNvPr>
            <p:cNvSpPr/>
            <p:nvPr/>
          </p:nvSpPr>
          <p:spPr>
            <a:xfrm>
              <a:off x="7360475" y="324026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3295;p64">
              <a:extLst>
                <a:ext uri="{FF2B5EF4-FFF2-40B4-BE49-F238E27FC236}">
                  <a16:creationId xmlns:a16="http://schemas.microsoft.com/office/drawing/2014/main" id="{E3A8F5BF-4985-42C6-BD66-D920BE26AF27}"/>
                </a:ext>
              </a:extLst>
            </p:cNvPr>
            <p:cNvSpPr/>
            <p:nvPr/>
          </p:nvSpPr>
          <p:spPr>
            <a:xfrm>
              <a:off x="7354656" y="3234428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3" y="591"/>
                  </a:cubicBezTo>
                  <a:cubicBezTo>
                    <a:pt x="3187" y="591"/>
                    <a:pt x="3936" y="1340"/>
                    <a:pt x="3937" y="2264"/>
                  </a:cubicBezTo>
                  <a:cubicBezTo>
                    <a:pt x="3937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7" y="3938"/>
                    <a:pt x="1399" y="3768"/>
                    <a:pt x="1080" y="3447"/>
                  </a:cubicBezTo>
                  <a:cubicBezTo>
                    <a:pt x="600" y="2969"/>
                    <a:pt x="458" y="2249"/>
                    <a:pt x="717" y="1624"/>
                  </a:cubicBezTo>
                  <a:cubicBezTo>
                    <a:pt x="975" y="998"/>
                    <a:pt x="1585" y="591"/>
                    <a:pt x="2260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3296;p64">
              <a:extLst>
                <a:ext uri="{FF2B5EF4-FFF2-40B4-BE49-F238E27FC236}">
                  <a16:creationId xmlns:a16="http://schemas.microsoft.com/office/drawing/2014/main" id="{4660F8DB-479E-4042-B8DC-2CDA551DC3B0}"/>
                </a:ext>
              </a:extLst>
            </p:cNvPr>
            <p:cNvSpPr/>
            <p:nvPr/>
          </p:nvSpPr>
          <p:spPr>
            <a:xfrm>
              <a:off x="7509989" y="324026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7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3297;p64">
              <a:extLst>
                <a:ext uri="{FF2B5EF4-FFF2-40B4-BE49-F238E27FC236}">
                  <a16:creationId xmlns:a16="http://schemas.microsoft.com/office/drawing/2014/main" id="{666F634F-4BEE-4602-8A09-96FDAF168EF5}"/>
                </a:ext>
              </a:extLst>
            </p:cNvPr>
            <p:cNvSpPr/>
            <p:nvPr/>
          </p:nvSpPr>
          <p:spPr>
            <a:xfrm>
              <a:off x="7507237" y="3234428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2" y="591"/>
                  </a:cubicBezTo>
                  <a:cubicBezTo>
                    <a:pt x="3187" y="591"/>
                    <a:pt x="3935" y="1340"/>
                    <a:pt x="3936" y="2264"/>
                  </a:cubicBezTo>
                  <a:cubicBezTo>
                    <a:pt x="3936" y="2941"/>
                    <a:pt x="3528" y="3551"/>
                    <a:pt x="2903" y="3810"/>
                  </a:cubicBezTo>
                  <a:cubicBezTo>
                    <a:pt x="2696" y="3896"/>
                    <a:pt x="2478" y="3938"/>
                    <a:pt x="2263" y="3938"/>
                  </a:cubicBezTo>
                  <a:cubicBezTo>
                    <a:pt x="1827" y="3938"/>
                    <a:pt x="1399" y="3768"/>
                    <a:pt x="1079" y="3447"/>
                  </a:cubicBezTo>
                  <a:cubicBezTo>
                    <a:pt x="600" y="2969"/>
                    <a:pt x="456" y="2249"/>
                    <a:pt x="716" y="1624"/>
                  </a:cubicBezTo>
                  <a:cubicBezTo>
                    <a:pt x="975" y="998"/>
                    <a:pt x="1584" y="591"/>
                    <a:pt x="2260" y="591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4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4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3298;p64">
              <a:extLst>
                <a:ext uri="{FF2B5EF4-FFF2-40B4-BE49-F238E27FC236}">
                  <a16:creationId xmlns:a16="http://schemas.microsoft.com/office/drawing/2014/main" id="{D1FA2E0A-BABC-414E-A039-2338A281907E}"/>
                </a:ext>
              </a:extLst>
            </p:cNvPr>
            <p:cNvSpPr/>
            <p:nvPr/>
          </p:nvSpPr>
          <p:spPr>
            <a:xfrm>
              <a:off x="7133257" y="324026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3299;p64">
              <a:extLst>
                <a:ext uri="{FF2B5EF4-FFF2-40B4-BE49-F238E27FC236}">
                  <a16:creationId xmlns:a16="http://schemas.microsoft.com/office/drawing/2014/main" id="{77384624-A000-4BCA-B30D-1A56697DDB7F}"/>
                </a:ext>
              </a:extLst>
            </p:cNvPr>
            <p:cNvSpPr/>
            <p:nvPr/>
          </p:nvSpPr>
          <p:spPr>
            <a:xfrm>
              <a:off x="7127418" y="3234428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1"/>
                  </a:moveTo>
                  <a:cubicBezTo>
                    <a:pt x="3187" y="591"/>
                    <a:pt x="3936" y="1340"/>
                    <a:pt x="3936" y="2264"/>
                  </a:cubicBezTo>
                  <a:cubicBezTo>
                    <a:pt x="3936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8" y="3938"/>
                    <a:pt x="1399" y="3768"/>
                    <a:pt x="1080" y="3447"/>
                  </a:cubicBezTo>
                  <a:cubicBezTo>
                    <a:pt x="601" y="2969"/>
                    <a:pt x="458" y="2249"/>
                    <a:pt x="717" y="1624"/>
                  </a:cubicBezTo>
                  <a:cubicBezTo>
                    <a:pt x="976" y="997"/>
                    <a:pt x="1586" y="591"/>
                    <a:pt x="2263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3300;p64">
              <a:extLst>
                <a:ext uri="{FF2B5EF4-FFF2-40B4-BE49-F238E27FC236}">
                  <a16:creationId xmlns:a16="http://schemas.microsoft.com/office/drawing/2014/main" id="{2911A7F6-38D1-486D-B31E-847D916F0905}"/>
                </a:ext>
              </a:extLst>
            </p:cNvPr>
            <p:cNvSpPr/>
            <p:nvPr/>
          </p:nvSpPr>
          <p:spPr>
            <a:xfrm>
              <a:off x="6244154" y="3443794"/>
              <a:ext cx="1346827" cy="108108"/>
            </a:xfrm>
            <a:custGeom>
              <a:avLst/>
              <a:gdLst/>
              <a:ahLst/>
              <a:cxnLst/>
              <a:rect l="l" t="t" r="r" b="b"/>
              <a:pathLst>
                <a:path w="68047" h="5462" extrusionOk="0">
                  <a:moveTo>
                    <a:pt x="1" y="0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301;p64">
              <a:extLst>
                <a:ext uri="{FF2B5EF4-FFF2-40B4-BE49-F238E27FC236}">
                  <a16:creationId xmlns:a16="http://schemas.microsoft.com/office/drawing/2014/main" id="{7EB4CA40-A4EA-4282-8159-884722845568}"/>
                </a:ext>
              </a:extLst>
            </p:cNvPr>
            <p:cNvSpPr/>
            <p:nvPr/>
          </p:nvSpPr>
          <p:spPr>
            <a:xfrm>
              <a:off x="6238315" y="3437975"/>
              <a:ext cx="1358484" cy="119765"/>
            </a:xfrm>
            <a:custGeom>
              <a:avLst/>
              <a:gdLst/>
              <a:ahLst/>
              <a:cxnLst/>
              <a:rect l="l" t="t" r="r" b="b"/>
              <a:pathLst>
                <a:path w="68636" h="6051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302;p64">
              <a:extLst>
                <a:ext uri="{FF2B5EF4-FFF2-40B4-BE49-F238E27FC236}">
                  <a16:creationId xmlns:a16="http://schemas.microsoft.com/office/drawing/2014/main" id="{C717923E-3E13-4D33-98E2-5A96D7536D28}"/>
                </a:ext>
              </a:extLst>
            </p:cNvPr>
            <p:cNvSpPr/>
            <p:nvPr/>
          </p:nvSpPr>
          <p:spPr>
            <a:xfrm>
              <a:off x="6188833" y="3551921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49"/>
                  </a:lnTo>
                  <a:lnTo>
                    <a:pt x="73636" y="15949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303;p64">
              <a:extLst>
                <a:ext uri="{FF2B5EF4-FFF2-40B4-BE49-F238E27FC236}">
                  <a16:creationId xmlns:a16="http://schemas.microsoft.com/office/drawing/2014/main" id="{274DC163-44AB-4D01-B26C-07D26F40926F}"/>
                </a:ext>
              </a:extLst>
            </p:cNvPr>
            <p:cNvSpPr/>
            <p:nvPr/>
          </p:nvSpPr>
          <p:spPr>
            <a:xfrm>
              <a:off x="6183014" y="3546082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8"/>
                  </a:lnTo>
                  <a:lnTo>
                    <a:pt x="74224" y="16538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304;p64">
              <a:extLst>
                <a:ext uri="{FF2B5EF4-FFF2-40B4-BE49-F238E27FC236}">
                  <a16:creationId xmlns:a16="http://schemas.microsoft.com/office/drawing/2014/main" id="{102290A4-0052-49D6-884E-CC4B182F66C8}"/>
                </a:ext>
              </a:extLst>
            </p:cNvPr>
            <p:cNvSpPr/>
            <p:nvPr/>
          </p:nvSpPr>
          <p:spPr>
            <a:xfrm>
              <a:off x="6369599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3305;p64">
              <a:extLst>
                <a:ext uri="{FF2B5EF4-FFF2-40B4-BE49-F238E27FC236}">
                  <a16:creationId xmlns:a16="http://schemas.microsoft.com/office/drawing/2014/main" id="{FB8F3F57-218F-4F8A-93B4-71C0B97FDA75}"/>
                </a:ext>
              </a:extLst>
            </p:cNvPr>
            <p:cNvSpPr/>
            <p:nvPr/>
          </p:nvSpPr>
          <p:spPr>
            <a:xfrm>
              <a:off x="6363760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3306;p64">
              <a:extLst>
                <a:ext uri="{FF2B5EF4-FFF2-40B4-BE49-F238E27FC236}">
                  <a16:creationId xmlns:a16="http://schemas.microsoft.com/office/drawing/2014/main" id="{90DD8795-8EF0-4134-833A-B6DFC129360A}"/>
                </a:ext>
              </a:extLst>
            </p:cNvPr>
            <p:cNvSpPr/>
            <p:nvPr/>
          </p:nvSpPr>
          <p:spPr>
            <a:xfrm>
              <a:off x="6497202" y="3632438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3307;p64">
              <a:extLst>
                <a:ext uri="{FF2B5EF4-FFF2-40B4-BE49-F238E27FC236}">
                  <a16:creationId xmlns:a16="http://schemas.microsoft.com/office/drawing/2014/main" id="{2FF650D5-91F4-4D27-AD81-18F8F413163F}"/>
                </a:ext>
              </a:extLst>
            </p:cNvPr>
            <p:cNvSpPr/>
            <p:nvPr/>
          </p:nvSpPr>
          <p:spPr>
            <a:xfrm>
              <a:off x="6491383" y="36266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3308;p64">
              <a:extLst>
                <a:ext uri="{FF2B5EF4-FFF2-40B4-BE49-F238E27FC236}">
                  <a16:creationId xmlns:a16="http://schemas.microsoft.com/office/drawing/2014/main" id="{7480805E-D5BE-44DC-87C2-3150A88F960B}"/>
                </a:ext>
              </a:extLst>
            </p:cNvPr>
            <p:cNvSpPr/>
            <p:nvPr/>
          </p:nvSpPr>
          <p:spPr>
            <a:xfrm>
              <a:off x="6624825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3309;p64">
              <a:extLst>
                <a:ext uri="{FF2B5EF4-FFF2-40B4-BE49-F238E27FC236}">
                  <a16:creationId xmlns:a16="http://schemas.microsoft.com/office/drawing/2014/main" id="{7D0EC94D-C143-4D16-A0B5-35317D42220A}"/>
                </a:ext>
              </a:extLst>
            </p:cNvPr>
            <p:cNvSpPr/>
            <p:nvPr/>
          </p:nvSpPr>
          <p:spPr>
            <a:xfrm>
              <a:off x="6618986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3310;p64">
              <a:extLst>
                <a:ext uri="{FF2B5EF4-FFF2-40B4-BE49-F238E27FC236}">
                  <a16:creationId xmlns:a16="http://schemas.microsoft.com/office/drawing/2014/main" id="{25A2FCBC-0A0E-4378-878B-2E7BE165562E}"/>
                </a:ext>
              </a:extLst>
            </p:cNvPr>
            <p:cNvSpPr/>
            <p:nvPr/>
          </p:nvSpPr>
          <p:spPr>
            <a:xfrm>
              <a:off x="6258938" y="3632438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3311;p64">
              <a:extLst>
                <a:ext uri="{FF2B5EF4-FFF2-40B4-BE49-F238E27FC236}">
                  <a16:creationId xmlns:a16="http://schemas.microsoft.com/office/drawing/2014/main" id="{1F9B3B92-F08B-4960-B003-6DE32A33321B}"/>
                </a:ext>
              </a:extLst>
            </p:cNvPr>
            <p:cNvSpPr/>
            <p:nvPr/>
          </p:nvSpPr>
          <p:spPr>
            <a:xfrm>
              <a:off x="6253099" y="36266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3312;p64">
              <a:extLst>
                <a:ext uri="{FF2B5EF4-FFF2-40B4-BE49-F238E27FC236}">
                  <a16:creationId xmlns:a16="http://schemas.microsoft.com/office/drawing/2014/main" id="{15DDF510-F038-4C76-868E-205AEBE17C0E}"/>
                </a:ext>
              </a:extLst>
            </p:cNvPr>
            <p:cNvSpPr/>
            <p:nvPr/>
          </p:nvSpPr>
          <p:spPr>
            <a:xfrm>
              <a:off x="6752407" y="3632438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3313;p64">
              <a:extLst>
                <a:ext uri="{FF2B5EF4-FFF2-40B4-BE49-F238E27FC236}">
                  <a16:creationId xmlns:a16="http://schemas.microsoft.com/office/drawing/2014/main" id="{682CB5BD-72F7-449F-A885-65DEDDC35B3B}"/>
                </a:ext>
              </a:extLst>
            </p:cNvPr>
            <p:cNvSpPr/>
            <p:nvPr/>
          </p:nvSpPr>
          <p:spPr>
            <a:xfrm>
              <a:off x="6746588" y="36266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3314;p64">
              <a:extLst>
                <a:ext uri="{FF2B5EF4-FFF2-40B4-BE49-F238E27FC236}">
                  <a16:creationId xmlns:a16="http://schemas.microsoft.com/office/drawing/2014/main" id="{DAFAB6CF-8660-48F3-A5D6-1D4955432620}"/>
                </a:ext>
              </a:extLst>
            </p:cNvPr>
            <p:cNvSpPr/>
            <p:nvPr/>
          </p:nvSpPr>
          <p:spPr>
            <a:xfrm>
              <a:off x="7360475" y="3664046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3315;p64">
              <a:extLst>
                <a:ext uri="{FF2B5EF4-FFF2-40B4-BE49-F238E27FC236}">
                  <a16:creationId xmlns:a16="http://schemas.microsoft.com/office/drawing/2014/main" id="{F7CE1F6D-B984-45AE-A4C8-EABAC3319DBF}"/>
                </a:ext>
              </a:extLst>
            </p:cNvPr>
            <p:cNvSpPr/>
            <p:nvPr/>
          </p:nvSpPr>
          <p:spPr>
            <a:xfrm>
              <a:off x="7354656" y="3658227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3" y="590"/>
                  </a:moveTo>
                  <a:cubicBezTo>
                    <a:pt x="3187" y="591"/>
                    <a:pt x="3936" y="1340"/>
                    <a:pt x="3937" y="2263"/>
                  </a:cubicBezTo>
                  <a:cubicBezTo>
                    <a:pt x="3937" y="2941"/>
                    <a:pt x="3529" y="3551"/>
                    <a:pt x="2903" y="3809"/>
                  </a:cubicBezTo>
                  <a:cubicBezTo>
                    <a:pt x="2696" y="3895"/>
                    <a:pt x="2478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0" y="2968"/>
                    <a:pt x="458" y="2248"/>
                    <a:pt x="717" y="1623"/>
                  </a:cubicBezTo>
                  <a:cubicBezTo>
                    <a:pt x="975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3316;p64">
              <a:extLst>
                <a:ext uri="{FF2B5EF4-FFF2-40B4-BE49-F238E27FC236}">
                  <a16:creationId xmlns:a16="http://schemas.microsoft.com/office/drawing/2014/main" id="{20E32C29-195E-4D35-A886-2DFD10989FC3}"/>
                </a:ext>
              </a:extLst>
            </p:cNvPr>
            <p:cNvSpPr/>
            <p:nvPr/>
          </p:nvSpPr>
          <p:spPr>
            <a:xfrm>
              <a:off x="7509989" y="3664046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8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3317;p64">
              <a:extLst>
                <a:ext uri="{FF2B5EF4-FFF2-40B4-BE49-F238E27FC236}">
                  <a16:creationId xmlns:a16="http://schemas.microsoft.com/office/drawing/2014/main" id="{12348011-AEC3-40E5-997C-60DF0812C7A1}"/>
                </a:ext>
              </a:extLst>
            </p:cNvPr>
            <p:cNvSpPr/>
            <p:nvPr/>
          </p:nvSpPr>
          <p:spPr>
            <a:xfrm>
              <a:off x="7507237" y="3658227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2" y="590"/>
                  </a:moveTo>
                  <a:cubicBezTo>
                    <a:pt x="3187" y="591"/>
                    <a:pt x="3935" y="1340"/>
                    <a:pt x="3936" y="2263"/>
                  </a:cubicBezTo>
                  <a:cubicBezTo>
                    <a:pt x="3936" y="2941"/>
                    <a:pt x="3528" y="3551"/>
                    <a:pt x="2903" y="3809"/>
                  </a:cubicBezTo>
                  <a:cubicBezTo>
                    <a:pt x="2696" y="3895"/>
                    <a:pt x="2478" y="3937"/>
                    <a:pt x="2262" y="3937"/>
                  </a:cubicBezTo>
                  <a:cubicBezTo>
                    <a:pt x="1827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3"/>
                  </a:cubicBezTo>
                  <a:cubicBezTo>
                    <a:pt x="975" y="998"/>
                    <a:pt x="1586" y="590"/>
                    <a:pt x="2262" y="590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3318;p64">
              <a:extLst>
                <a:ext uri="{FF2B5EF4-FFF2-40B4-BE49-F238E27FC236}">
                  <a16:creationId xmlns:a16="http://schemas.microsoft.com/office/drawing/2014/main" id="{E778FEA4-2FFD-4E41-8C7A-017D9F503A21}"/>
                </a:ext>
              </a:extLst>
            </p:cNvPr>
            <p:cNvSpPr/>
            <p:nvPr/>
          </p:nvSpPr>
          <p:spPr>
            <a:xfrm>
              <a:off x="7133257" y="3664046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3319;p64">
              <a:extLst>
                <a:ext uri="{FF2B5EF4-FFF2-40B4-BE49-F238E27FC236}">
                  <a16:creationId xmlns:a16="http://schemas.microsoft.com/office/drawing/2014/main" id="{03358904-DABF-4A75-8D3F-12755927D6B2}"/>
                </a:ext>
              </a:extLst>
            </p:cNvPr>
            <p:cNvSpPr/>
            <p:nvPr/>
          </p:nvSpPr>
          <p:spPr>
            <a:xfrm>
              <a:off x="7127418" y="3658227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0"/>
                  </a:moveTo>
                  <a:cubicBezTo>
                    <a:pt x="3187" y="591"/>
                    <a:pt x="3936" y="1339"/>
                    <a:pt x="3936" y="2263"/>
                  </a:cubicBezTo>
                  <a:cubicBezTo>
                    <a:pt x="3936" y="2940"/>
                    <a:pt x="3529" y="3551"/>
                    <a:pt x="2903" y="3809"/>
                  </a:cubicBezTo>
                  <a:cubicBezTo>
                    <a:pt x="2696" y="3895"/>
                    <a:pt x="2479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1" y="2968"/>
                    <a:pt x="458" y="2249"/>
                    <a:pt x="717" y="1623"/>
                  </a:cubicBezTo>
                  <a:cubicBezTo>
                    <a:pt x="976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64976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183729"/>
            <a:ext cx="8276111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>
                <a:solidFill>
                  <a:schemeClr val="accent1"/>
                </a:solidFill>
                <a:latin typeface="+mn-lt"/>
              </a:rPr>
              <a:t>Итераторы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5" name="Rectangle 1">
            <a:extLst>
              <a:ext uri="{FF2B5EF4-FFF2-40B4-BE49-F238E27FC236}">
                <a16:creationId xmlns:a16="http://schemas.microsoft.com/office/drawing/2014/main" id="{A65DAA11-944B-4032-814F-CF71444843A6}"/>
              </a:ext>
            </a:extLst>
          </p:cNvPr>
          <p:cNvSpPr/>
          <p:nvPr/>
        </p:nvSpPr>
        <p:spPr>
          <a:xfrm>
            <a:off x="431604" y="961754"/>
            <a:ext cx="871296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8000"/>
                </a:solidFill>
                <a:latin typeface="+mn-lt"/>
              </a:rPr>
              <a:t># Можно создать свой итератор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1200" dirty="0">
                <a:solidFill>
                  <a:srgbClr val="008000"/>
                </a:solidFill>
                <a:latin typeface="+mn-lt"/>
              </a:rPr>
              <a:t># для этого нужно лишь обеспечить интерфейс итератора: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1200" dirty="0">
                <a:solidFill>
                  <a:srgbClr val="008000"/>
                </a:solidFill>
                <a:latin typeface="+mn-lt"/>
              </a:rPr>
              <a:t># то есть определить методы __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iter__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и __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next__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Fibonacci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max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__iter__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сами себе итератор: в классе есть метод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next() </a:t>
            </a:r>
            <a:endParaRPr lang="ru-RU" sz="1200" dirty="0">
              <a:solidFill>
                <a:srgbClr val="008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__next__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max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ru-RU" sz="1200" b="1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+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ru-RU" sz="1200" b="1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+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else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raise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StopIteration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i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Fibonacci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end=' 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13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21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34</a:t>
            </a:r>
            <a:endParaRPr lang="en-US" sz="1200" dirty="0">
              <a:effectLst/>
              <a:latin typeface="+mn-lt"/>
            </a:endParaRPr>
          </a:p>
        </p:txBody>
      </p:sp>
      <p:grpSp>
        <p:nvGrpSpPr>
          <p:cNvPr id="276" name="Группа 275">
            <a:extLst>
              <a:ext uri="{FF2B5EF4-FFF2-40B4-BE49-F238E27FC236}">
                <a16:creationId xmlns:a16="http://schemas.microsoft.com/office/drawing/2014/main" id="{4A23614D-2506-44C0-B664-FF4AD7EC68FC}"/>
              </a:ext>
            </a:extLst>
          </p:cNvPr>
          <p:cNvGrpSpPr/>
          <p:nvPr/>
        </p:nvGrpSpPr>
        <p:grpSpPr>
          <a:xfrm flipH="1">
            <a:off x="5559168" y="2512248"/>
            <a:ext cx="4553212" cy="2759191"/>
            <a:chOff x="-903210" y="2512248"/>
            <a:chExt cx="4553212" cy="2759191"/>
          </a:xfrm>
        </p:grpSpPr>
        <p:sp>
          <p:nvSpPr>
            <p:cNvPr id="277" name="Google Shape;1738;p44">
              <a:extLst>
                <a:ext uri="{FF2B5EF4-FFF2-40B4-BE49-F238E27FC236}">
                  <a16:creationId xmlns:a16="http://schemas.microsoft.com/office/drawing/2014/main" id="{6B09B3A8-B250-454B-923D-324D28F675D8}"/>
                </a:ext>
              </a:extLst>
            </p:cNvPr>
            <p:cNvSpPr/>
            <p:nvPr/>
          </p:nvSpPr>
          <p:spPr>
            <a:xfrm>
              <a:off x="-903210" y="2621786"/>
              <a:ext cx="4553212" cy="2649653"/>
            </a:xfrm>
            <a:custGeom>
              <a:avLst/>
              <a:gdLst/>
              <a:ahLst/>
              <a:cxnLst/>
              <a:rect l="l" t="t" r="r" b="b"/>
              <a:pathLst>
                <a:path w="79073" h="46015" extrusionOk="0">
                  <a:moveTo>
                    <a:pt x="29262" y="1"/>
                  </a:moveTo>
                  <a:cubicBezTo>
                    <a:pt x="18282" y="1"/>
                    <a:pt x="9382" y="8902"/>
                    <a:pt x="9382" y="19881"/>
                  </a:cubicBezTo>
                  <a:cubicBezTo>
                    <a:pt x="9382" y="20126"/>
                    <a:pt x="9392" y="20367"/>
                    <a:pt x="9401" y="20611"/>
                  </a:cubicBezTo>
                  <a:cubicBezTo>
                    <a:pt x="3976" y="22156"/>
                    <a:pt x="0" y="27139"/>
                    <a:pt x="0" y="33059"/>
                  </a:cubicBezTo>
                  <a:cubicBezTo>
                    <a:pt x="0" y="39606"/>
                    <a:pt x="4862" y="45004"/>
                    <a:pt x="11168" y="45877"/>
                  </a:cubicBezTo>
                  <a:lnTo>
                    <a:pt x="11168" y="46015"/>
                  </a:lnTo>
                  <a:lnTo>
                    <a:pt x="69691" y="46015"/>
                  </a:lnTo>
                  <a:cubicBezTo>
                    <a:pt x="74872" y="46015"/>
                    <a:pt x="79072" y="41814"/>
                    <a:pt x="79072" y="36633"/>
                  </a:cubicBezTo>
                  <a:cubicBezTo>
                    <a:pt x="79072" y="31666"/>
                    <a:pt x="75209" y="27611"/>
                    <a:pt x="70325" y="27283"/>
                  </a:cubicBezTo>
                  <a:cubicBezTo>
                    <a:pt x="70488" y="26404"/>
                    <a:pt x="70585" y="25499"/>
                    <a:pt x="70585" y="24571"/>
                  </a:cubicBezTo>
                  <a:cubicBezTo>
                    <a:pt x="70585" y="16429"/>
                    <a:pt x="63985" y="9829"/>
                    <a:pt x="55842" y="9829"/>
                  </a:cubicBezTo>
                  <a:cubicBezTo>
                    <a:pt x="55835" y="9829"/>
                    <a:pt x="55828" y="9829"/>
                    <a:pt x="55820" y="9829"/>
                  </a:cubicBezTo>
                  <a:cubicBezTo>
                    <a:pt x="52910" y="9829"/>
                    <a:pt x="50065" y="10696"/>
                    <a:pt x="47648" y="12318"/>
                  </a:cubicBezTo>
                  <a:cubicBezTo>
                    <a:pt x="44672" y="5091"/>
                    <a:pt x="37563" y="1"/>
                    <a:pt x="292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654;p44">
              <a:extLst>
                <a:ext uri="{FF2B5EF4-FFF2-40B4-BE49-F238E27FC236}">
                  <a16:creationId xmlns:a16="http://schemas.microsoft.com/office/drawing/2014/main" id="{142CF5DF-48ED-4251-9DF7-F19D91184859}"/>
                </a:ext>
              </a:extLst>
            </p:cNvPr>
            <p:cNvSpPr/>
            <p:nvPr/>
          </p:nvSpPr>
          <p:spPr>
            <a:xfrm>
              <a:off x="773574" y="4698724"/>
              <a:ext cx="300810" cy="117942"/>
            </a:xfrm>
            <a:custGeom>
              <a:avLst/>
              <a:gdLst/>
              <a:ahLst/>
              <a:cxnLst/>
              <a:rect l="l" t="t" r="r" b="b"/>
              <a:pathLst>
                <a:path w="20404" h="8000" extrusionOk="0">
                  <a:moveTo>
                    <a:pt x="8645" y="1"/>
                  </a:moveTo>
                  <a:lnTo>
                    <a:pt x="948" y="823"/>
                  </a:lnTo>
                  <a:cubicBezTo>
                    <a:pt x="948" y="823"/>
                    <a:pt x="1" y="4548"/>
                    <a:pt x="592" y="5967"/>
                  </a:cubicBezTo>
                  <a:cubicBezTo>
                    <a:pt x="1052" y="7074"/>
                    <a:pt x="1846" y="7222"/>
                    <a:pt x="2985" y="7222"/>
                  </a:cubicBezTo>
                  <a:cubicBezTo>
                    <a:pt x="3307" y="7222"/>
                    <a:pt x="3657" y="7210"/>
                    <a:pt x="4035" y="7204"/>
                  </a:cubicBezTo>
                  <a:cubicBezTo>
                    <a:pt x="4052" y="7204"/>
                    <a:pt x="4071" y="7204"/>
                    <a:pt x="4089" y="7204"/>
                  </a:cubicBezTo>
                  <a:cubicBezTo>
                    <a:pt x="5612" y="7204"/>
                    <a:pt x="11444" y="7999"/>
                    <a:pt x="14477" y="7999"/>
                  </a:cubicBezTo>
                  <a:cubicBezTo>
                    <a:pt x="15077" y="7999"/>
                    <a:pt x="15568" y="7968"/>
                    <a:pt x="15894" y="7894"/>
                  </a:cubicBezTo>
                  <a:cubicBezTo>
                    <a:pt x="17886" y="7437"/>
                    <a:pt x="19873" y="6552"/>
                    <a:pt x="20138" y="5121"/>
                  </a:cubicBezTo>
                  <a:cubicBezTo>
                    <a:pt x="20403" y="3690"/>
                    <a:pt x="16698" y="4170"/>
                    <a:pt x="14837" y="3768"/>
                  </a:cubicBezTo>
                  <a:cubicBezTo>
                    <a:pt x="12975" y="3367"/>
                    <a:pt x="8645" y="1"/>
                    <a:pt x="86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655;p44">
              <a:extLst>
                <a:ext uri="{FF2B5EF4-FFF2-40B4-BE49-F238E27FC236}">
                  <a16:creationId xmlns:a16="http://schemas.microsoft.com/office/drawing/2014/main" id="{12329766-E1DD-4EB1-9606-18FF1BC6A27F}"/>
                </a:ext>
              </a:extLst>
            </p:cNvPr>
            <p:cNvSpPr/>
            <p:nvPr/>
          </p:nvSpPr>
          <p:spPr>
            <a:xfrm>
              <a:off x="769255" y="4694523"/>
              <a:ext cx="306103" cy="126330"/>
            </a:xfrm>
            <a:custGeom>
              <a:avLst/>
              <a:gdLst/>
              <a:ahLst/>
              <a:cxnLst/>
              <a:rect l="l" t="t" r="r" b="b"/>
              <a:pathLst>
                <a:path w="20763" h="8569" extrusionOk="0">
                  <a:moveTo>
                    <a:pt x="8854" y="582"/>
                  </a:moveTo>
                  <a:cubicBezTo>
                    <a:pt x="9508" y="1084"/>
                    <a:pt x="13296" y="3950"/>
                    <a:pt x="15069" y="4332"/>
                  </a:cubicBezTo>
                  <a:cubicBezTo>
                    <a:pt x="15679" y="4464"/>
                    <a:pt x="16477" y="4504"/>
                    <a:pt x="17248" y="4543"/>
                  </a:cubicBezTo>
                  <a:cubicBezTo>
                    <a:pt x="18430" y="4603"/>
                    <a:pt x="19771" y="4670"/>
                    <a:pt x="20096" y="5080"/>
                  </a:cubicBezTo>
                  <a:cubicBezTo>
                    <a:pt x="20135" y="5131"/>
                    <a:pt x="20178" y="5207"/>
                    <a:pt x="20150" y="5354"/>
                  </a:cubicBezTo>
                  <a:cubicBezTo>
                    <a:pt x="19950" y="6433"/>
                    <a:pt x="18483" y="7360"/>
                    <a:pt x="16122" y="7900"/>
                  </a:cubicBezTo>
                  <a:cubicBezTo>
                    <a:pt x="15819" y="7970"/>
                    <a:pt x="15355" y="7999"/>
                    <a:pt x="14783" y="7999"/>
                  </a:cubicBezTo>
                  <a:cubicBezTo>
                    <a:pt x="13010" y="7999"/>
                    <a:pt x="10210" y="7719"/>
                    <a:pt x="8021" y="7501"/>
                  </a:cubicBezTo>
                  <a:cubicBezTo>
                    <a:pt x="6419" y="7342"/>
                    <a:pt x="5028" y="7203"/>
                    <a:pt x="4380" y="7203"/>
                  </a:cubicBezTo>
                  <a:lnTo>
                    <a:pt x="4324" y="7203"/>
                  </a:lnTo>
                  <a:lnTo>
                    <a:pt x="3895" y="7212"/>
                  </a:lnTo>
                  <a:cubicBezTo>
                    <a:pt x="3690" y="7216"/>
                    <a:pt x="3499" y="7220"/>
                    <a:pt x="3322" y="7220"/>
                  </a:cubicBezTo>
                  <a:cubicBezTo>
                    <a:pt x="2132" y="7220"/>
                    <a:pt x="1537" y="7076"/>
                    <a:pt x="1148" y="6142"/>
                  </a:cubicBezTo>
                  <a:cubicBezTo>
                    <a:pt x="720" y="5115"/>
                    <a:pt x="1198" y="2512"/>
                    <a:pt x="1470" y="1371"/>
                  </a:cubicBezTo>
                  <a:lnTo>
                    <a:pt x="8854" y="582"/>
                  </a:lnTo>
                  <a:close/>
                  <a:moveTo>
                    <a:pt x="8940" y="0"/>
                  </a:moveTo>
                  <a:cubicBezTo>
                    <a:pt x="8929" y="0"/>
                    <a:pt x="8918" y="1"/>
                    <a:pt x="8907" y="2"/>
                  </a:cubicBezTo>
                  <a:lnTo>
                    <a:pt x="1210" y="824"/>
                  </a:lnTo>
                  <a:cubicBezTo>
                    <a:pt x="1092" y="837"/>
                    <a:pt x="993" y="922"/>
                    <a:pt x="963" y="1038"/>
                  </a:cubicBezTo>
                  <a:cubicBezTo>
                    <a:pt x="924" y="1194"/>
                    <a:pt x="0" y="4873"/>
                    <a:pt x="621" y="6363"/>
                  </a:cubicBezTo>
                  <a:cubicBezTo>
                    <a:pt x="1145" y="7622"/>
                    <a:pt x="2079" y="7792"/>
                    <a:pt x="3268" y="7792"/>
                  </a:cubicBezTo>
                  <a:cubicBezTo>
                    <a:pt x="3474" y="7792"/>
                    <a:pt x="3688" y="7787"/>
                    <a:pt x="3908" y="7782"/>
                  </a:cubicBezTo>
                  <a:lnTo>
                    <a:pt x="4332" y="7774"/>
                  </a:lnTo>
                  <a:cubicBezTo>
                    <a:pt x="4931" y="7779"/>
                    <a:pt x="6332" y="7907"/>
                    <a:pt x="7965" y="8070"/>
                  </a:cubicBezTo>
                  <a:cubicBezTo>
                    <a:pt x="10260" y="8298"/>
                    <a:pt x="12971" y="8569"/>
                    <a:pt x="14765" y="8569"/>
                  </a:cubicBezTo>
                  <a:cubicBezTo>
                    <a:pt x="15391" y="8569"/>
                    <a:pt x="15905" y="8535"/>
                    <a:pt x="16251" y="8457"/>
                  </a:cubicBezTo>
                  <a:cubicBezTo>
                    <a:pt x="17774" y="8108"/>
                    <a:pt x="20379" y="7255"/>
                    <a:pt x="20711" y="5459"/>
                  </a:cubicBezTo>
                  <a:cubicBezTo>
                    <a:pt x="20762" y="5184"/>
                    <a:pt x="20705" y="4930"/>
                    <a:pt x="20544" y="4727"/>
                  </a:cubicBezTo>
                  <a:cubicBezTo>
                    <a:pt x="20059" y="4114"/>
                    <a:pt x="18708" y="4045"/>
                    <a:pt x="17276" y="3972"/>
                  </a:cubicBezTo>
                  <a:cubicBezTo>
                    <a:pt x="16528" y="3936"/>
                    <a:pt x="15755" y="3896"/>
                    <a:pt x="15190" y="3775"/>
                  </a:cubicBezTo>
                  <a:cubicBezTo>
                    <a:pt x="13413" y="3390"/>
                    <a:pt x="9156" y="94"/>
                    <a:pt x="9113" y="61"/>
                  </a:cubicBezTo>
                  <a:cubicBezTo>
                    <a:pt x="9064" y="21"/>
                    <a:pt x="9003" y="0"/>
                    <a:pt x="8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656;p44">
              <a:extLst>
                <a:ext uri="{FF2B5EF4-FFF2-40B4-BE49-F238E27FC236}">
                  <a16:creationId xmlns:a16="http://schemas.microsoft.com/office/drawing/2014/main" id="{DB7EEBF2-C009-4AE5-BEAD-9851A91E861C}"/>
                </a:ext>
              </a:extLst>
            </p:cNvPr>
            <p:cNvSpPr/>
            <p:nvPr/>
          </p:nvSpPr>
          <p:spPr>
            <a:xfrm>
              <a:off x="883702" y="4698724"/>
              <a:ext cx="76367" cy="50744"/>
            </a:xfrm>
            <a:custGeom>
              <a:avLst/>
              <a:gdLst/>
              <a:ahLst/>
              <a:cxnLst/>
              <a:rect l="l" t="t" r="r" b="b"/>
              <a:pathLst>
                <a:path w="5180" h="3442" extrusionOk="0">
                  <a:moveTo>
                    <a:pt x="1175" y="1"/>
                  </a:moveTo>
                  <a:lnTo>
                    <a:pt x="248" y="100"/>
                  </a:lnTo>
                  <a:lnTo>
                    <a:pt x="0" y="1112"/>
                  </a:lnTo>
                  <a:cubicBezTo>
                    <a:pt x="0" y="1112"/>
                    <a:pt x="1738" y="2800"/>
                    <a:pt x="3268" y="3350"/>
                  </a:cubicBezTo>
                  <a:cubicBezTo>
                    <a:pt x="3445" y="3414"/>
                    <a:pt x="3615" y="3442"/>
                    <a:pt x="3779" y="3442"/>
                  </a:cubicBezTo>
                  <a:cubicBezTo>
                    <a:pt x="4336" y="3442"/>
                    <a:pt x="4816" y="3119"/>
                    <a:pt x="5180" y="2759"/>
                  </a:cubicBezTo>
                  <a:cubicBezTo>
                    <a:pt x="3275" y="1633"/>
                    <a:pt x="1175" y="1"/>
                    <a:pt x="1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657;p44">
              <a:extLst>
                <a:ext uri="{FF2B5EF4-FFF2-40B4-BE49-F238E27FC236}">
                  <a16:creationId xmlns:a16="http://schemas.microsoft.com/office/drawing/2014/main" id="{C2F46EA3-F9B4-41DF-AAF5-248B9C27BD07}"/>
                </a:ext>
              </a:extLst>
            </p:cNvPr>
            <p:cNvSpPr/>
            <p:nvPr/>
          </p:nvSpPr>
          <p:spPr>
            <a:xfrm>
              <a:off x="879265" y="4694508"/>
              <a:ext cx="85729" cy="59177"/>
            </a:xfrm>
            <a:custGeom>
              <a:avLst/>
              <a:gdLst/>
              <a:ahLst/>
              <a:cxnLst/>
              <a:rect l="l" t="t" r="r" b="b"/>
              <a:pathLst>
                <a:path w="5815" h="4014" extrusionOk="0">
                  <a:moveTo>
                    <a:pt x="1393" y="583"/>
                  </a:moveTo>
                  <a:cubicBezTo>
                    <a:pt x="1792" y="888"/>
                    <a:pt x="3423" y="2120"/>
                    <a:pt x="4999" y="3089"/>
                  </a:cubicBezTo>
                  <a:cubicBezTo>
                    <a:pt x="4691" y="3324"/>
                    <a:pt x="4383" y="3441"/>
                    <a:pt x="4079" y="3441"/>
                  </a:cubicBezTo>
                  <a:cubicBezTo>
                    <a:pt x="3940" y="3441"/>
                    <a:pt x="3802" y="3417"/>
                    <a:pt x="3665" y="3368"/>
                  </a:cubicBezTo>
                  <a:cubicBezTo>
                    <a:pt x="2433" y="2925"/>
                    <a:pt x="1029" y="1683"/>
                    <a:pt x="619" y="1305"/>
                  </a:cubicBezTo>
                  <a:lnTo>
                    <a:pt x="780" y="649"/>
                  </a:lnTo>
                  <a:lnTo>
                    <a:pt x="1393" y="583"/>
                  </a:lnTo>
                  <a:close/>
                  <a:moveTo>
                    <a:pt x="1472" y="1"/>
                  </a:moveTo>
                  <a:cubicBezTo>
                    <a:pt x="1463" y="1"/>
                    <a:pt x="1454" y="1"/>
                    <a:pt x="1445" y="2"/>
                  </a:cubicBezTo>
                  <a:lnTo>
                    <a:pt x="519" y="102"/>
                  </a:lnTo>
                  <a:cubicBezTo>
                    <a:pt x="399" y="114"/>
                    <a:pt x="300" y="201"/>
                    <a:pt x="272" y="317"/>
                  </a:cubicBezTo>
                  <a:lnTo>
                    <a:pt x="24" y="1330"/>
                  </a:lnTo>
                  <a:cubicBezTo>
                    <a:pt x="0" y="1428"/>
                    <a:pt x="30" y="1532"/>
                    <a:pt x="103" y="1602"/>
                  </a:cubicBezTo>
                  <a:cubicBezTo>
                    <a:pt x="175" y="1673"/>
                    <a:pt x="1902" y="3341"/>
                    <a:pt x="3473" y="3905"/>
                  </a:cubicBezTo>
                  <a:cubicBezTo>
                    <a:pt x="3667" y="3976"/>
                    <a:pt x="3873" y="4013"/>
                    <a:pt x="4080" y="4014"/>
                  </a:cubicBezTo>
                  <a:cubicBezTo>
                    <a:pt x="4626" y="4014"/>
                    <a:pt x="5170" y="3755"/>
                    <a:pt x="5682" y="3247"/>
                  </a:cubicBezTo>
                  <a:cubicBezTo>
                    <a:pt x="5814" y="3116"/>
                    <a:pt x="5787" y="2894"/>
                    <a:pt x="5625" y="2799"/>
                  </a:cubicBezTo>
                  <a:cubicBezTo>
                    <a:pt x="3760" y="1695"/>
                    <a:pt x="1671" y="77"/>
                    <a:pt x="1651" y="61"/>
                  </a:cubicBezTo>
                  <a:cubicBezTo>
                    <a:pt x="1599" y="22"/>
                    <a:pt x="1536" y="1"/>
                    <a:pt x="1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658;p44">
              <a:extLst>
                <a:ext uri="{FF2B5EF4-FFF2-40B4-BE49-F238E27FC236}">
                  <a16:creationId xmlns:a16="http://schemas.microsoft.com/office/drawing/2014/main" id="{39162BA4-E958-4020-BCF3-3BBADE61F823}"/>
                </a:ext>
              </a:extLst>
            </p:cNvPr>
            <p:cNvSpPr/>
            <p:nvPr/>
          </p:nvSpPr>
          <p:spPr>
            <a:xfrm>
              <a:off x="780754" y="4770757"/>
              <a:ext cx="289945" cy="45909"/>
            </a:xfrm>
            <a:custGeom>
              <a:avLst/>
              <a:gdLst/>
              <a:ahLst/>
              <a:cxnLst/>
              <a:rect l="l" t="t" r="r" b="b"/>
              <a:pathLst>
                <a:path w="19667" h="3114" extrusionOk="0">
                  <a:moveTo>
                    <a:pt x="19655" y="1"/>
                  </a:moveTo>
                  <a:lnTo>
                    <a:pt x="19655" y="1"/>
                  </a:lnTo>
                  <a:cubicBezTo>
                    <a:pt x="19010" y="364"/>
                    <a:pt x="17816" y="950"/>
                    <a:pt x="16098" y="1427"/>
                  </a:cubicBezTo>
                  <a:cubicBezTo>
                    <a:pt x="15225" y="1670"/>
                    <a:pt x="14275" y="1765"/>
                    <a:pt x="13244" y="1765"/>
                  </a:cubicBezTo>
                  <a:cubicBezTo>
                    <a:pt x="11086" y="1765"/>
                    <a:pt x="8574" y="1349"/>
                    <a:pt x="5671" y="1003"/>
                  </a:cubicBezTo>
                  <a:cubicBezTo>
                    <a:pt x="3774" y="778"/>
                    <a:pt x="2218" y="715"/>
                    <a:pt x="1070" y="715"/>
                  </a:cubicBezTo>
                  <a:cubicBezTo>
                    <a:pt x="661" y="715"/>
                    <a:pt x="303" y="723"/>
                    <a:pt x="1" y="734"/>
                  </a:cubicBezTo>
                  <a:cubicBezTo>
                    <a:pt x="25" y="853"/>
                    <a:pt x="59" y="969"/>
                    <a:pt x="104" y="1082"/>
                  </a:cubicBezTo>
                  <a:cubicBezTo>
                    <a:pt x="565" y="2188"/>
                    <a:pt x="1358" y="2336"/>
                    <a:pt x="2497" y="2336"/>
                  </a:cubicBezTo>
                  <a:cubicBezTo>
                    <a:pt x="2820" y="2336"/>
                    <a:pt x="3170" y="2324"/>
                    <a:pt x="3548" y="2318"/>
                  </a:cubicBezTo>
                  <a:cubicBezTo>
                    <a:pt x="3565" y="2318"/>
                    <a:pt x="3583" y="2318"/>
                    <a:pt x="3602" y="2318"/>
                  </a:cubicBezTo>
                  <a:cubicBezTo>
                    <a:pt x="5124" y="2318"/>
                    <a:pt x="10957" y="3113"/>
                    <a:pt x="13990" y="3113"/>
                  </a:cubicBezTo>
                  <a:cubicBezTo>
                    <a:pt x="14590" y="3113"/>
                    <a:pt x="15081" y="3082"/>
                    <a:pt x="15407" y="3008"/>
                  </a:cubicBezTo>
                  <a:cubicBezTo>
                    <a:pt x="17398" y="2551"/>
                    <a:pt x="19384" y="1666"/>
                    <a:pt x="19650" y="235"/>
                  </a:cubicBezTo>
                  <a:cubicBezTo>
                    <a:pt x="19665" y="158"/>
                    <a:pt x="19666" y="79"/>
                    <a:pt x="19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659;p44">
              <a:extLst>
                <a:ext uri="{FF2B5EF4-FFF2-40B4-BE49-F238E27FC236}">
                  <a16:creationId xmlns:a16="http://schemas.microsoft.com/office/drawing/2014/main" id="{FDB6CEE9-9D87-4CCF-8112-B5C40BAF5C31}"/>
                </a:ext>
              </a:extLst>
            </p:cNvPr>
            <p:cNvSpPr/>
            <p:nvPr/>
          </p:nvSpPr>
          <p:spPr>
            <a:xfrm>
              <a:off x="776081" y="4766541"/>
              <a:ext cx="298864" cy="54312"/>
            </a:xfrm>
            <a:custGeom>
              <a:avLst/>
              <a:gdLst/>
              <a:ahLst/>
              <a:cxnLst/>
              <a:rect l="l" t="t" r="r" b="b"/>
              <a:pathLst>
                <a:path w="20272" h="3684" extrusionOk="0">
                  <a:moveTo>
                    <a:pt x="19574" y="820"/>
                  </a:moveTo>
                  <a:lnTo>
                    <a:pt x="19574" y="820"/>
                  </a:lnTo>
                  <a:cubicBezTo>
                    <a:pt x="19151" y="1748"/>
                    <a:pt x="17759" y="2535"/>
                    <a:pt x="15659" y="3015"/>
                  </a:cubicBezTo>
                  <a:cubicBezTo>
                    <a:pt x="15356" y="3085"/>
                    <a:pt x="14892" y="3114"/>
                    <a:pt x="14321" y="3114"/>
                  </a:cubicBezTo>
                  <a:cubicBezTo>
                    <a:pt x="12548" y="3114"/>
                    <a:pt x="9748" y="2834"/>
                    <a:pt x="7558" y="2616"/>
                  </a:cubicBezTo>
                  <a:cubicBezTo>
                    <a:pt x="5956" y="2457"/>
                    <a:pt x="4565" y="2318"/>
                    <a:pt x="3917" y="2318"/>
                  </a:cubicBezTo>
                  <a:lnTo>
                    <a:pt x="3861" y="2318"/>
                  </a:lnTo>
                  <a:lnTo>
                    <a:pt x="3432" y="2327"/>
                  </a:lnTo>
                  <a:cubicBezTo>
                    <a:pt x="3221" y="2332"/>
                    <a:pt x="3026" y="2335"/>
                    <a:pt x="2844" y="2335"/>
                  </a:cubicBezTo>
                  <a:cubicBezTo>
                    <a:pt x="1680" y="2335"/>
                    <a:pt x="1089" y="2191"/>
                    <a:pt x="700" y="1294"/>
                  </a:cubicBezTo>
                  <a:cubicBezTo>
                    <a:pt x="914" y="1289"/>
                    <a:pt x="1148" y="1286"/>
                    <a:pt x="1400" y="1286"/>
                  </a:cubicBezTo>
                  <a:cubicBezTo>
                    <a:pt x="2548" y="1286"/>
                    <a:pt x="4088" y="1351"/>
                    <a:pt x="5955" y="1573"/>
                  </a:cubicBezTo>
                  <a:cubicBezTo>
                    <a:pt x="6670" y="1657"/>
                    <a:pt x="7361" y="1748"/>
                    <a:pt x="8030" y="1834"/>
                  </a:cubicBezTo>
                  <a:cubicBezTo>
                    <a:pt x="10050" y="2094"/>
                    <a:pt x="11901" y="2334"/>
                    <a:pt x="13563" y="2334"/>
                  </a:cubicBezTo>
                  <a:cubicBezTo>
                    <a:pt x="14618" y="2334"/>
                    <a:pt x="15596" y="2237"/>
                    <a:pt x="16492" y="1988"/>
                  </a:cubicBezTo>
                  <a:cubicBezTo>
                    <a:pt x="17825" y="1617"/>
                    <a:pt x="18851" y="1183"/>
                    <a:pt x="19574" y="820"/>
                  </a:cubicBezTo>
                  <a:close/>
                  <a:moveTo>
                    <a:pt x="19972" y="1"/>
                  </a:moveTo>
                  <a:cubicBezTo>
                    <a:pt x="19925" y="1"/>
                    <a:pt x="19877" y="12"/>
                    <a:pt x="19832" y="38"/>
                  </a:cubicBezTo>
                  <a:cubicBezTo>
                    <a:pt x="19149" y="424"/>
                    <a:pt x="17990" y="979"/>
                    <a:pt x="16339" y="1439"/>
                  </a:cubicBezTo>
                  <a:cubicBezTo>
                    <a:pt x="15489" y="1675"/>
                    <a:pt x="14569" y="1768"/>
                    <a:pt x="13564" y="1768"/>
                  </a:cubicBezTo>
                  <a:cubicBezTo>
                    <a:pt x="11973" y="1768"/>
                    <a:pt x="10171" y="1535"/>
                    <a:pt x="8103" y="1267"/>
                  </a:cubicBezTo>
                  <a:cubicBezTo>
                    <a:pt x="7433" y="1181"/>
                    <a:pt x="6739" y="1091"/>
                    <a:pt x="6022" y="1006"/>
                  </a:cubicBezTo>
                  <a:cubicBezTo>
                    <a:pt x="4119" y="780"/>
                    <a:pt x="2551" y="715"/>
                    <a:pt x="1381" y="715"/>
                  </a:cubicBezTo>
                  <a:cubicBezTo>
                    <a:pt x="974" y="715"/>
                    <a:pt x="615" y="723"/>
                    <a:pt x="307" y="735"/>
                  </a:cubicBezTo>
                  <a:cubicBezTo>
                    <a:pt x="130" y="741"/>
                    <a:pt x="0" y="907"/>
                    <a:pt x="39" y="1081"/>
                  </a:cubicBezTo>
                  <a:cubicBezTo>
                    <a:pt x="68" y="1217"/>
                    <a:pt x="107" y="1350"/>
                    <a:pt x="158" y="1478"/>
                  </a:cubicBezTo>
                  <a:cubicBezTo>
                    <a:pt x="682" y="2737"/>
                    <a:pt x="1616" y="2907"/>
                    <a:pt x="2805" y="2907"/>
                  </a:cubicBezTo>
                  <a:cubicBezTo>
                    <a:pt x="3011" y="2907"/>
                    <a:pt x="3225" y="2902"/>
                    <a:pt x="3445" y="2897"/>
                  </a:cubicBezTo>
                  <a:lnTo>
                    <a:pt x="3869" y="2889"/>
                  </a:lnTo>
                  <a:cubicBezTo>
                    <a:pt x="4468" y="2894"/>
                    <a:pt x="5869" y="3022"/>
                    <a:pt x="7502" y="3185"/>
                  </a:cubicBezTo>
                  <a:cubicBezTo>
                    <a:pt x="9797" y="3413"/>
                    <a:pt x="12508" y="3684"/>
                    <a:pt x="14302" y="3684"/>
                  </a:cubicBezTo>
                  <a:cubicBezTo>
                    <a:pt x="14928" y="3684"/>
                    <a:pt x="15442" y="3650"/>
                    <a:pt x="15788" y="3572"/>
                  </a:cubicBezTo>
                  <a:cubicBezTo>
                    <a:pt x="17311" y="3223"/>
                    <a:pt x="19916" y="2370"/>
                    <a:pt x="20248" y="573"/>
                  </a:cubicBezTo>
                  <a:cubicBezTo>
                    <a:pt x="20269" y="464"/>
                    <a:pt x="20271" y="353"/>
                    <a:pt x="20254" y="243"/>
                  </a:cubicBezTo>
                  <a:cubicBezTo>
                    <a:pt x="20232" y="96"/>
                    <a:pt x="20106" y="1"/>
                    <a:pt x="19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660;p44">
              <a:extLst>
                <a:ext uri="{FF2B5EF4-FFF2-40B4-BE49-F238E27FC236}">
                  <a16:creationId xmlns:a16="http://schemas.microsoft.com/office/drawing/2014/main" id="{48F8B170-8A52-4FEC-89DA-65E5871AC254}"/>
                </a:ext>
              </a:extLst>
            </p:cNvPr>
            <p:cNvSpPr/>
            <p:nvPr/>
          </p:nvSpPr>
          <p:spPr>
            <a:xfrm>
              <a:off x="543101" y="3520738"/>
              <a:ext cx="432006" cy="1190798"/>
            </a:xfrm>
            <a:custGeom>
              <a:avLst/>
              <a:gdLst/>
              <a:ahLst/>
              <a:cxnLst/>
              <a:rect l="l" t="t" r="r" b="b"/>
              <a:pathLst>
                <a:path w="29303" h="80772" extrusionOk="0">
                  <a:moveTo>
                    <a:pt x="1166" y="0"/>
                  </a:moveTo>
                  <a:cubicBezTo>
                    <a:pt x="1166" y="0"/>
                    <a:pt x="1076" y="13849"/>
                    <a:pt x="1007" y="19132"/>
                  </a:cubicBezTo>
                  <a:cubicBezTo>
                    <a:pt x="940" y="24415"/>
                    <a:pt x="2288" y="43816"/>
                    <a:pt x="2012" y="44535"/>
                  </a:cubicBezTo>
                  <a:cubicBezTo>
                    <a:pt x="1737" y="45252"/>
                    <a:pt x="1" y="57928"/>
                    <a:pt x="902" y="61056"/>
                  </a:cubicBezTo>
                  <a:cubicBezTo>
                    <a:pt x="1802" y="64184"/>
                    <a:pt x="3304" y="80772"/>
                    <a:pt x="3304" y="80772"/>
                  </a:cubicBezTo>
                  <a:lnTo>
                    <a:pt x="10439" y="80528"/>
                  </a:lnTo>
                  <a:cubicBezTo>
                    <a:pt x="10439" y="80528"/>
                    <a:pt x="11241" y="56390"/>
                    <a:pt x="12072" y="54665"/>
                  </a:cubicBezTo>
                  <a:cubicBezTo>
                    <a:pt x="12905" y="52941"/>
                    <a:pt x="13214" y="44513"/>
                    <a:pt x="13608" y="42081"/>
                  </a:cubicBezTo>
                  <a:cubicBezTo>
                    <a:pt x="14002" y="39648"/>
                    <a:pt x="15785" y="24348"/>
                    <a:pt x="15785" y="24348"/>
                  </a:cubicBezTo>
                  <a:cubicBezTo>
                    <a:pt x="15785" y="24348"/>
                    <a:pt x="18043" y="42732"/>
                    <a:pt x="17681" y="47448"/>
                  </a:cubicBezTo>
                  <a:cubicBezTo>
                    <a:pt x="17320" y="52163"/>
                    <a:pt x="15241" y="56618"/>
                    <a:pt x="15871" y="60750"/>
                  </a:cubicBezTo>
                  <a:cubicBezTo>
                    <a:pt x="16500" y="64881"/>
                    <a:pt x="16581" y="80726"/>
                    <a:pt x="16581" y="80726"/>
                  </a:cubicBezTo>
                  <a:lnTo>
                    <a:pt x="23688" y="78628"/>
                  </a:lnTo>
                  <a:cubicBezTo>
                    <a:pt x="23688" y="78628"/>
                    <a:pt x="25156" y="71326"/>
                    <a:pt x="25134" y="69756"/>
                  </a:cubicBezTo>
                  <a:cubicBezTo>
                    <a:pt x="25111" y="68186"/>
                    <a:pt x="24921" y="64762"/>
                    <a:pt x="25178" y="62760"/>
                  </a:cubicBezTo>
                  <a:cubicBezTo>
                    <a:pt x="25435" y="60758"/>
                    <a:pt x="29072" y="45288"/>
                    <a:pt x="29150" y="40719"/>
                  </a:cubicBezTo>
                  <a:cubicBezTo>
                    <a:pt x="29228" y="36150"/>
                    <a:pt x="29302" y="888"/>
                    <a:pt x="29302" y="887"/>
                  </a:cubicBezTo>
                  <a:lnTo>
                    <a:pt x="29302" y="887"/>
                  </a:lnTo>
                  <a:cubicBezTo>
                    <a:pt x="29302" y="887"/>
                    <a:pt x="23480" y="2458"/>
                    <a:pt x="15937" y="2458"/>
                  </a:cubicBezTo>
                  <a:cubicBezTo>
                    <a:pt x="11343" y="2458"/>
                    <a:pt x="6110" y="1876"/>
                    <a:pt x="1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661;p44">
              <a:extLst>
                <a:ext uri="{FF2B5EF4-FFF2-40B4-BE49-F238E27FC236}">
                  <a16:creationId xmlns:a16="http://schemas.microsoft.com/office/drawing/2014/main" id="{7196AE69-ADD7-4528-A6B7-8FA4CCEEA3C0}"/>
                </a:ext>
              </a:extLst>
            </p:cNvPr>
            <p:cNvSpPr/>
            <p:nvPr/>
          </p:nvSpPr>
          <p:spPr>
            <a:xfrm>
              <a:off x="538708" y="3516506"/>
              <a:ext cx="440601" cy="1199246"/>
            </a:xfrm>
            <a:custGeom>
              <a:avLst/>
              <a:gdLst/>
              <a:ahLst/>
              <a:cxnLst/>
              <a:rect l="l" t="t" r="r" b="b"/>
              <a:pathLst>
                <a:path w="29886" h="81345" extrusionOk="0">
                  <a:moveTo>
                    <a:pt x="1747" y="697"/>
                  </a:moveTo>
                  <a:cubicBezTo>
                    <a:pt x="6586" y="2462"/>
                    <a:pt x="11700" y="3016"/>
                    <a:pt x="16210" y="3016"/>
                  </a:cubicBezTo>
                  <a:cubicBezTo>
                    <a:pt x="22690" y="3016"/>
                    <a:pt x="27925" y="1873"/>
                    <a:pt x="29313" y="1539"/>
                  </a:cubicBezTo>
                  <a:lnTo>
                    <a:pt x="29313" y="1539"/>
                  </a:lnTo>
                  <a:cubicBezTo>
                    <a:pt x="29305" y="5306"/>
                    <a:pt x="29235" y="36737"/>
                    <a:pt x="29161" y="41001"/>
                  </a:cubicBezTo>
                  <a:cubicBezTo>
                    <a:pt x="29108" y="44166"/>
                    <a:pt x="27334" y="52597"/>
                    <a:pt x="26160" y="58176"/>
                  </a:cubicBezTo>
                  <a:cubicBezTo>
                    <a:pt x="25643" y="60626"/>
                    <a:pt x="25271" y="62396"/>
                    <a:pt x="25192" y="63011"/>
                  </a:cubicBezTo>
                  <a:cubicBezTo>
                    <a:pt x="24988" y="64598"/>
                    <a:pt x="25060" y="67022"/>
                    <a:pt x="25114" y="68793"/>
                  </a:cubicBezTo>
                  <a:cubicBezTo>
                    <a:pt x="25128" y="69276"/>
                    <a:pt x="25141" y="69705"/>
                    <a:pt x="25146" y="70047"/>
                  </a:cubicBezTo>
                  <a:cubicBezTo>
                    <a:pt x="25166" y="71437"/>
                    <a:pt x="23958" y="77587"/>
                    <a:pt x="23740" y="78690"/>
                  </a:cubicBezTo>
                  <a:lnTo>
                    <a:pt x="17161" y="80631"/>
                  </a:lnTo>
                  <a:cubicBezTo>
                    <a:pt x="17144" y="78143"/>
                    <a:pt x="17029" y="64792"/>
                    <a:pt x="16450" y="60994"/>
                  </a:cubicBezTo>
                  <a:cubicBezTo>
                    <a:pt x="16082" y="58580"/>
                    <a:pt x="16661" y="56048"/>
                    <a:pt x="17273" y="53366"/>
                  </a:cubicBezTo>
                  <a:cubicBezTo>
                    <a:pt x="17687" y="51552"/>
                    <a:pt x="18116" y="49677"/>
                    <a:pt x="18264" y="47756"/>
                  </a:cubicBezTo>
                  <a:cubicBezTo>
                    <a:pt x="18623" y="43066"/>
                    <a:pt x="16458" y="25351"/>
                    <a:pt x="16365" y="24600"/>
                  </a:cubicBezTo>
                  <a:cubicBezTo>
                    <a:pt x="16348" y="24456"/>
                    <a:pt x="16226" y="24349"/>
                    <a:pt x="16083" y="24349"/>
                  </a:cubicBezTo>
                  <a:lnTo>
                    <a:pt x="16082" y="24349"/>
                  </a:lnTo>
                  <a:cubicBezTo>
                    <a:pt x="15937" y="24349"/>
                    <a:pt x="15815" y="24458"/>
                    <a:pt x="15799" y="24601"/>
                  </a:cubicBezTo>
                  <a:cubicBezTo>
                    <a:pt x="15782" y="24754"/>
                    <a:pt x="14013" y="39924"/>
                    <a:pt x="13625" y="42321"/>
                  </a:cubicBezTo>
                  <a:cubicBezTo>
                    <a:pt x="13486" y="43180"/>
                    <a:pt x="13361" y="44734"/>
                    <a:pt x="13215" y="46532"/>
                  </a:cubicBezTo>
                  <a:cubicBezTo>
                    <a:pt x="12956" y="49749"/>
                    <a:pt x="12633" y="53752"/>
                    <a:pt x="12114" y="54828"/>
                  </a:cubicBezTo>
                  <a:cubicBezTo>
                    <a:pt x="11303" y="56508"/>
                    <a:pt x="10556" y="77760"/>
                    <a:pt x="10460" y="80539"/>
                  </a:cubicBezTo>
                  <a:lnTo>
                    <a:pt x="3862" y="80764"/>
                  </a:lnTo>
                  <a:cubicBezTo>
                    <a:pt x="3658" y="78536"/>
                    <a:pt x="2320" y="64201"/>
                    <a:pt x="1474" y="61264"/>
                  </a:cubicBezTo>
                  <a:cubicBezTo>
                    <a:pt x="606" y="58248"/>
                    <a:pt x="2276" y="45709"/>
                    <a:pt x="2576" y="44923"/>
                  </a:cubicBezTo>
                  <a:cubicBezTo>
                    <a:pt x="2719" y="44553"/>
                    <a:pt x="2576" y="41541"/>
                    <a:pt x="2192" y="34234"/>
                  </a:cubicBezTo>
                  <a:cubicBezTo>
                    <a:pt x="1895" y="28556"/>
                    <a:pt x="1556" y="22120"/>
                    <a:pt x="1591" y="19423"/>
                  </a:cubicBezTo>
                  <a:cubicBezTo>
                    <a:pt x="1652" y="14708"/>
                    <a:pt x="1731" y="3030"/>
                    <a:pt x="1747" y="697"/>
                  </a:cubicBezTo>
                  <a:close/>
                  <a:moveTo>
                    <a:pt x="1464" y="1"/>
                  </a:moveTo>
                  <a:cubicBezTo>
                    <a:pt x="1313" y="1"/>
                    <a:pt x="1179" y="122"/>
                    <a:pt x="1178" y="286"/>
                  </a:cubicBezTo>
                  <a:cubicBezTo>
                    <a:pt x="1178" y="424"/>
                    <a:pt x="1088" y="14193"/>
                    <a:pt x="1021" y="19415"/>
                  </a:cubicBezTo>
                  <a:cubicBezTo>
                    <a:pt x="985" y="22131"/>
                    <a:pt x="1324" y="28577"/>
                    <a:pt x="1623" y="34264"/>
                  </a:cubicBezTo>
                  <a:cubicBezTo>
                    <a:pt x="1880" y="39188"/>
                    <a:pt x="2149" y="44279"/>
                    <a:pt x="2044" y="44719"/>
                  </a:cubicBezTo>
                  <a:cubicBezTo>
                    <a:pt x="1734" y="45529"/>
                    <a:pt x="1" y="58213"/>
                    <a:pt x="925" y="61423"/>
                  </a:cubicBezTo>
                  <a:cubicBezTo>
                    <a:pt x="1809" y="64488"/>
                    <a:pt x="3303" y="80918"/>
                    <a:pt x="3318" y="81084"/>
                  </a:cubicBezTo>
                  <a:cubicBezTo>
                    <a:pt x="3332" y="81230"/>
                    <a:pt x="3455" y="81343"/>
                    <a:pt x="3602" y="81343"/>
                  </a:cubicBezTo>
                  <a:lnTo>
                    <a:pt x="3611" y="81344"/>
                  </a:lnTo>
                  <a:lnTo>
                    <a:pt x="10746" y="81101"/>
                  </a:lnTo>
                  <a:cubicBezTo>
                    <a:pt x="10896" y="81095"/>
                    <a:pt x="11017" y="80975"/>
                    <a:pt x="11021" y="80825"/>
                  </a:cubicBezTo>
                  <a:cubicBezTo>
                    <a:pt x="11244" y="74128"/>
                    <a:pt x="11966" y="56448"/>
                    <a:pt x="12627" y="55077"/>
                  </a:cubicBezTo>
                  <a:cubicBezTo>
                    <a:pt x="13193" y="53905"/>
                    <a:pt x="13507" y="50013"/>
                    <a:pt x="13784" y="46579"/>
                  </a:cubicBezTo>
                  <a:cubicBezTo>
                    <a:pt x="13928" y="44793"/>
                    <a:pt x="14052" y="43250"/>
                    <a:pt x="14188" y="42414"/>
                  </a:cubicBezTo>
                  <a:cubicBezTo>
                    <a:pt x="14483" y="40594"/>
                    <a:pt x="15564" y="31492"/>
                    <a:pt x="16084" y="27078"/>
                  </a:cubicBezTo>
                  <a:cubicBezTo>
                    <a:pt x="16677" y="32220"/>
                    <a:pt x="17971" y="44100"/>
                    <a:pt x="17694" y="47714"/>
                  </a:cubicBezTo>
                  <a:cubicBezTo>
                    <a:pt x="17549" y="49592"/>
                    <a:pt x="17126" y="51446"/>
                    <a:pt x="16717" y="53240"/>
                  </a:cubicBezTo>
                  <a:cubicBezTo>
                    <a:pt x="16092" y="55975"/>
                    <a:pt x="15501" y="58560"/>
                    <a:pt x="15886" y="61080"/>
                  </a:cubicBezTo>
                  <a:cubicBezTo>
                    <a:pt x="16505" y="65144"/>
                    <a:pt x="16592" y="80856"/>
                    <a:pt x="16593" y="81015"/>
                  </a:cubicBezTo>
                  <a:cubicBezTo>
                    <a:pt x="16594" y="81177"/>
                    <a:pt x="16725" y="81299"/>
                    <a:pt x="16877" y="81299"/>
                  </a:cubicBezTo>
                  <a:cubicBezTo>
                    <a:pt x="16904" y="81299"/>
                    <a:pt x="16931" y="81295"/>
                    <a:pt x="16959" y="81287"/>
                  </a:cubicBezTo>
                  <a:lnTo>
                    <a:pt x="24068" y="79188"/>
                  </a:lnTo>
                  <a:cubicBezTo>
                    <a:pt x="24169" y="79158"/>
                    <a:pt x="24246" y="79074"/>
                    <a:pt x="24267" y="78970"/>
                  </a:cubicBezTo>
                  <a:cubicBezTo>
                    <a:pt x="24327" y="78671"/>
                    <a:pt x="25740" y="71621"/>
                    <a:pt x="25717" y="70039"/>
                  </a:cubicBezTo>
                  <a:cubicBezTo>
                    <a:pt x="25713" y="69695"/>
                    <a:pt x="25700" y="69263"/>
                    <a:pt x="25686" y="68776"/>
                  </a:cubicBezTo>
                  <a:cubicBezTo>
                    <a:pt x="25632" y="67025"/>
                    <a:pt x="25561" y="64626"/>
                    <a:pt x="25759" y="63084"/>
                  </a:cubicBezTo>
                  <a:cubicBezTo>
                    <a:pt x="25836" y="62491"/>
                    <a:pt x="26225" y="60639"/>
                    <a:pt x="26718" y="58294"/>
                  </a:cubicBezTo>
                  <a:cubicBezTo>
                    <a:pt x="27898" y="52695"/>
                    <a:pt x="29678" y="44232"/>
                    <a:pt x="29733" y="41011"/>
                  </a:cubicBezTo>
                  <a:cubicBezTo>
                    <a:pt x="29811" y="36492"/>
                    <a:pt x="29885" y="1529"/>
                    <a:pt x="29885" y="1175"/>
                  </a:cubicBezTo>
                  <a:cubicBezTo>
                    <a:pt x="29885" y="1086"/>
                    <a:pt x="29844" y="1002"/>
                    <a:pt x="29774" y="948"/>
                  </a:cubicBezTo>
                  <a:cubicBezTo>
                    <a:pt x="29724" y="909"/>
                    <a:pt x="29663" y="889"/>
                    <a:pt x="29601" y="889"/>
                  </a:cubicBezTo>
                  <a:cubicBezTo>
                    <a:pt x="29575" y="889"/>
                    <a:pt x="29550" y="892"/>
                    <a:pt x="29525" y="899"/>
                  </a:cubicBezTo>
                  <a:cubicBezTo>
                    <a:pt x="29433" y="925"/>
                    <a:pt x="23650" y="2448"/>
                    <a:pt x="16214" y="2448"/>
                  </a:cubicBezTo>
                  <a:cubicBezTo>
                    <a:pt x="11643" y="2448"/>
                    <a:pt x="6448" y="1872"/>
                    <a:pt x="1565" y="20"/>
                  </a:cubicBezTo>
                  <a:cubicBezTo>
                    <a:pt x="1531" y="7"/>
                    <a:pt x="1497" y="1"/>
                    <a:pt x="1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662;p44">
              <a:extLst>
                <a:ext uri="{FF2B5EF4-FFF2-40B4-BE49-F238E27FC236}">
                  <a16:creationId xmlns:a16="http://schemas.microsoft.com/office/drawing/2014/main" id="{692F806E-77D4-41C3-B9FD-BE39BDBD7F84}"/>
                </a:ext>
              </a:extLst>
            </p:cNvPr>
            <p:cNvSpPr/>
            <p:nvPr/>
          </p:nvSpPr>
          <p:spPr>
            <a:xfrm>
              <a:off x="559805" y="3520738"/>
              <a:ext cx="416438" cy="128158"/>
            </a:xfrm>
            <a:custGeom>
              <a:avLst/>
              <a:gdLst/>
              <a:ahLst/>
              <a:cxnLst/>
              <a:rect l="l" t="t" r="r" b="b"/>
              <a:pathLst>
                <a:path w="28247" h="8693" extrusionOk="0">
                  <a:moveTo>
                    <a:pt x="33" y="0"/>
                  </a:moveTo>
                  <a:cubicBezTo>
                    <a:pt x="33" y="0"/>
                    <a:pt x="20" y="1942"/>
                    <a:pt x="0" y="4649"/>
                  </a:cubicBezTo>
                  <a:cubicBezTo>
                    <a:pt x="1419" y="5975"/>
                    <a:pt x="4490" y="7633"/>
                    <a:pt x="11144" y="8409"/>
                  </a:cubicBezTo>
                  <a:cubicBezTo>
                    <a:pt x="12845" y="8608"/>
                    <a:pt x="14454" y="8693"/>
                    <a:pt x="15961" y="8693"/>
                  </a:cubicBezTo>
                  <a:cubicBezTo>
                    <a:pt x="21613" y="8693"/>
                    <a:pt x="25842" y="7495"/>
                    <a:pt x="28247" y="6583"/>
                  </a:cubicBezTo>
                  <a:cubicBezTo>
                    <a:pt x="28211" y="3887"/>
                    <a:pt x="28183" y="1924"/>
                    <a:pt x="28174" y="1199"/>
                  </a:cubicBezTo>
                  <a:cubicBezTo>
                    <a:pt x="27840" y="1184"/>
                    <a:pt x="27472" y="1167"/>
                    <a:pt x="27072" y="1148"/>
                  </a:cubicBezTo>
                  <a:cubicBezTo>
                    <a:pt x="25046" y="1595"/>
                    <a:pt x="20400" y="2459"/>
                    <a:pt x="14805" y="2459"/>
                  </a:cubicBezTo>
                  <a:cubicBezTo>
                    <a:pt x="10211" y="2459"/>
                    <a:pt x="4978" y="187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663;p44">
              <a:extLst>
                <a:ext uri="{FF2B5EF4-FFF2-40B4-BE49-F238E27FC236}">
                  <a16:creationId xmlns:a16="http://schemas.microsoft.com/office/drawing/2014/main" id="{7A4EA80B-D6A3-4924-A4EF-ABAEA88A7FE0}"/>
                </a:ext>
              </a:extLst>
            </p:cNvPr>
            <p:cNvSpPr/>
            <p:nvPr/>
          </p:nvSpPr>
          <p:spPr>
            <a:xfrm>
              <a:off x="555588" y="3516521"/>
              <a:ext cx="424885" cy="136547"/>
            </a:xfrm>
            <a:custGeom>
              <a:avLst/>
              <a:gdLst/>
              <a:ahLst/>
              <a:cxnLst/>
              <a:rect l="l" t="t" r="r" b="b"/>
              <a:pathLst>
                <a:path w="28820" h="9262" extrusionOk="0">
                  <a:moveTo>
                    <a:pt x="602" y="696"/>
                  </a:moveTo>
                  <a:cubicBezTo>
                    <a:pt x="5463" y="2470"/>
                    <a:pt x="10586" y="3024"/>
                    <a:pt x="15094" y="3024"/>
                  </a:cubicBezTo>
                  <a:cubicBezTo>
                    <a:pt x="20722" y="3024"/>
                    <a:pt x="25389" y="2159"/>
                    <a:pt x="27383" y="1722"/>
                  </a:cubicBezTo>
                  <a:lnTo>
                    <a:pt x="28177" y="1758"/>
                  </a:lnTo>
                  <a:lnTo>
                    <a:pt x="28244" y="6672"/>
                  </a:lnTo>
                  <a:cubicBezTo>
                    <a:pt x="25941" y="7525"/>
                    <a:pt x="21776" y="8691"/>
                    <a:pt x="16220" y="8691"/>
                  </a:cubicBezTo>
                  <a:cubicBezTo>
                    <a:pt x="14732" y="8691"/>
                    <a:pt x="13143" y="8607"/>
                    <a:pt x="11463" y="8411"/>
                  </a:cubicBezTo>
                  <a:cubicBezTo>
                    <a:pt x="4962" y="7654"/>
                    <a:pt x="1956" y="6052"/>
                    <a:pt x="573" y="4810"/>
                  </a:cubicBezTo>
                  <a:lnTo>
                    <a:pt x="602" y="696"/>
                  </a:lnTo>
                  <a:close/>
                  <a:moveTo>
                    <a:pt x="319" y="1"/>
                  </a:moveTo>
                  <a:cubicBezTo>
                    <a:pt x="168" y="1"/>
                    <a:pt x="34" y="122"/>
                    <a:pt x="33" y="285"/>
                  </a:cubicBezTo>
                  <a:lnTo>
                    <a:pt x="2" y="4933"/>
                  </a:lnTo>
                  <a:cubicBezTo>
                    <a:pt x="1" y="5012"/>
                    <a:pt x="33" y="5089"/>
                    <a:pt x="92" y="5143"/>
                  </a:cubicBezTo>
                  <a:cubicBezTo>
                    <a:pt x="1495" y="6455"/>
                    <a:pt x="4595" y="8185"/>
                    <a:pt x="11397" y="8979"/>
                  </a:cubicBezTo>
                  <a:cubicBezTo>
                    <a:pt x="12997" y="9166"/>
                    <a:pt x="14607" y="9260"/>
                    <a:pt x="16220" y="9262"/>
                  </a:cubicBezTo>
                  <a:cubicBezTo>
                    <a:pt x="22021" y="9262"/>
                    <a:pt x="26333" y="8009"/>
                    <a:pt x="28634" y="7135"/>
                  </a:cubicBezTo>
                  <a:cubicBezTo>
                    <a:pt x="28746" y="7093"/>
                    <a:pt x="28820" y="6984"/>
                    <a:pt x="28818" y="6864"/>
                  </a:cubicBezTo>
                  <a:lnTo>
                    <a:pt x="28745" y="1482"/>
                  </a:lnTo>
                  <a:cubicBezTo>
                    <a:pt x="28742" y="1331"/>
                    <a:pt x="28623" y="1207"/>
                    <a:pt x="28472" y="1200"/>
                  </a:cubicBezTo>
                  <a:lnTo>
                    <a:pt x="27371" y="1150"/>
                  </a:lnTo>
                  <a:cubicBezTo>
                    <a:pt x="27365" y="1150"/>
                    <a:pt x="27359" y="1150"/>
                    <a:pt x="27352" y="1150"/>
                  </a:cubicBezTo>
                  <a:cubicBezTo>
                    <a:pt x="27334" y="1150"/>
                    <a:pt x="27315" y="1152"/>
                    <a:pt x="27298" y="1156"/>
                  </a:cubicBezTo>
                  <a:cubicBezTo>
                    <a:pt x="25343" y="1586"/>
                    <a:pt x="20695" y="2455"/>
                    <a:pt x="15088" y="2455"/>
                  </a:cubicBezTo>
                  <a:cubicBezTo>
                    <a:pt x="10522" y="2455"/>
                    <a:pt x="5320" y="1878"/>
                    <a:pt x="420" y="20"/>
                  </a:cubicBezTo>
                  <a:cubicBezTo>
                    <a:pt x="386" y="7"/>
                    <a:pt x="352" y="1"/>
                    <a:pt x="3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664;p44">
              <a:extLst>
                <a:ext uri="{FF2B5EF4-FFF2-40B4-BE49-F238E27FC236}">
                  <a16:creationId xmlns:a16="http://schemas.microsoft.com/office/drawing/2014/main" id="{3A9B9D83-C6D3-46C6-906D-4D655F8FDBD0}"/>
                </a:ext>
              </a:extLst>
            </p:cNvPr>
            <p:cNvSpPr/>
            <p:nvPr/>
          </p:nvSpPr>
          <p:spPr>
            <a:xfrm>
              <a:off x="955735" y="3024424"/>
              <a:ext cx="120256" cy="482101"/>
            </a:xfrm>
            <a:custGeom>
              <a:avLst/>
              <a:gdLst/>
              <a:ahLst/>
              <a:cxnLst/>
              <a:rect l="l" t="t" r="r" b="b"/>
              <a:pathLst>
                <a:path w="8157" h="32701" extrusionOk="0">
                  <a:moveTo>
                    <a:pt x="1682" y="1"/>
                  </a:moveTo>
                  <a:lnTo>
                    <a:pt x="1682" y="1"/>
                  </a:lnTo>
                  <a:cubicBezTo>
                    <a:pt x="1256" y="150"/>
                    <a:pt x="1751" y="4854"/>
                    <a:pt x="1783" y="7137"/>
                  </a:cubicBezTo>
                  <a:cubicBezTo>
                    <a:pt x="1816" y="9421"/>
                    <a:pt x="607" y="14862"/>
                    <a:pt x="376" y="18720"/>
                  </a:cubicBezTo>
                  <a:cubicBezTo>
                    <a:pt x="145" y="22577"/>
                    <a:pt x="0" y="32573"/>
                    <a:pt x="1572" y="32693"/>
                  </a:cubicBezTo>
                  <a:cubicBezTo>
                    <a:pt x="1633" y="32698"/>
                    <a:pt x="1696" y="32700"/>
                    <a:pt x="1762" y="32700"/>
                  </a:cubicBezTo>
                  <a:cubicBezTo>
                    <a:pt x="3413" y="32700"/>
                    <a:pt x="6719" y="31281"/>
                    <a:pt x="7386" y="29899"/>
                  </a:cubicBezTo>
                  <a:cubicBezTo>
                    <a:pt x="8080" y="28462"/>
                    <a:pt x="6656" y="18631"/>
                    <a:pt x="6644" y="17775"/>
                  </a:cubicBezTo>
                  <a:cubicBezTo>
                    <a:pt x="6632" y="16919"/>
                    <a:pt x="8157" y="3621"/>
                    <a:pt x="7287" y="2634"/>
                  </a:cubicBezTo>
                  <a:cubicBezTo>
                    <a:pt x="6416" y="1647"/>
                    <a:pt x="1682" y="1"/>
                    <a:pt x="168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665;p44">
              <a:extLst>
                <a:ext uri="{FF2B5EF4-FFF2-40B4-BE49-F238E27FC236}">
                  <a16:creationId xmlns:a16="http://schemas.microsoft.com/office/drawing/2014/main" id="{E444BB30-1540-4437-93E1-C18FEC5B4F84}"/>
                </a:ext>
              </a:extLst>
            </p:cNvPr>
            <p:cNvSpPr/>
            <p:nvPr/>
          </p:nvSpPr>
          <p:spPr>
            <a:xfrm>
              <a:off x="945003" y="3020223"/>
              <a:ext cx="131063" cy="490490"/>
            </a:xfrm>
            <a:custGeom>
              <a:avLst/>
              <a:gdLst/>
              <a:ahLst/>
              <a:cxnLst/>
              <a:rect l="l" t="t" r="r" b="b"/>
              <a:pathLst>
                <a:path w="8890" h="33270" extrusionOk="0">
                  <a:moveTo>
                    <a:pt x="2559" y="640"/>
                  </a:moveTo>
                  <a:cubicBezTo>
                    <a:pt x="4004" y="1156"/>
                    <a:pt x="7166" y="2387"/>
                    <a:pt x="7800" y="3107"/>
                  </a:cubicBezTo>
                  <a:cubicBezTo>
                    <a:pt x="8380" y="3813"/>
                    <a:pt x="7584" y="12433"/>
                    <a:pt x="7284" y="15680"/>
                  </a:cubicBezTo>
                  <a:cubicBezTo>
                    <a:pt x="7152" y="17104"/>
                    <a:pt x="7083" y="17857"/>
                    <a:pt x="7087" y="18064"/>
                  </a:cubicBezTo>
                  <a:cubicBezTo>
                    <a:pt x="7090" y="18285"/>
                    <a:pt x="7172" y="18987"/>
                    <a:pt x="7295" y="20048"/>
                  </a:cubicBezTo>
                  <a:cubicBezTo>
                    <a:pt x="7637" y="22968"/>
                    <a:pt x="8346" y="29045"/>
                    <a:pt x="7856" y="30059"/>
                  </a:cubicBezTo>
                  <a:cubicBezTo>
                    <a:pt x="7266" y="31282"/>
                    <a:pt x="4112" y="32699"/>
                    <a:pt x="2510" y="32699"/>
                  </a:cubicBezTo>
                  <a:cubicBezTo>
                    <a:pt x="2444" y="32699"/>
                    <a:pt x="2382" y="32697"/>
                    <a:pt x="2322" y="32692"/>
                  </a:cubicBezTo>
                  <a:cubicBezTo>
                    <a:pt x="1339" y="32618"/>
                    <a:pt x="1014" y="25282"/>
                    <a:pt x="1389" y="19021"/>
                  </a:cubicBezTo>
                  <a:cubicBezTo>
                    <a:pt x="1502" y="17134"/>
                    <a:pt x="1859" y="14809"/>
                    <a:pt x="2174" y="12758"/>
                  </a:cubicBezTo>
                  <a:cubicBezTo>
                    <a:pt x="2516" y="10527"/>
                    <a:pt x="2813" y="8600"/>
                    <a:pt x="2796" y="7417"/>
                  </a:cubicBezTo>
                  <a:cubicBezTo>
                    <a:pt x="2786" y="6661"/>
                    <a:pt x="2726" y="5667"/>
                    <a:pt x="2663" y="4616"/>
                  </a:cubicBezTo>
                  <a:cubicBezTo>
                    <a:pt x="2577" y="3174"/>
                    <a:pt x="2462" y="1253"/>
                    <a:pt x="2559" y="640"/>
                  </a:cubicBezTo>
                  <a:close/>
                  <a:moveTo>
                    <a:pt x="2410" y="1"/>
                  </a:moveTo>
                  <a:cubicBezTo>
                    <a:pt x="2378" y="1"/>
                    <a:pt x="2347" y="6"/>
                    <a:pt x="2316" y="16"/>
                  </a:cubicBezTo>
                  <a:cubicBezTo>
                    <a:pt x="1899" y="162"/>
                    <a:pt x="1866" y="854"/>
                    <a:pt x="2094" y="4651"/>
                  </a:cubicBezTo>
                  <a:cubicBezTo>
                    <a:pt x="2155" y="5695"/>
                    <a:pt x="2214" y="6682"/>
                    <a:pt x="2225" y="7426"/>
                  </a:cubicBezTo>
                  <a:cubicBezTo>
                    <a:pt x="2241" y="8560"/>
                    <a:pt x="1935" y="10557"/>
                    <a:pt x="1610" y="12671"/>
                  </a:cubicBezTo>
                  <a:cubicBezTo>
                    <a:pt x="1292" y="14735"/>
                    <a:pt x="934" y="17073"/>
                    <a:pt x="818" y="18988"/>
                  </a:cubicBezTo>
                  <a:cubicBezTo>
                    <a:pt x="811" y="19129"/>
                    <a:pt x="1" y="33089"/>
                    <a:pt x="2278" y="33263"/>
                  </a:cubicBezTo>
                  <a:cubicBezTo>
                    <a:pt x="2339" y="33267"/>
                    <a:pt x="2403" y="33270"/>
                    <a:pt x="2471" y="33270"/>
                  </a:cubicBezTo>
                  <a:cubicBezTo>
                    <a:pt x="4137" y="33270"/>
                    <a:pt x="7627" y="31851"/>
                    <a:pt x="8371" y="30309"/>
                  </a:cubicBezTo>
                  <a:cubicBezTo>
                    <a:pt x="8889" y="29235"/>
                    <a:pt x="8380" y="24416"/>
                    <a:pt x="7863" y="19982"/>
                  </a:cubicBezTo>
                  <a:cubicBezTo>
                    <a:pt x="7749" y="19014"/>
                    <a:pt x="7660" y="18250"/>
                    <a:pt x="7657" y="18056"/>
                  </a:cubicBezTo>
                  <a:cubicBezTo>
                    <a:pt x="7654" y="17870"/>
                    <a:pt x="7742" y="16927"/>
                    <a:pt x="7852" y="15733"/>
                  </a:cubicBezTo>
                  <a:cubicBezTo>
                    <a:pt x="8546" y="8228"/>
                    <a:pt x="8850" y="3436"/>
                    <a:pt x="8229" y="2731"/>
                  </a:cubicBezTo>
                  <a:cubicBezTo>
                    <a:pt x="7335" y="1716"/>
                    <a:pt x="2996" y="188"/>
                    <a:pt x="2503" y="16"/>
                  </a:cubicBezTo>
                  <a:cubicBezTo>
                    <a:pt x="2473" y="6"/>
                    <a:pt x="2441" y="1"/>
                    <a:pt x="24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666;p44">
              <a:extLst>
                <a:ext uri="{FF2B5EF4-FFF2-40B4-BE49-F238E27FC236}">
                  <a16:creationId xmlns:a16="http://schemas.microsoft.com/office/drawing/2014/main" id="{8F80278F-7F3D-4183-81B0-7DF34F1C4AE6}"/>
                </a:ext>
              </a:extLst>
            </p:cNvPr>
            <p:cNvSpPr/>
            <p:nvPr/>
          </p:nvSpPr>
          <p:spPr>
            <a:xfrm>
              <a:off x="944251" y="3419956"/>
              <a:ext cx="190771" cy="156228"/>
            </a:xfrm>
            <a:custGeom>
              <a:avLst/>
              <a:gdLst/>
              <a:ahLst/>
              <a:cxnLst/>
              <a:rect l="l" t="t" r="r" b="b"/>
              <a:pathLst>
                <a:path w="12940" h="10597" extrusionOk="0">
                  <a:moveTo>
                    <a:pt x="6539" y="0"/>
                  </a:moveTo>
                  <a:cubicBezTo>
                    <a:pt x="6505" y="0"/>
                    <a:pt x="6470" y="1"/>
                    <a:pt x="6435" y="1"/>
                  </a:cubicBezTo>
                  <a:cubicBezTo>
                    <a:pt x="3241" y="46"/>
                    <a:pt x="268" y="2305"/>
                    <a:pt x="133" y="6060"/>
                  </a:cubicBezTo>
                  <a:cubicBezTo>
                    <a:pt x="0" y="9741"/>
                    <a:pt x="2539" y="10596"/>
                    <a:pt x="4940" y="10596"/>
                  </a:cubicBezTo>
                  <a:cubicBezTo>
                    <a:pt x="4987" y="10596"/>
                    <a:pt x="5035" y="10596"/>
                    <a:pt x="5082" y="10595"/>
                  </a:cubicBezTo>
                  <a:cubicBezTo>
                    <a:pt x="7524" y="10561"/>
                    <a:pt x="12940" y="8267"/>
                    <a:pt x="11160" y="1981"/>
                  </a:cubicBezTo>
                  <a:cubicBezTo>
                    <a:pt x="11160" y="1981"/>
                    <a:pt x="9662" y="0"/>
                    <a:pt x="653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667;p44">
              <a:extLst>
                <a:ext uri="{FF2B5EF4-FFF2-40B4-BE49-F238E27FC236}">
                  <a16:creationId xmlns:a16="http://schemas.microsoft.com/office/drawing/2014/main" id="{5A003073-B52B-4A3D-A6B9-05A53F4697EB}"/>
                </a:ext>
              </a:extLst>
            </p:cNvPr>
            <p:cNvSpPr/>
            <p:nvPr/>
          </p:nvSpPr>
          <p:spPr>
            <a:xfrm>
              <a:off x="941199" y="3415740"/>
              <a:ext cx="181748" cy="164647"/>
            </a:xfrm>
            <a:custGeom>
              <a:avLst/>
              <a:gdLst/>
              <a:ahLst/>
              <a:cxnLst/>
              <a:rect l="l" t="t" r="r" b="b"/>
              <a:pathLst>
                <a:path w="12328" h="11168" extrusionOk="0">
                  <a:moveTo>
                    <a:pt x="6712" y="572"/>
                  </a:moveTo>
                  <a:cubicBezTo>
                    <a:pt x="6723" y="572"/>
                    <a:pt x="6734" y="572"/>
                    <a:pt x="6745" y="572"/>
                  </a:cubicBezTo>
                  <a:cubicBezTo>
                    <a:pt x="9441" y="572"/>
                    <a:pt x="10882" y="2134"/>
                    <a:pt x="11108" y="2402"/>
                  </a:cubicBezTo>
                  <a:cubicBezTo>
                    <a:pt x="11723" y="4617"/>
                    <a:pt x="11473" y="6494"/>
                    <a:pt x="10366" y="7980"/>
                  </a:cubicBezTo>
                  <a:cubicBezTo>
                    <a:pt x="8960" y="9866"/>
                    <a:pt x="6557" y="10578"/>
                    <a:pt x="5285" y="10596"/>
                  </a:cubicBezTo>
                  <a:cubicBezTo>
                    <a:pt x="5255" y="10596"/>
                    <a:pt x="5225" y="10596"/>
                    <a:pt x="5195" y="10596"/>
                  </a:cubicBezTo>
                  <a:cubicBezTo>
                    <a:pt x="3566" y="10596"/>
                    <a:pt x="2345" y="10215"/>
                    <a:pt x="1585" y="9438"/>
                  </a:cubicBezTo>
                  <a:cubicBezTo>
                    <a:pt x="900" y="8738"/>
                    <a:pt x="576" y="7700"/>
                    <a:pt x="625" y="6356"/>
                  </a:cubicBezTo>
                  <a:cubicBezTo>
                    <a:pt x="760" y="2613"/>
                    <a:pt x="3756" y="613"/>
                    <a:pt x="6646" y="572"/>
                  </a:cubicBezTo>
                  <a:cubicBezTo>
                    <a:pt x="6668" y="572"/>
                    <a:pt x="6690" y="572"/>
                    <a:pt x="6712" y="572"/>
                  </a:cubicBezTo>
                  <a:close/>
                  <a:moveTo>
                    <a:pt x="6748" y="0"/>
                  </a:moveTo>
                  <a:cubicBezTo>
                    <a:pt x="6712" y="0"/>
                    <a:pt x="6675" y="0"/>
                    <a:pt x="6638" y="1"/>
                  </a:cubicBezTo>
                  <a:cubicBezTo>
                    <a:pt x="3478" y="46"/>
                    <a:pt x="202" y="2235"/>
                    <a:pt x="54" y="6335"/>
                  </a:cubicBezTo>
                  <a:cubicBezTo>
                    <a:pt x="0" y="7843"/>
                    <a:pt x="378" y="9021"/>
                    <a:pt x="1177" y="9837"/>
                  </a:cubicBezTo>
                  <a:cubicBezTo>
                    <a:pt x="2042" y="10721"/>
                    <a:pt x="3375" y="11167"/>
                    <a:pt x="5141" y="11167"/>
                  </a:cubicBezTo>
                  <a:lnTo>
                    <a:pt x="5292" y="11167"/>
                  </a:lnTo>
                  <a:cubicBezTo>
                    <a:pt x="6678" y="11148"/>
                    <a:pt x="9295" y="10374"/>
                    <a:pt x="10824" y="8321"/>
                  </a:cubicBezTo>
                  <a:cubicBezTo>
                    <a:pt x="12052" y="6673"/>
                    <a:pt x="12327" y="4611"/>
                    <a:pt x="11642" y="2190"/>
                  </a:cubicBezTo>
                  <a:cubicBezTo>
                    <a:pt x="11632" y="2155"/>
                    <a:pt x="11616" y="2123"/>
                    <a:pt x="11595" y="2095"/>
                  </a:cubicBezTo>
                  <a:cubicBezTo>
                    <a:pt x="11529" y="2008"/>
                    <a:pt x="9973" y="0"/>
                    <a:pt x="67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1668;p44">
              <a:extLst>
                <a:ext uri="{FF2B5EF4-FFF2-40B4-BE49-F238E27FC236}">
                  <a16:creationId xmlns:a16="http://schemas.microsoft.com/office/drawing/2014/main" id="{5A23011E-0533-4506-8A34-CEDB875E5439}"/>
                </a:ext>
              </a:extLst>
            </p:cNvPr>
            <p:cNvSpPr/>
            <p:nvPr/>
          </p:nvSpPr>
          <p:spPr>
            <a:xfrm>
              <a:off x="972793" y="3464568"/>
              <a:ext cx="220492" cy="98172"/>
            </a:xfrm>
            <a:custGeom>
              <a:avLst/>
              <a:gdLst/>
              <a:ahLst/>
              <a:cxnLst/>
              <a:rect l="l" t="t" r="r" b="b"/>
              <a:pathLst>
                <a:path w="14956" h="6659" extrusionOk="0">
                  <a:moveTo>
                    <a:pt x="7088" y="0"/>
                  </a:moveTo>
                  <a:cubicBezTo>
                    <a:pt x="6208" y="0"/>
                    <a:pt x="5308" y="93"/>
                    <a:pt x="4520" y="354"/>
                  </a:cubicBezTo>
                  <a:cubicBezTo>
                    <a:pt x="1821" y="1250"/>
                    <a:pt x="405" y="2125"/>
                    <a:pt x="156" y="4698"/>
                  </a:cubicBezTo>
                  <a:cubicBezTo>
                    <a:pt x="1" y="6300"/>
                    <a:pt x="1708" y="6659"/>
                    <a:pt x="3604" y="6659"/>
                  </a:cubicBezTo>
                  <a:cubicBezTo>
                    <a:pt x="4754" y="6659"/>
                    <a:pt x="5974" y="6526"/>
                    <a:pt x="6890" y="6459"/>
                  </a:cubicBezTo>
                  <a:cubicBezTo>
                    <a:pt x="9314" y="6282"/>
                    <a:pt x="14956" y="1349"/>
                    <a:pt x="14956" y="1349"/>
                  </a:cubicBezTo>
                  <a:lnTo>
                    <a:pt x="11232" y="544"/>
                  </a:lnTo>
                  <a:cubicBezTo>
                    <a:pt x="11232" y="544"/>
                    <a:pt x="9220" y="0"/>
                    <a:pt x="7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1669;p44">
              <a:extLst>
                <a:ext uri="{FF2B5EF4-FFF2-40B4-BE49-F238E27FC236}">
                  <a16:creationId xmlns:a16="http://schemas.microsoft.com/office/drawing/2014/main" id="{3F83EC18-1864-4556-AA8C-02289B360B7E}"/>
                </a:ext>
              </a:extLst>
            </p:cNvPr>
            <p:cNvSpPr/>
            <p:nvPr/>
          </p:nvSpPr>
          <p:spPr>
            <a:xfrm>
              <a:off x="970095" y="3460337"/>
              <a:ext cx="228556" cy="106605"/>
            </a:xfrm>
            <a:custGeom>
              <a:avLst/>
              <a:gdLst/>
              <a:ahLst/>
              <a:cxnLst/>
              <a:rect l="l" t="t" r="r" b="b"/>
              <a:pathLst>
                <a:path w="15503" h="7231" extrusionOk="0">
                  <a:moveTo>
                    <a:pt x="7261" y="574"/>
                  </a:moveTo>
                  <a:cubicBezTo>
                    <a:pt x="9333" y="574"/>
                    <a:pt x="11313" y="1100"/>
                    <a:pt x="11342" y="1107"/>
                  </a:cubicBezTo>
                  <a:cubicBezTo>
                    <a:pt x="11347" y="1109"/>
                    <a:pt x="11351" y="1110"/>
                    <a:pt x="11356" y="1111"/>
                  </a:cubicBezTo>
                  <a:lnTo>
                    <a:pt x="14515" y="1793"/>
                  </a:lnTo>
                  <a:cubicBezTo>
                    <a:pt x="13155" y="2936"/>
                    <a:pt x="8976" y="6321"/>
                    <a:pt x="7054" y="6462"/>
                  </a:cubicBezTo>
                  <a:cubicBezTo>
                    <a:pt x="6833" y="6478"/>
                    <a:pt x="6595" y="6497"/>
                    <a:pt x="6345" y="6518"/>
                  </a:cubicBezTo>
                  <a:cubicBezTo>
                    <a:pt x="5589" y="6582"/>
                    <a:pt x="4671" y="6659"/>
                    <a:pt x="3793" y="6659"/>
                  </a:cubicBezTo>
                  <a:cubicBezTo>
                    <a:pt x="2581" y="6659"/>
                    <a:pt x="1446" y="6512"/>
                    <a:pt x="923" y="5981"/>
                  </a:cubicBezTo>
                  <a:cubicBezTo>
                    <a:pt x="682" y="5738"/>
                    <a:pt x="584" y="5420"/>
                    <a:pt x="624" y="5012"/>
                  </a:cubicBezTo>
                  <a:cubicBezTo>
                    <a:pt x="856" y="2610"/>
                    <a:pt x="2098" y="1806"/>
                    <a:pt x="4793" y="912"/>
                  </a:cubicBezTo>
                  <a:cubicBezTo>
                    <a:pt x="5546" y="663"/>
                    <a:pt x="6411" y="575"/>
                    <a:pt x="7262" y="575"/>
                  </a:cubicBezTo>
                  <a:lnTo>
                    <a:pt x="7261" y="574"/>
                  </a:lnTo>
                  <a:close/>
                  <a:moveTo>
                    <a:pt x="7283" y="0"/>
                  </a:moveTo>
                  <a:cubicBezTo>
                    <a:pt x="6375" y="0"/>
                    <a:pt x="5440" y="97"/>
                    <a:pt x="4614" y="370"/>
                  </a:cubicBezTo>
                  <a:cubicBezTo>
                    <a:pt x="1795" y="1304"/>
                    <a:pt x="315" y="2271"/>
                    <a:pt x="56" y="4958"/>
                  </a:cubicBezTo>
                  <a:cubicBezTo>
                    <a:pt x="0" y="5536"/>
                    <a:pt x="155" y="6015"/>
                    <a:pt x="517" y="6382"/>
                  </a:cubicBezTo>
                  <a:cubicBezTo>
                    <a:pt x="1176" y="7051"/>
                    <a:pt x="2449" y="7230"/>
                    <a:pt x="3801" y="7230"/>
                  </a:cubicBezTo>
                  <a:cubicBezTo>
                    <a:pt x="4680" y="7230"/>
                    <a:pt x="5595" y="7153"/>
                    <a:pt x="6391" y="7088"/>
                  </a:cubicBezTo>
                  <a:cubicBezTo>
                    <a:pt x="6640" y="7067"/>
                    <a:pt x="6876" y="7047"/>
                    <a:pt x="7095" y="7031"/>
                  </a:cubicBezTo>
                  <a:cubicBezTo>
                    <a:pt x="9585" y="6850"/>
                    <a:pt x="15094" y="2054"/>
                    <a:pt x="15327" y="1851"/>
                  </a:cubicBezTo>
                  <a:cubicBezTo>
                    <a:pt x="15503" y="1696"/>
                    <a:pt x="15428" y="1406"/>
                    <a:pt x="15199" y="1357"/>
                  </a:cubicBezTo>
                  <a:lnTo>
                    <a:pt x="11484" y="554"/>
                  </a:lnTo>
                  <a:cubicBezTo>
                    <a:pt x="11308" y="507"/>
                    <a:pt x="9365" y="0"/>
                    <a:pt x="7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1670;p44">
              <a:extLst>
                <a:ext uri="{FF2B5EF4-FFF2-40B4-BE49-F238E27FC236}">
                  <a16:creationId xmlns:a16="http://schemas.microsoft.com/office/drawing/2014/main" id="{D80D526F-4D75-430B-B6AC-2EA1316BD28E}"/>
                </a:ext>
              </a:extLst>
            </p:cNvPr>
            <p:cNvSpPr/>
            <p:nvPr/>
          </p:nvSpPr>
          <p:spPr>
            <a:xfrm>
              <a:off x="1090130" y="3416669"/>
              <a:ext cx="245584" cy="111027"/>
            </a:xfrm>
            <a:custGeom>
              <a:avLst/>
              <a:gdLst/>
              <a:ahLst/>
              <a:cxnLst/>
              <a:rect l="l" t="t" r="r" b="b"/>
              <a:pathLst>
                <a:path w="16658" h="7531" extrusionOk="0">
                  <a:moveTo>
                    <a:pt x="15850" y="0"/>
                  </a:moveTo>
                  <a:cubicBezTo>
                    <a:pt x="15474" y="0"/>
                    <a:pt x="14892" y="339"/>
                    <a:pt x="13938" y="788"/>
                  </a:cubicBezTo>
                  <a:cubicBezTo>
                    <a:pt x="12672" y="1385"/>
                    <a:pt x="10195" y="2751"/>
                    <a:pt x="9306" y="3246"/>
                  </a:cubicBezTo>
                  <a:lnTo>
                    <a:pt x="9306" y="3246"/>
                  </a:lnTo>
                  <a:cubicBezTo>
                    <a:pt x="9499" y="3116"/>
                    <a:pt x="9772" y="2901"/>
                    <a:pt x="10108" y="2555"/>
                  </a:cubicBezTo>
                  <a:cubicBezTo>
                    <a:pt x="10812" y="1831"/>
                    <a:pt x="11369" y="824"/>
                    <a:pt x="10792" y="404"/>
                  </a:cubicBezTo>
                  <a:cubicBezTo>
                    <a:pt x="10756" y="378"/>
                    <a:pt x="10714" y="365"/>
                    <a:pt x="10667" y="365"/>
                  </a:cubicBezTo>
                  <a:cubicBezTo>
                    <a:pt x="9975" y="365"/>
                    <a:pt x="8146" y="3028"/>
                    <a:pt x="7313" y="3028"/>
                  </a:cubicBezTo>
                  <a:cubicBezTo>
                    <a:pt x="7295" y="3028"/>
                    <a:pt x="7277" y="3026"/>
                    <a:pt x="7260" y="3024"/>
                  </a:cubicBezTo>
                  <a:cubicBezTo>
                    <a:pt x="6402" y="2893"/>
                    <a:pt x="6098" y="1612"/>
                    <a:pt x="5372" y="766"/>
                  </a:cubicBezTo>
                  <a:cubicBezTo>
                    <a:pt x="5134" y="488"/>
                    <a:pt x="4913" y="394"/>
                    <a:pt x="4725" y="394"/>
                  </a:cubicBezTo>
                  <a:cubicBezTo>
                    <a:pt x="4339" y="394"/>
                    <a:pt x="4087" y="784"/>
                    <a:pt x="4087" y="784"/>
                  </a:cubicBezTo>
                  <a:cubicBezTo>
                    <a:pt x="4087" y="784"/>
                    <a:pt x="5115" y="2768"/>
                    <a:pt x="4549" y="3204"/>
                  </a:cubicBezTo>
                  <a:cubicBezTo>
                    <a:pt x="4457" y="3276"/>
                    <a:pt x="4360" y="3309"/>
                    <a:pt x="4259" y="3309"/>
                  </a:cubicBezTo>
                  <a:cubicBezTo>
                    <a:pt x="3742" y="3309"/>
                    <a:pt x="3113" y="2443"/>
                    <a:pt x="2383" y="1379"/>
                  </a:cubicBezTo>
                  <a:cubicBezTo>
                    <a:pt x="2045" y="888"/>
                    <a:pt x="1712" y="737"/>
                    <a:pt x="1431" y="737"/>
                  </a:cubicBezTo>
                  <a:cubicBezTo>
                    <a:pt x="984" y="737"/>
                    <a:pt x="666" y="1118"/>
                    <a:pt x="666" y="1118"/>
                  </a:cubicBezTo>
                  <a:lnTo>
                    <a:pt x="1838" y="3243"/>
                  </a:lnTo>
                  <a:cubicBezTo>
                    <a:pt x="1838" y="3243"/>
                    <a:pt x="1" y="4553"/>
                    <a:pt x="593" y="6115"/>
                  </a:cubicBezTo>
                  <a:lnTo>
                    <a:pt x="1470" y="7531"/>
                  </a:lnTo>
                  <a:cubicBezTo>
                    <a:pt x="1470" y="7531"/>
                    <a:pt x="2041" y="7523"/>
                    <a:pt x="3604" y="6930"/>
                  </a:cubicBezTo>
                  <a:cubicBezTo>
                    <a:pt x="5166" y="6336"/>
                    <a:pt x="8994" y="4426"/>
                    <a:pt x="10979" y="3542"/>
                  </a:cubicBezTo>
                  <a:cubicBezTo>
                    <a:pt x="12965" y="2657"/>
                    <a:pt x="16658" y="1321"/>
                    <a:pt x="16360" y="469"/>
                  </a:cubicBezTo>
                  <a:cubicBezTo>
                    <a:pt x="16245" y="137"/>
                    <a:pt x="16089" y="0"/>
                    <a:pt x="15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1671;p44">
              <a:extLst>
                <a:ext uri="{FF2B5EF4-FFF2-40B4-BE49-F238E27FC236}">
                  <a16:creationId xmlns:a16="http://schemas.microsoft.com/office/drawing/2014/main" id="{5E7586BF-96BA-4179-A614-E0DF7717DDEE}"/>
                </a:ext>
              </a:extLst>
            </p:cNvPr>
            <p:cNvSpPr/>
            <p:nvPr/>
          </p:nvSpPr>
          <p:spPr>
            <a:xfrm>
              <a:off x="1086931" y="3412452"/>
              <a:ext cx="252926" cy="119460"/>
            </a:xfrm>
            <a:custGeom>
              <a:avLst/>
              <a:gdLst/>
              <a:ahLst/>
              <a:cxnLst/>
              <a:rect l="l" t="t" r="r" b="b"/>
              <a:pathLst>
                <a:path w="17156" h="8103" extrusionOk="0">
                  <a:moveTo>
                    <a:pt x="16067" y="1"/>
                  </a:moveTo>
                  <a:cubicBezTo>
                    <a:pt x="15708" y="1"/>
                    <a:pt x="15264" y="217"/>
                    <a:pt x="14621" y="531"/>
                  </a:cubicBezTo>
                  <a:cubicBezTo>
                    <a:pt x="14443" y="619"/>
                    <a:pt x="14247" y="715"/>
                    <a:pt x="14032" y="816"/>
                  </a:cubicBezTo>
                  <a:cubicBezTo>
                    <a:pt x="13286" y="1167"/>
                    <a:pt x="12118" y="1788"/>
                    <a:pt x="11098" y="2340"/>
                  </a:cubicBezTo>
                  <a:cubicBezTo>
                    <a:pt x="11347" y="1968"/>
                    <a:pt x="11565" y="1514"/>
                    <a:pt x="11530" y="1094"/>
                  </a:cubicBezTo>
                  <a:cubicBezTo>
                    <a:pt x="11507" y="831"/>
                    <a:pt x="11385" y="611"/>
                    <a:pt x="11176" y="459"/>
                  </a:cubicBezTo>
                  <a:cubicBezTo>
                    <a:pt x="11085" y="393"/>
                    <a:pt x="10988" y="362"/>
                    <a:pt x="10885" y="362"/>
                  </a:cubicBezTo>
                  <a:cubicBezTo>
                    <a:pt x="10437" y="362"/>
                    <a:pt x="9872" y="942"/>
                    <a:pt x="9143" y="1692"/>
                  </a:cubicBezTo>
                  <a:cubicBezTo>
                    <a:pt x="8651" y="2199"/>
                    <a:pt x="7826" y="3028"/>
                    <a:pt x="7534" y="3028"/>
                  </a:cubicBezTo>
                  <a:cubicBezTo>
                    <a:pt x="7529" y="3028"/>
                    <a:pt x="7524" y="3027"/>
                    <a:pt x="7519" y="3027"/>
                  </a:cubicBezTo>
                  <a:cubicBezTo>
                    <a:pt x="7102" y="2964"/>
                    <a:pt x="6820" y="2474"/>
                    <a:pt x="6494" y="1907"/>
                  </a:cubicBezTo>
                  <a:cubicBezTo>
                    <a:pt x="6291" y="1553"/>
                    <a:pt x="6081" y="1188"/>
                    <a:pt x="5805" y="866"/>
                  </a:cubicBezTo>
                  <a:cubicBezTo>
                    <a:pt x="5537" y="554"/>
                    <a:pt x="5251" y="395"/>
                    <a:pt x="4945" y="395"/>
                  </a:cubicBezTo>
                  <a:cubicBezTo>
                    <a:pt x="4924" y="395"/>
                    <a:pt x="4903" y="396"/>
                    <a:pt x="4883" y="397"/>
                  </a:cubicBezTo>
                  <a:cubicBezTo>
                    <a:pt x="4391" y="430"/>
                    <a:pt x="4096" y="866"/>
                    <a:pt x="4064" y="915"/>
                  </a:cubicBezTo>
                  <a:cubicBezTo>
                    <a:pt x="4009" y="1001"/>
                    <a:pt x="4003" y="1110"/>
                    <a:pt x="4050" y="1201"/>
                  </a:cubicBezTo>
                  <a:cubicBezTo>
                    <a:pt x="4522" y="2113"/>
                    <a:pt x="4785" y="3116"/>
                    <a:pt x="4591" y="3264"/>
                  </a:cubicBezTo>
                  <a:cubicBezTo>
                    <a:pt x="4551" y="3295"/>
                    <a:pt x="4517" y="3310"/>
                    <a:pt x="4475" y="3310"/>
                  </a:cubicBezTo>
                  <a:cubicBezTo>
                    <a:pt x="4465" y="3310"/>
                    <a:pt x="4455" y="3309"/>
                    <a:pt x="4444" y="3307"/>
                  </a:cubicBezTo>
                  <a:cubicBezTo>
                    <a:pt x="4029" y="3242"/>
                    <a:pt x="3310" y="2195"/>
                    <a:pt x="2835" y="1504"/>
                  </a:cubicBezTo>
                  <a:cubicBezTo>
                    <a:pt x="2499" y="1016"/>
                    <a:pt x="2116" y="758"/>
                    <a:pt x="1696" y="739"/>
                  </a:cubicBezTo>
                  <a:cubicBezTo>
                    <a:pt x="1679" y="738"/>
                    <a:pt x="1662" y="737"/>
                    <a:pt x="1645" y="737"/>
                  </a:cubicBezTo>
                  <a:cubicBezTo>
                    <a:pt x="1076" y="737"/>
                    <a:pt x="680" y="1201"/>
                    <a:pt x="664" y="1221"/>
                  </a:cubicBezTo>
                  <a:cubicBezTo>
                    <a:pt x="589" y="1311"/>
                    <a:pt x="577" y="1439"/>
                    <a:pt x="633" y="1542"/>
                  </a:cubicBezTo>
                  <a:lnTo>
                    <a:pt x="1689" y="3455"/>
                  </a:lnTo>
                  <a:cubicBezTo>
                    <a:pt x="1192" y="3876"/>
                    <a:pt x="0" y="5073"/>
                    <a:pt x="544" y="6504"/>
                  </a:cubicBezTo>
                  <a:cubicBezTo>
                    <a:pt x="588" y="6618"/>
                    <a:pt x="695" y="6688"/>
                    <a:pt x="810" y="6688"/>
                  </a:cubicBezTo>
                  <a:cubicBezTo>
                    <a:pt x="844" y="6688"/>
                    <a:pt x="879" y="6682"/>
                    <a:pt x="913" y="6669"/>
                  </a:cubicBezTo>
                  <a:cubicBezTo>
                    <a:pt x="1059" y="6613"/>
                    <a:pt x="1133" y="6448"/>
                    <a:pt x="1078" y="6301"/>
                  </a:cubicBezTo>
                  <a:cubicBezTo>
                    <a:pt x="571" y="4965"/>
                    <a:pt x="2204" y="3774"/>
                    <a:pt x="2221" y="3762"/>
                  </a:cubicBezTo>
                  <a:cubicBezTo>
                    <a:pt x="2339" y="3677"/>
                    <a:pt x="2375" y="3518"/>
                    <a:pt x="2305" y="3391"/>
                  </a:cubicBezTo>
                  <a:lnTo>
                    <a:pt x="1241" y="1463"/>
                  </a:lnTo>
                  <a:cubicBezTo>
                    <a:pt x="1339" y="1389"/>
                    <a:pt x="1483" y="1309"/>
                    <a:pt x="1641" y="1309"/>
                  </a:cubicBezTo>
                  <a:cubicBezTo>
                    <a:pt x="1652" y="1309"/>
                    <a:pt x="1663" y="1310"/>
                    <a:pt x="1674" y="1310"/>
                  </a:cubicBezTo>
                  <a:cubicBezTo>
                    <a:pt x="1904" y="1322"/>
                    <a:pt x="2137" y="1496"/>
                    <a:pt x="2365" y="1828"/>
                  </a:cubicBezTo>
                  <a:cubicBezTo>
                    <a:pt x="3145" y="2964"/>
                    <a:pt x="3746" y="3776"/>
                    <a:pt x="4355" y="3872"/>
                  </a:cubicBezTo>
                  <a:cubicBezTo>
                    <a:pt x="4396" y="3878"/>
                    <a:pt x="4437" y="3882"/>
                    <a:pt x="4477" y="3882"/>
                  </a:cubicBezTo>
                  <a:cubicBezTo>
                    <a:pt x="4643" y="3882"/>
                    <a:pt x="4801" y="3825"/>
                    <a:pt x="4941" y="3717"/>
                  </a:cubicBezTo>
                  <a:cubicBezTo>
                    <a:pt x="5576" y="3227"/>
                    <a:pt x="4962" y="1763"/>
                    <a:pt x="4645" y="1111"/>
                  </a:cubicBezTo>
                  <a:cubicBezTo>
                    <a:pt x="4715" y="1044"/>
                    <a:pt x="4815" y="974"/>
                    <a:pt x="4922" y="967"/>
                  </a:cubicBezTo>
                  <a:cubicBezTo>
                    <a:pt x="4923" y="967"/>
                    <a:pt x="4925" y="967"/>
                    <a:pt x="4926" y="967"/>
                  </a:cubicBezTo>
                  <a:cubicBezTo>
                    <a:pt x="5105" y="967"/>
                    <a:pt x="5262" y="1110"/>
                    <a:pt x="5372" y="1239"/>
                  </a:cubicBezTo>
                  <a:cubicBezTo>
                    <a:pt x="5613" y="1520"/>
                    <a:pt x="5810" y="1862"/>
                    <a:pt x="6000" y="2193"/>
                  </a:cubicBezTo>
                  <a:cubicBezTo>
                    <a:pt x="6367" y="2829"/>
                    <a:pt x="6745" y="3488"/>
                    <a:pt x="7434" y="3592"/>
                  </a:cubicBezTo>
                  <a:cubicBezTo>
                    <a:pt x="7467" y="3597"/>
                    <a:pt x="7500" y="3600"/>
                    <a:pt x="7534" y="3600"/>
                  </a:cubicBezTo>
                  <a:cubicBezTo>
                    <a:pt x="8045" y="3600"/>
                    <a:pt x="8651" y="3018"/>
                    <a:pt x="9553" y="2091"/>
                  </a:cubicBezTo>
                  <a:cubicBezTo>
                    <a:pt x="9969" y="1663"/>
                    <a:pt x="10667" y="945"/>
                    <a:pt x="10840" y="921"/>
                  </a:cubicBezTo>
                  <a:cubicBezTo>
                    <a:pt x="10915" y="977"/>
                    <a:pt x="10953" y="1044"/>
                    <a:pt x="10961" y="1143"/>
                  </a:cubicBezTo>
                  <a:cubicBezTo>
                    <a:pt x="10991" y="1492"/>
                    <a:pt x="10653" y="2095"/>
                    <a:pt x="10121" y="2643"/>
                  </a:cubicBezTo>
                  <a:cubicBezTo>
                    <a:pt x="9802" y="2970"/>
                    <a:pt x="9547" y="3172"/>
                    <a:pt x="9370" y="3290"/>
                  </a:cubicBezTo>
                  <a:cubicBezTo>
                    <a:pt x="9177" y="3398"/>
                    <a:pt x="9062" y="3462"/>
                    <a:pt x="9056" y="3465"/>
                  </a:cubicBezTo>
                  <a:cubicBezTo>
                    <a:pt x="8927" y="3538"/>
                    <a:pt x="8875" y="3697"/>
                    <a:pt x="8936" y="3831"/>
                  </a:cubicBezTo>
                  <a:cubicBezTo>
                    <a:pt x="8983" y="3936"/>
                    <a:pt x="9087" y="3999"/>
                    <a:pt x="9196" y="3999"/>
                  </a:cubicBezTo>
                  <a:cubicBezTo>
                    <a:pt x="9227" y="3999"/>
                    <a:pt x="9259" y="3994"/>
                    <a:pt x="9290" y="3984"/>
                  </a:cubicBezTo>
                  <a:cubicBezTo>
                    <a:pt x="9315" y="3975"/>
                    <a:pt x="9450" y="3924"/>
                    <a:pt x="9674" y="3774"/>
                  </a:cubicBezTo>
                  <a:cubicBezTo>
                    <a:pt x="10573" y="3276"/>
                    <a:pt x="13032" y="1920"/>
                    <a:pt x="14277" y="1332"/>
                  </a:cubicBezTo>
                  <a:cubicBezTo>
                    <a:pt x="14494" y="1230"/>
                    <a:pt x="14692" y="1133"/>
                    <a:pt x="14874" y="1045"/>
                  </a:cubicBezTo>
                  <a:cubicBezTo>
                    <a:pt x="15389" y="794"/>
                    <a:pt x="15842" y="571"/>
                    <a:pt x="16062" y="571"/>
                  </a:cubicBezTo>
                  <a:cubicBezTo>
                    <a:pt x="16092" y="571"/>
                    <a:pt x="16118" y="575"/>
                    <a:pt x="16139" y="584"/>
                  </a:cubicBezTo>
                  <a:cubicBezTo>
                    <a:pt x="16213" y="615"/>
                    <a:pt x="16272" y="745"/>
                    <a:pt x="16307" y="849"/>
                  </a:cubicBezTo>
                  <a:cubicBezTo>
                    <a:pt x="16463" y="1293"/>
                    <a:pt x="13333" y="2611"/>
                    <a:pt x="12305" y="3043"/>
                  </a:cubicBezTo>
                  <a:cubicBezTo>
                    <a:pt x="11862" y="3229"/>
                    <a:pt x="11443" y="3406"/>
                    <a:pt x="11079" y="3567"/>
                  </a:cubicBezTo>
                  <a:cubicBezTo>
                    <a:pt x="10312" y="3909"/>
                    <a:pt x="9285" y="4397"/>
                    <a:pt x="8196" y="4913"/>
                  </a:cubicBezTo>
                  <a:cubicBezTo>
                    <a:pt x="6462" y="5737"/>
                    <a:pt x="4669" y="6588"/>
                    <a:pt x="3718" y="6949"/>
                  </a:cubicBezTo>
                  <a:cubicBezTo>
                    <a:pt x="2251" y="7506"/>
                    <a:pt x="1685" y="7532"/>
                    <a:pt x="1683" y="7532"/>
                  </a:cubicBezTo>
                  <a:cubicBezTo>
                    <a:pt x="1526" y="7533"/>
                    <a:pt x="1398" y="7661"/>
                    <a:pt x="1400" y="7819"/>
                  </a:cubicBezTo>
                  <a:cubicBezTo>
                    <a:pt x="1401" y="7976"/>
                    <a:pt x="1529" y="8103"/>
                    <a:pt x="1686" y="8103"/>
                  </a:cubicBezTo>
                  <a:cubicBezTo>
                    <a:pt x="1686" y="8103"/>
                    <a:pt x="1687" y="8103"/>
                    <a:pt x="1688" y="8103"/>
                  </a:cubicBezTo>
                  <a:lnTo>
                    <a:pt x="1690" y="8103"/>
                  </a:lnTo>
                  <a:cubicBezTo>
                    <a:pt x="1754" y="8102"/>
                    <a:pt x="2356" y="8077"/>
                    <a:pt x="3920" y="7483"/>
                  </a:cubicBezTo>
                  <a:cubicBezTo>
                    <a:pt x="4891" y="7115"/>
                    <a:pt x="6695" y="6257"/>
                    <a:pt x="8440" y="5430"/>
                  </a:cubicBezTo>
                  <a:cubicBezTo>
                    <a:pt x="9525" y="4914"/>
                    <a:pt x="10549" y="4427"/>
                    <a:pt x="11310" y="4089"/>
                  </a:cubicBezTo>
                  <a:cubicBezTo>
                    <a:pt x="11670" y="3928"/>
                    <a:pt x="12086" y="3753"/>
                    <a:pt x="12524" y="3568"/>
                  </a:cubicBezTo>
                  <a:cubicBezTo>
                    <a:pt x="15419" y="2351"/>
                    <a:pt x="17155" y="1547"/>
                    <a:pt x="16846" y="660"/>
                  </a:cubicBezTo>
                  <a:cubicBezTo>
                    <a:pt x="16775" y="458"/>
                    <a:pt x="16648" y="175"/>
                    <a:pt x="16355" y="56"/>
                  </a:cubicBezTo>
                  <a:cubicBezTo>
                    <a:pt x="16264" y="18"/>
                    <a:pt x="16169" y="1"/>
                    <a:pt x="16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672;p44">
              <a:extLst>
                <a:ext uri="{FF2B5EF4-FFF2-40B4-BE49-F238E27FC236}">
                  <a16:creationId xmlns:a16="http://schemas.microsoft.com/office/drawing/2014/main" id="{CBB8C95B-F2A3-4B9A-A67F-77EE88EA9AC7}"/>
                </a:ext>
              </a:extLst>
            </p:cNvPr>
            <p:cNvSpPr/>
            <p:nvPr/>
          </p:nvSpPr>
          <p:spPr>
            <a:xfrm>
              <a:off x="812215" y="3668047"/>
              <a:ext cx="55565" cy="131092"/>
            </a:xfrm>
            <a:custGeom>
              <a:avLst/>
              <a:gdLst/>
              <a:ahLst/>
              <a:cxnLst/>
              <a:rect l="l" t="t" r="r" b="b"/>
              <a:pathLst>
                <a:path w="3769" h="8892" extrusionOk="0">
                  <a:moveTo>
                    <a:pt x="3185" y="0"/>
                  </a:moveTo>
                  <a:cubicBezTo>
                    <a:pt x="3151" y="0"/>
                    <a:pt x="3117" y="7"/>
                    <a:pt x="3083" y="20"/>
                  </a:cubicBezTo>
                  <a:cubicBezTo>
                    <a:pt x="2998" y="53"/>
                    <a:pt x="993" y="841"/>
                    <a:pt x="830" y="2129"/>
                  </a:cubicBezTo>
                  <a:cubicBezTo>
                    <a:pt x="750" y="2766"/>
                    <a:pt x="1118" y="3382"/>
                    <a:pt x="1926" y="3959"/>
                  </a:cubicBezTo>
                  <a:cubicBezTo>
                    <a:pt x="2782" y="4573"/>
                    <a:pt x="3172" y="5209"/>
                    <a:pt x="3086" y="5850"/>
                  </a:cubicBezTo>
                  <a:cubicBezTo>
                    <a:pt x="2963" y="6763"/>
                    <a:pt x="1833" y="7739"/>
                    <a:pt x="206" y="8339"/>
                  </a:cubicBezTo>
                  <a:cubicBezTo>
                    <a:pt x="77" y="8387"/>
                    <a:pt x="1" y="8521"/>
                    <a:pt x="25" y="8657"/>
                  </a:cubicBezTo>
                  <a:cubicBezTo>
                    <a:pt x="49" y="8793"/>
                    <a:pt x="167" y="8892"/>
                    <a:pt x="305" y="8892"/>
                  </a:cubicBezTo>
                  <a:cubicBezTo>
                    <a:pt x="308" y="8892"/>
                    <a:pt x="310" y="8892"/>
                    <a:pt x="313" y="8892"/>
                  </a:cubicBezTo>
                  <a:cubicBezTo>
                    <a:pt x="344" y="8892"/>
                    <a:pt x="375" y="8885"/>
                    <a:pt x="404" y="8874"/>
                  </a:cubicBezTo>
                  <a:cubicBezTo>
                    <a:pt x="1854" y="8339"/>
                    <a:pt x="3469" y="7284"/>
                    <a:pt x="3651" y="5926"/>
                  </a:cubicBezTo>
                  <a:cubicBezTo>
                    <a:pt x="3769" y="5058"/>
                    <a:pt x="3299" y="4241"/>
                    <a:pt x="2259" y="3495"/>
                  </a:cubicBezTo>
                  <a:cubicBezTo>
                    <a:pt x="1635" y="3049"/>
                    <a:pt x="1345" y="2614"/>
                    <a:pt x="1397" y="2201"/>
                  </a:cubicBezTo>
                  <a:cubicBezTo>
                    <a:pt x="1497" y="1412"/>
                    <a:pt x="2797" y="744"/>
                    <a:pt x="3289" y="552"/>
                  </a:cubicBezTo>
                  <a:cubicBezTo>
                    <a:pt x="3436" y="496"/>
                    <a:pt x="3509" y="331"/>
                    <a:pt x="3452" y="183"/>
                  </a:cubicBezTo>
                  <a:cubicBezTo>
                    <a:pt x="3408" y="70"/>
                    <a:pt x="3300" y="0"/>
                    <a:pt x="3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673;p44">
              <a:extLst>
                <a:ext uri="{FF2B5EF4-FFF2-40B4-BE49-F238E27FC236}">
                  <a16:creationId xmlns:a16="http://schemas.microsoft.com/office/drawing/2014/main" id="{0AA1CF6E-6BD5-4D07-B859-62C9AEBFA932}"/>
                </a:ext>
              </a:extLst>
            </p:cNvPr>
            <p:cNvSpPr/>
            <p:nvPr/>
          </p:nvSpPr>
          <p:spPr>
            <a:xfrm>
              <a:off x="567972" y="3649043"/>
              <a:ext cx="150331" cy="143432"/>
            </a:xfrm>
            <a:custGeom>
              <a:avLst/>
              <a:gdLst/>
              <a:ahLst/>
              <a:cxnLst/>
              <a:rect l="l" t="t" r="r" b="b"/>
              <a:pathLst>
                <a:path w="10197" h="9729" extrusionOk="0">
                  <a:moveTo>
                    <a:pt x="9880" y="0"/>
                  </a:moveTo>
                  <a:cubicBezTo>
                    <a:pt x="9749" y="0"/>
                    <a:pt x="9632" y="95"/>
                    <a:pt x="9605" y="229"/>
                  </a:cubicBezTo>
                  <a:cubicBezTo>
                    <a:pt x="9586" y="321"/>
                    <a:pt x="7686" y="9157"/>
                    <a:pt x="962" y="9157"/>
                  </a:cubicBezTo>
                  <a:cubicBezTo>
                    <a:pt x="755" y="9157"/>
                    <a:pt x="544" y="9149"/>
                    <a:pt x="328" y="9132"/>
                  </a:cubicBezTo>
                  <a:cubicBezTo>
                    <a:pt x="318" y="9131"/>
                    <a:pt x="307" y="9130"/>
                    <a:pt x="297" y="9130"/>
                  </a:cubicBezTo>
                  <a:cubicBezTo>
                    <a:pt x="150" y="9130"/>
                    <a:pt x="25" y="9242"/>
                    <a:pt x="13" y="9393"/>
                  </a:cubicBezTo>
                  <a:cubicBezTo>
                    <a:pt x="1" y="9552"/>
                    <a:pt x="123" y="9692"/>
                    <a:pt x="282" y="9700"/>
                  </a:cubicBezTo>
                  <a:cubicBezTo>
                    <a:pt x="518" y="9719"/>
                    <a:pt x="748" y="9729"/>
                    <a:pt x="973" y="9729"/>
                  </a:cubicBezTo>
                  <a:cubicBezTo>
                    <a:pt x="8146" y="9729"/>
                    <a:pt x="10144" y="441"/>
                    <a:pt x="10165" y="344"/>
                  </a:cubicBezTo>
                  <a:cubicBezTo>
                    <a:pt x="10196" y="190"/>
                    <a:pt x="10096" y="39"/>
                    <a:pt x="9942" y="7"/>
                  </a:cubicBezTo>
                  <a:cubicBezTo>
                    <a:pt x="9921" y="2"/>
                    <a:pt x="9900" y="0"/>
                    <a:pt x="9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674;p44">
              <a:extLst>
                <a:ext uri="{FF2B5EF4-FFF2-40B4-BE49-F238E27FC236}">
                  <a16:creationId xmlns:a16="http://schemas.microsoft.com/office/drawing/2014/main" id="{ADB6ED69-B766-4628-8553-F08400286539}"/>
                </a:ext>
              </a:extLst>
            </p:cNvPr>
            <p:cNvSpPr/>
            <p:nvPr/>
          </p:nvSpPr>
          <p:spPr>
            <a:xfrm>
              <a:off x="778027" y="3840979"/>
              <a:ext cx="56184" cy="47118"/>
            </a:xfrm>
            <a:custGeom>
              <a:avLst/>
              <a:gdLst/>
              <a:ahLst/>
              <a:cxnLst/>
              <a:rect l="l" t="t" r="r" b="b"/>
              <a:pathLst>
                <a:path w="3811" h="3196" extrusionOk="0">
                  <a:moveTo>
                    <a:pt x="1" y="3195"/>
                  </a:moveTo>
                  <a:lnTo>
                    <a:pt x="381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675;p44">
              <a:extLst>
                <a:ext uri="{FF2B5EF4-FFF2-40B4-BE49-F238E27FC236}">
                  <a16:creationId xmlns:a16="http://schemas.microsoft.com/office/drawing/2014/main" id="{D14DFE39-ACEC-4962-9B21-4B3E687900A7}"/>
                </a:ext>
              </a:extLst>
            </p:cNvPr>
            <p:cNvSpPr/>
            <p:nvPr/>
          </p:nvSpPr>
          <p:spPr>
            <a:xfrm>
              <a:off x="772306" y="3836748"/>
              <a:ext cx="66652" cy="55551"/>
            </a:xfrm>
            <a:custGeom>
              <a:avLst/>
              <a:gdLst/>
              <a:ahLst/>
              <a:cxnLst/>
              <a:rect l="l" t="t" r="r" b="b"/>
              <a:pathLst>
                <a:path w="4521" h="3768" extrusionOk="0">
                  <a:moveTo>
                    <a:pt x="4200" y="1"/>
                  </a:moveTo>
                  <a:cubicBezTo>
                    <a:pt x="4135" y="1"/>
                    <a:pt x="4068" y="23"/>
                    <a:pt x="4015" y="69"/>
                  </a:cubicBezTo>
                  <a:lnTo>
                    <a:pt x="205" y="3263"/>
                  </a:lnTo>
                  <a:cubicBezTo>
                    <a:pt x="1" y="3435"/>
                    <a:pt x="123" y="3767"/>
                    <a:pt x="389" y="3767"/>
                  </a:cubicBezTo>
                  <a:cubicBezTo>
                    <a:pt x="456" y="3767"/>
                    <a:pt x="522" y="3743"/>
                    <a:pt x="573" y="3701"/>
                  </a:cubicBezTo>
                  <a:lnTo>
                    <a:pt x="4382" y="506"/>
                  </a:lnTo>
                  <a:cubicBezTo>
                    <a:pt x="4504" y="405"/>
                    <a:pt x="4520" y="224"/>
                    <a:pt x="4419" y="102"/>
                  </a:cubicBezTo>
                  <a:cubicBezTo>
                    <a:pt x="4362" y="35"/>
                    <a:pt x="4282" y="1"/>
                    <a:pt x="4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676;p44">
              <a:extLst>
                <a:ext uri="{FF2B5EF4-FFF2-40B4-BE49-F238E27FC236}">
                  <a16:creationId xmlns:a16="http://schemas.microsoft.com/office/drawing/2014/main" id="{17041ADA-2044-4A8C-9C1B-62D3D173A080}"/>
                </a:ext>
              </a:extLst>
            </p:cNvPr>
            <p:cNvSpPr/>
            <p:nvPr/>
          </p:nvSpPr>
          <p:spPr>
            <a:xfrm>
              <a:off x="590278" y="3558184"/>
              <a:ext cx="22188" cy="88102"/>
            </a:xfrm>
            <a:custGeom>
              <a:avLst/>
              <a:gdLst/>
              <a:ahLst/>
              <a:cxnLst/>
              <a:rect l="l" t="t" r="r" b="b"/>
              <a:pathLst>
                <a:path w="1505" h="5976" extrusionOk="0">
                  <a:moveTo>
                    <a:pt x="0" y="1"/>
                  </a:moveTo>
                  <a:lnTo>
                    <a:pt x="71" y="4996"/>
                  </a:lnTo>
                  <a:lnTo>
                    <a:pt x="1505" y="5976"/>
                  </a:lnTo>
                  <a:lnTo>
                    <a:pt x="1285" y="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677;p44">
              <a:extLst>
                <a:ext uri="{FF2B5EF4-FFF2-40B4-BE49-F238E27FC236}">
                  <a16:creationId xmlns:a16="http://schemas.microsoft.com/office/drawing/2014/main" id="{FF342572-B360-4604-B9CA-74CBC3FF4F77}"/>
                </a:ext>
              </a:extLst>
            </p:cNvPr>
            <p:cNvSpPr/>
            <p:nvPr/>
          </p:nvSpPr>
          <p:spPr>
            <a:xfrm>
              <a:off x="586032" y="3553968"/>
              <a:ext cx="30739" cy="96535"/>
            </a:xfrm>
            <a:custGeom>
              <a:avLst/>
              <a:gdLst/>
              <a:ahLst/>
              <a:cxnLst/>
              <a:rect l="l" t="t" r="r" b="b"/>
              <a:pathLst>
                <a:path w="2085" h="6548" extrusionOk="0">
                  <a:moveTo>
                    <a:pt x="287" y="1"/>
                  </a:moveTo>
                  <a:cubicBezTo>
                    <a:pt x="136" y="1"/>
                    <a:pt x="0" y="124"/>
                    <a:pt x="2" y="290"/>
                  </a:cubicBezTo>
                  <a:lnTo>
                    <a:pt x="73" y="5287"/>
                  </a:lnTo>
                  <a:cubicBezTo>
                    <a:pt x="75" y="5442"/>
                    <a:pt x="222" y="5568"/>
                    <a:pt x="356" y="5568"/>
                  </a:cubicBezTo>
                  <a:cubicBezTo>
                    <a:pt x="359" y="5568"/>
                    <a:pt x="361" y="5568"/>
                    <a:pt x="363" y="5568"/>
                  </a:cubicBezTo>
                  <a:cubicBezTo>
                    <a:pt x="520" y="5566"/>
                    <a:pt x="647" y="5437"/>
                    <a:pt x="645" y="5279"/>
                  </a:cubicBezTo>
                  <a:lnTo>
                    <a:pt x="581" y="723"/>
                  </a:lnTo>
                  <a:lnTo>
                    <a:pt x="1295" y="1031"/>
                  </a:lnTo>
                  <a:lnTo>
                    <a:pt x="1507" y="6274"/>
                  </a:lnTo>
                  <a:cubicBezTo>
                    <a:pt x="1513" y="6427"/>
                    <a:pt x="1638" y="6548"/>
                    <a:pt x="1792" y="6548"/>
                  </a:cubicBezTo>
                  <a:lnTo>
                    <a:pt x="1804" y="6547"/>
                  </a:lnTo>
                  <a:cubicBezTo>
                    <a:pt x="1961" y="6541"/>
                    <a:pt x="2084" y="6407"/>
                    <a:pt x="2078" y="6250"/>
                  </a:cubicBezTo>
                  <a:lnTo>
                    <a:pt x="1858" y="827"/>
                  </a:lnTo>
                  <a:cubicBezTo>
                    <a:pt x="1854" y="717"/>
                    <a:pt x="1786" y="620"/>
                    <a:pt x="1685" y="577"/>
                  </a:cubicBezTo>
                  <a:lnTo>
                    <a:pt x="401" y="25"/>
                  </a:lnTo>
                  <a:cubicBezTo>
                    <a:pt x="363" y="8"/>
                    <a:pt x="325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678;p44">
              <a:extLst>
                <a:ext uri="{FF2B5EF4-FFF2-40B4-BE49-F238E27FC236}">
                  <a16:creationId xmlns:a16="http://schemas.microsoft.com/office/drawing/2014/main" id="{D0E26C9F-529A-4EC3-878F-6D4CDCE3B06C}"/>
                </a:ext>
              </a:extLst>
            </p:cNvPr>
            <p:cNvSpPr/>
            <p:nvPr/>
          </p:nvSpPr>
          <p:spPr>
            <a:xfrm>
              <a:off x="941199" y="3566204"/>
              <a:ext cx="24075" cy="78092"/>
            </a:xfrm>
            <a:custGeom>
              <a:avLst/>
              <a:gdLst/>
              <a:ahLst/>
              <a:cxnLst/>
              <a:rect l="l" t="t" r="r" b="b"/>
              <a:pathLst>
                <a:path w="1633" h="5297" extrusionOk="0">
                  <a:moveTo>
                    <a:pt x="1138" y="0"/>
                  </a:moveTo>
                  <a:lnTo>
                    <a:pt x="0" y="301"/>
                  </a:lnTo>
                  <a:lnTo>
                    <a:pt x="71" y="5297"/>
                  </a:lnTo>
                  <a:lnTo>
                    <a:pt x="1633" y="486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679;p44">
              <a:extLst>
                <a:ext uri="{FF2B5EF4-FFF2-40B4-BE49-F238E27FC236}">
                  <a16:creationId xmlns:a16="http://schemas.microsoft.com/office/drawing/2014/main" id="{DB948820-1BE9-44AB-A51A-14346EF83B08}"/>
                </a:ext>
              </a:extLst>
            </p:cNvPr>
            <p:cNvSpPr/>
            <p:nvPr/>
          </p:nvSpPr>
          <p:spPr>
            <a:xfrm>
              <a:off x="936968" y="3561988"/>
              <a:ext cx="32729" cy="86525"/>
            </a:xfrm>
            <a:custGeom>
              <a:avLst/>
              <a:gdLst/>
              <a:ahLst/>
              <a:cxnLst/>
              <a:rect l="l" t="t" r="r" b="b"/>
              <a:pathLst>
                <a:path w="2220" h="5869" extrusionOk="0">
                  <a:moveTo>
                    <a:pt x="1425" y="1"/>
                  </a:moveTo>
                  <a:cubicBezTo>
                    <a:pt x="1401" y="1"/>
                    <a:pt x="1376" y="4"/>
                    <a:pt x="1352" y="10"/>
                  </a:cubicBezTo>
                  <a:lnTo>
                    <a:pt x="214" y="312"/>
                  </a:lnTo>
                  <a:cubicBezTo>
                    <a:pt x="88" y="345"/>
                    <a:pt x="0" y="460"/>
                    <a:pt x="2" y="592"/>
                  </a:cubicBezTo>
                  <a:lnTo>
                    <a:pt x="73" y="5587"/>
                  </a:lnTo>
                  <a:cubicBezTo>
                    <a:pt x="75" y="5744"/>
                    <a:pt x="202" y="5869"/>
                    <a:pt x="358" y="5869"/>
                  </a:cubicBezTo>
                  <a:lnTo>
                    <a:pt x="362" y="5869"/>
                  </a:lnTo>
                  <a:cubicBezTo>
                    <a:pt x="520" y="5867"/>
                    <a:pt x="646" y="5737"/>
                    <a:pt x="644" y="5580"/>
                  </a:cubicBezTo>
                  <a:lnTo>
                    <a:pt x="576" y="806"/>
                  </a:lnTo>
                  <a:lnTo>
                    <a:pt x="1175" y="648"/>
                  </a:lnTo>
                  <a:lnTo>
                    <a:pt x="1636" y="5181"/>
                  </a:lnTo>
                  <a:cubicBezTo>
                    <a:pt x="1650" y="5326"/>
                    <a:pt x="1767" y="5438"/>
                    <a:pt x="1912" y="5438"/>
                  </a:cubicBezTo>
                  <a:cubicBezTo>
                    <a:pt x="1924" y="5438"/>
                    <a:pt x="1936" y="5438"/>
                    <a:pt x="1948" y="5436"/>
                  </a:cubicBezTo>
                  <a:cubicBezTo>
                    <a:pt x="2106" y="5420"/>
                    <a:pt x="2220" y="5280"/>
                    <a:pt x="2204" y="5123"/>
                  </a:cubicBezTo>
                  <a:lnTo>
                    <a:pt x="1709" y="257"/>
                  </a:lnTo>
                  <a:cubicBezTo>
                    <a:pt x="1700" y="173"/>
                    <a:pt x="1657" y="98"/>
                    <a:pt x="1587" y="51"/>
                  </a:cubicBezTo>
                  <a:cubicBezTo>
                    <a:pt x="1539" y="18"/>
                    <a:pt x="1483" y="1"/>
                    <a:pt x="1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680;p44">
              <a:extLst>
                <a:ext uri="{FF2B5EF4-FFF2-40B4-BE49-F238E27FC236}">
                  <a16:creationId xmlns:a16="http://schemas.microsoft.com/office/drawing/2014/main" id="{D6C907EE-E78A-44F1-9CBC-F4B3B2E4AD28}"/>
                </a:ext>
              </a:extLst>
            </p:cNvPr>
            <p:cNvSpPr/>
            <p:nvPr/>
          </p:nvSpPr>
          <p:spPr>
            <a:xfrm>
              <a:off x="724864" y="3592918"/>
              <a:ext cx="24090" cy="71768"/>
            </a:xfrm>
            <a:custGeom>
              <a:avLst/>
              <a:gdLst/>
              <a:ahLst/>
              <a:cxnLst/>
              <a:rect l="l" t="t" r="r" b="b"/>
              <a:pathLst>
                <a:path w="1634" h="4868" extrusionOk="0">
                  <a:moveTo>
                    <a:pt x="1139" y="1"/>
                  </a:moveTo>
                  <a:lnTo>
                    <a:pt x="1" y="303"/>
                  </a:lnTo>
                  <a:lnTo>
                    <a:pt x="150" y="4766"/>
                  </a:lnTo>
                  <a:lnTo>
                    <a:pt x="1634" y="4868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681;p44">
              <a:extLst>
                <a:ext uri="{FF2B5EF4-FFF2-40B4-BE49-F238E27FC236}">
                  <a16:creationId xmlns:a16="http://schemas.microsoft.com/office/drawing/2014/main" id="{1BEF61DB-243D-4E1C-8F77-4459F32B21C3}"/>
                </a:ext>
              </a:extLst>
            </p:cNvPr>
            <p:cNvSpPr/>
            <p:nvPr/>
          </p:nvSpPr>
          <p:spPr>
            <a:xfrm>
              <a:off x="720618" y="3588716"/>
              <a:ext cx="32758" cy="80186"/>
            </a:xfrm>
            <a:custGeom>
              <a:avLst/>
              <a:gdLst/>
              <a:ahLst/>
              <a:cxnLst/>
              <a:rect l="l" t="t" r="r" b="b"/>
              <a:pathLst>
                <a:path w="2222" h="5439" extrusionOk="0">
                  <a:moveTo>
                    <a:pt x="1429" y="1"/>
                  </a:moveTo>
                  <a:cubicBezTo>
                    <a:pt x="1404" y="1"/>
                    <a:pt x="1379" y="4"/>
                    <a:pt x="1354" y="11"/>
                  </a:cubicBezTo>
                  <a:lnTo>
                    <a:pt x="217" y="312"/>
                  </a:lnTo>
                  <a:cubicBezTo>
                    <a:pt x="88" y="345"/>
                    <a:pt x="1" y="464"/>
                    <a:pt x="5" y="598"/>
                  </a:cubicBezTo>
                  <a:lnTo>
                    <a:pt x="154" y="5059"/>
                  </a:lnTo>
                  <a:cubicBezTo>
                    <a:pt x="158" y="5214"/>
                    <a:pt x="298" y="5335"/>
                    <a:pt x="441" y="5335"/>
                  </a:cubicBezTo>
                  <a:cubicBezTo>
                    <a:pt x="444" y="5335"/>
                    <a:pt x="446" y="5335"/>
                    <a:pt x="449" y="5335"/>
                  </a:cubicBezTo>
                  <a:cubicBezTo>
                    <a:pt x="606" y="5330"/>
                    <a:pt x="729" y="5198"/>
                    <a:pt x="724" y="5041"/>
                  </a:cubicBezTo>
                  <a:lnTo>
                    <a:pt x="584" y="805"/>
                  </a:lnTo>
                  <a:lnTo>
                    <a:pt x="1177" y="648"/>
                  </a:lnTo>
                  <a:lnTo>
                    <a:pt x="1638" y="5182"/>
                  </a:lnTo>
                  <a:cubicBezTo>
                    <a:pt x="1652" y="5328"/>
                    <a:pt x="1775" y="5438"/>
                    <a:pt x="1922" y="5439"/>
                  </a:cubicBezTo>
                  <a:cubicBezTo>
                    <a:pt x="1932" y="5439"/>
                    <a:pt x="1941" y="5438"/>
                    <a:pt x="1951" y="5436"/>
                  </a:cubicBezTo>
                  <a:cubicBezTo>
                    <a:pt x="2108" y="5420"/>
                    <a:pt x="2222" y="5281"/>
                    <a:pt x="2207" y="5123"/>
                  </a:cubicBezTo>
                  <a:lnTo>
                    <a:pt x="1712" y="257"/>
                  </a:lnTo>
                  <a:cubicBezTo>
                    <a:pt x="1697" y="108"/>
                    <a:pt x="1571" y="1"/>
                    <a:pt x="14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682;p44">
              <a:extLst>
                <a:ext uri="{FF2B5EF4-FFF2-40B4-BE49-F238E27FC236}">
                  <a16:creationId xmlns:a16="http://schemas.microsoft.com/office/drawing/2014/main" id="{1F72096A-9C61-453F-ABF0-5D710C23ECF4}"/>
                </a:ext>
              </a:extLst>
            </p:cNvPr>
            <p:cNvSpPr/>
            <p:nvPr/>
          </p:nvSpPr>
          <p:spPr>
            <a:xfrm>
              <a:off x="547716" y="2942396"/>
              <a:ext cx="487792" cy="660400"/>
            </a:xfrm>
            <a:custGeom>
              <a:avLst/>
              <a:gdLst/>
              <a:ahLst/>
              <a:cxnLst/>
              <a:rect l="l" t="t" r="r" b="b"/>
              <a:pathLst>
                <a:path w="33087" h="44795" extrusionOk="0">
                  <a:moveTo>
                    <a:pt x="16422" y="1"/>
                  </a:moveTo>
                  <a:cubicBezTo>
                    <a:pt x="14570" y="1"/>
                    <a:pt x="13104" y="274"/>
                    <a:pt x="13104" y="274"/>
                  </a:cubicBezTo>
                  <a:cubicBezTo>
                    <a:pt x="13104" y="274"/>
                    <a:pt x="116" y="3883"/>
                    <a:pt x="132" y="5024"/>
                  </a:cubicBezTo>
                  <a:cubicBezTo>
                    <a:pt x="149" y="6167"/>
                    <a:pt x="1" y="36148"/>
                    <a:pt x="36" y="38621"/>
                  </a:cubicBezTo>
                  <a:cubicBezTo>
                    <a:pt x="70" y="41096"/>
                    <a:pt x="3426" y="42857"/>
                    <a:pt x="7916" y="44030"/>
                  </a:cubicBezTo>
                  <a:cubicBezTo>
                    <a:pt x="9998" y="44574"/>
                    <a:pt x="13345" y="44794"/>
                    <a:pt x="16553" y="44794"/>
                  </a:cubicBezTo>
                  <a:cubicBezTo>
                    <a:pt x="20261" y="44794"/>
                    <a:pt x="23784" y="44501"/>
                    <a:pt x="24952" y="44076"/>
                  </a:cubicBezTo>
                  <a:cubicBezTo>
                    <a:pt x="27130" y="43283"/>
                    <a:pt x="30069" y="42481"/>
                    <a:pt x="30430" y="41048"/>
                  </a:cubicBezTo>
                  <a:cubicBezTo>
                    <a:pt x="30790" y="39615"/>
                    <a:pt x="30592" y="25532"/>
                    <a:pt x="30653" y="23152"/>
                  </a:cubicBezTo>
                  <a:cubicBezTo>
                    <a:pt x="30715" y="20773"/>
                    <a:pt x="33087" y="13505"/>
                    <a:pt x="32288" y="10852"/>
                  </a:cubicBezTo>
                  <a:cubicBezTo>
                    <a:pt x="31489" y="8199"/>
                    <a:pt x="29936" y="6032"/>
                    <a:pt x="28303" y="5008"/>
                  </a:cubicBezTo>
                  <a:cubicBezTo>
                    <a:pt x="26670" y="3984"/>
                    <a:pt x="22345" y="904"/>
                    <a:pt x="19386" y="280"/>
                  </a:cubicBezTo>
                  <a:cubicBezTo>
                    <a:pt x="18392" y="71"/>
                    <a:pt x="17358" y="1"/>
                    <a:pt x="1642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683;p44">
              <a:extLst>
                <a:ext uri="{FF2B5EF4-FFF2-40B4-BE49-F238E27FC236}">
                  <a16:creationId xmlns:a16="http://schemas.microsoft.com/office/drawing/2014/main" id="{45E1C555-18B1-470B-9ABE-D7512AE8DDD1}"/>
                </a:ext>
              </a:extLst>
            </p:cNvPr>
            <p:cNvSpPr/>
            <p:nvPr/>
          </p:nvSpPr>
          <p:spPr>
            <a:xfrm>
              <a:off x="543706" y="2938165"/>
              <a:ext cx="491861" cy="668773"/>
            </a:xfrm>
            <a:custGeom>
              <a:avLst/>
              <a:gdLst/>
              <a:ahLst/>
              <a:cxnLst/>
              <a:rect l="l" t="t" r="r" b="b"/>
              <a:pathLst>
                <a:path w="33363" h="45363" extrusionOk="0">
                  <a:moveTo>
                    <a:pt x="16701" y="574"/>
                  </a:moveTo>
                  <a:cubicBezTo>
                    <a:pt x="17620" y="574"/>
                    <a:pt x="18632" y="642"/>
                    <a:pt x="19599" y="846"/>
                  </a:cubicBezTo>
                  <a:cubicBezTo>
                    <a:pt x="22041" y="1362"/>
                    <a:pt x="25438" y="3587"/>
                    <a:pt x="27466" y="4917"/>
                  </a:cubicBezTo>
                  <a:cubicBezTo>
                    <a:pt x="27842" y="5162"/>
                    <a:pt x="28167" y="5375"/>
                    <a:pt x="28423" y="5537"/>
                  </a:cubicBezTo>
                  <a:cubicBezTo>
                    <a:pt x="30059" y="6563"/>
                    <a:pt x="31540" y="8741"/>
                    <a:pt x="32286" y="11222"/>
                  </a:cubicBezTo>
                  <a:cubicBezTo>
                    <a:pt x="32772" y="12835"/>
                    <a:pt x="31995" y="16408"/>
                    <a:pt x="31371" y="19278"/>
                  </a:cubicBezTo>
                  <a:cubicBezTo>
                    <a:pt x="30991" y="21026"/>
                    <a:pt x="30663" y="22536"/>
                    <a:pt x="30640" y="23433"/>
                  </a:cubicBezTo>
                  <a:cubicBezTo>
                    <a:pt x="30621" y="24156"/>
                    <a:pt x="30626" y="25912"/>
                    <a:pt x="30632" y="28135"/>
                  </a:cubicBezTo>
                  <a:cubicBezTo>
                    <a:pt x="30646" y="32979"/>
                    <a:pt x="30668" y="40301"/>
                    <a:pt x="30425" y="41265"/>
                  </a:cubicBezTo>
                  <a:cubicBezTo>
                    <a:pt x="30153" y="42345"/>
                    <a:pt x="27999" y="43093"/>
                    <a:pt x="26098" y="43753"/>
                  </a:cubicBezTo>
                  <a:cubicBezTo>
                    <a:pt x="25765" y="43868"/>
                    <a:pt x="25438" y="43982"/>
                    <a:pt x="25127" y="44095"/>
                  </a:cubicBezTo>
                  <a:cubicBezTo>
                    <a:pt x="24024" y="44497"/>
                    <a:pt x="20479" y="44803"/>
                    <a:pt x="16736" y="44803"/>
                  </a:cubicBezTo>
                  <a:cubicBezTo>
                    <a:pt x="13616" y="44803"/>
                    <a:pt x="10358" y="44590"/>
                    <a:pt x="8260" y="44042"/>
                  </a:cubicBezTo>
                  <a:cubicBezTo>
                    <a:pt x="4782" y="43132"/>
                    <a:pt x="629" y="41503"/>
                    <a:pt x="592" y="38905"/>
                  </a:cubicBezTo>
                  <a:cubicBezTo>
                    <a:pt x="572" y="37435"/>
                    <a:pt x="616" y="26188"/>
                    <a:pt x="652" y="17150"/>
                  </a:cubicBezTo>
                  <a:cubicBezTo>
                    <a:pt x="676" y="11045"/>
                    <a:pt x="698" y="5773"/>
                    <a:pt x="684" y="5347"/>
                  </a:cubicBezTo>
                  <a:cubicBezTo>
                    <a:pt x="1013" y="4654"/>
                    <a:pt x="7426" y="2511"/>
                    <a:pt x="13440" y="839"/>
                  </a:cubicBezTo>
                  <a:cubicBezTo>
                    <a:pt x="13581" y="814"/>
                    <a:pt x="14976" y="574"/>
                    <a:pt x="16701" y="574"/>
                  </a:cubicBezTo>
                  <a:close/>
                  <a:moveTo>
                    <a:pt x="16682" y="1"/>
                  </a:moveTo>
                  <a:cubicBezTo>
                    <a:pt x="14858" y="1"/>
                    <a:pt x="13415" y="264"/>
                    <a:pt x="13324" y="280"/>
                  </a:cubicBezTo>
                  <a:cubicBezTo>
                    <a:pt x="13316" y="282"/>
                    <a:pt x="13308" y="283"/>
                    <a:pt x="13300" y="285"/>
                  </a:cubicBezTo>
                  <a:cubicBezTo>
                    <a:pt x="8370" y="1656"/>
                    <a:pt x="102" y="4131"/>
                    <a:pt x="119" y="5316"/>
                  </a:cubicBezTo>
                  <a:cubicBezTo>
                    <a:pt x="126" y="5776"/>
                    <a:pt x="105" y="11046"/>
                    <a:pt x="81" y="17148"/>
                  </a:cubicBezTo>
                  <a:cubicBezTo>
                    <a:pt x="46" y="26189"/>
                    <a:pt x="1" y="37439"/>
                    <a:pt x="22" y="38914"/>
                  </a:cubicBezTo>
                  <a:cubicBezTo>
                    <a:pt x="55" y="41287"/>
                    <a:pt x="2779" y="43198"/>
                    <a:pt x="8115" y="44594"/>
                  </a:cubicBezTo>
                  <a:cubicBezTo>
                    <a:pt x="10195" y="45138"/>
                    <a:pt x="13607" y="45363"/>
                    <a:pt x="16880" y="45363"/>
                  </a:cubicBezTo>
                  <a:cubicBezTo>
                    <a:pt x="20579" y="45363"/>
                    <a:pt x="24103" y="45075"/>
                    <a:pt x="25322" y="44632"/>
                  </a:cubicBezTo>
                  <a:cubicBezTo>
                    <a:pt x="25630" y="44519"/>
                    <a:pt x="25954" y="44407"/>
                    <a:pt x="26285" y="44292"/>
                  </a:cubicBezTo>
                  <a:cubicBezTo>
                    <a:pt x="28422" y="43550"/>
                    <a:pt x="30631" y="42784"/>
                    <a:pt x="30978" y="41406"/>
                  </a:cubicBezTo>
                  <a:cubicBezTo>
                    <a:pt x="31239" y="40372"/>
                    <a:pt x="31218" y="33298"/>
                    <a:pt x="31203" y="28134"/>
                  </a:cubicBezTo>
                  <a:cubicBezTo>
                    <a:pt x="31198" y="25916"/>
                    <a:pt x="31192" y="24163"/>
                    <a:pt x="31211" y="23448"/>
                  </a:cubicBezTo>
                  <a:cubicBezTo>
                    <a:pt x="31232" y="22606"/>
                    <a:pt x="31570" y="21048"/>
                    <a:pt x="31929" y="19400"/>
                  </a:cubicBezTo>
                  <a:cubicBezTo>
                    <a:pt x="32601" y="16312"/>
                    <a:pt x="33362" y="12813"/>
                    <a:pt x="32834" y="11058"/>
                  </a:cubicBezTo>
                  <a:cubicBezTo>
                    <a:pt x="32049" y="8451"/>
                    <a:pt x="30475" y="6150"/>
                    <a:pt x="28728" y="5054"/>
                  </a:cubicBezTo>
                  <a:cubicBezTo>
                    <a:pt x="28473" y="4894"/>
                    <a:pt x="28151" y="4683"/>
                    <a:pt x="27780" y="4441"/>
                  </a:cubicBezTo>
                  <a:cubicBezTo>
                    <a:pt x="25716" y="3088"/>
                    <a:pt x="22263" y="826"/>
                    <a:pt x="19716" y="289"/>
                  </a:cubicBezTo>
                  <a:cubicBezTo>
                    <a:pt x="18693" y="73"/>
                    <a:pt x="17636" y="1"/>
                    <a:pt x="16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684;p44">
              <a:extLst>
                <a:ext uri="{FF2B5EF4-FFF2-40B4-BE49-F238E27FC236}">
                  <a16:creationId xmlns:a16="http://schemas.microsoft.com/office/drawing/2014/main" id="{EBD1246D-DCCD-497D-82A0-3E3E66ABD0AE}"/>
                </a:ext>
              </a:extLst>
            </p:cNvPr>
            <p:cNvSpPr/>
            <p:nvPr/>
          </p:nvSpPr>
          <p:spPr>
            <a:xfrm>
              <a:off x="873353" y="3060942"/>
              <a:ext cx="52292" cy="521169"/>
            </a:xfrm>
            <a:custGeom>
              <a:avLst/>
              <a:gdLst/>
              <a:ahLst/>
              <a:cxnLst/>
              <a:rect l="l" t="t" r="r" b="b"/>
              <a:pathLst>
                <a:path w="3547" h="35351" extrusionOk="0">
                  <a:moveTo>
                    <a:pt x="310" y="1"/>
                  </a:moveTo>
                  <a:cubicBezTo>
                    <a:pt x="293" y="1"/>
                    <a:pt x="276" y="2"/>
                    <a:pt x="259" y="6"/>
                  </a:cubicBezTo>
                  <a:cubicBezTo>
                    <a:pt x="103" y="33"/>
                    <a:pt x="0" y="182"/>
                    <a:pt x="28" y="337"/>
                  </a:cubicBezTo>
                  <a:cubicBezTo>
                    <a:pt x="45" y="427"/>
                    <a:pt x="1652" y="9427"/>
                    <a:pt x="892" y="13702"/>
                  </a:cubicBezTo>
                  <a:cubicBezTo>
                    <a:pt x="358" y="16705"/>
                    <a:pt x="897" y="26699"/>
                    <a:pt x="1443" y="28756"/>
                  </a:cubicBezTo>
                  <a:cubicBezTo>
                    <a:pt x="2137" y="31377"/>
                    <a:pt x="2306" y="34433"/>
                    <a:pt x="1369" y="34800"/>
                  </a:cubicBezTo>
                  <a:cubicBezTo>
                    <a:pt x="1241" y="34850"/>
                    <a:pt x="1166" y="34983"/>
                    <a:pt x="1192" y="35119"/>
                  </a:cubicBezTo>
                  <a:cubicBezTo>
                    <a:pt x="1217" y="35253"/>
                    <a:pt x="1334" y="35351"/>
                    <a:pt x="1471" y="35351"/>
                  </a:cubicBezTo>
                  <a:cubicBezTo>
                    <a:pt x="1472" y="35351"/>
                    <a:pt x="1472" y="35351"/>
                    <a:pt x="1473" y="35351"/>
                  </a:cubicBezTo>
                  <a:cubicBezTo>
                    <a:pt x="1508" y="35351"/>
                    <a:pt x="1544" y="35344"/>
                    <a:pt x="1577" y="35331"/>
                  </a:cubicBezTo>
                  <a:cubicBezTo>
                    <a:pt x="3546" y="34561"/>
                    <a:pt x="2010" y="28669"/>
                    <a:pt x="1995" y="28610"/>
                  </a:cubicBezTo>
                  <a:cubicBezTo>
                    <a:pt x="1458" y="26587"/>
                    <a:pt x="929" y="16757"/>
                    <a:pt x="1454" y="13802"/>
                  </a:cubicBezTo>
                  <a:cubicBezTo>
                    <a:pt x="2231" y="9427"/>
                    <a:pt x="658" y="609"/>
                    <a:pt x="590" y="236"/>
                  </a:cubicBezTo>
                  <a:cubicBezTo>
                    <a:pt x="565" y="98"/>
                    <a:pt x="445" y="1"/>
                    <a:pt x="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1685;p44">
              <a:extLst>
                <a:ext uri="{FF2B5EF4-FFF2-40B4-BE49-F238E27FC236}">
                  <a16:creationId xmlns:a16="http://schemas.microsoft.com/office/drawing/2014/main" id="{CF7A0E55-6356-47C5-9E20-F6619C22832F}"/>
                </a:ext>
              </a:extLst>
            </p:cNvPr>
            <p:cNvSpPr/>
            <p:nvPr/>
          </p:nvSpPr>
          <p:spPr>
            <a:xfrm>
              <a:off x="707586" y="2858598"/>
              <a:ext cx="230193" cy="223809"/>
            </a:xfrm>
            <a:custGeom>
              <a:avLst/>
              <a:gdLst/>
              <a:ahLst/>
              <a:cxnLst/>
              <a:rect l="l" t="t" r="r" b="b"/>
              <a:pathLst>
                <a:path w="15614" h="15181" extrusionOk="0">
                  <a:moveTo>
                    <a:pt x="7579" y="0"/>
                  </a:moveTo>
                  <a:cubicBezTo>
                    <a:pt x="7504" y="0"/>
                    <a:pt x="7437" y="7"/>
                    <a:pt x="7377" y="21"/>
                  </a:cubicBezTo>
                  <a:cubicBezTo>
                    <a:pt x="6243" y="280"/>
                    <a:pt x="5116" y="946"/>
                    <a:pt x="5116" y="946"/>
                  </a:cubicBezTo>
                  <a:cubicBezTo>
                    <a:pt x="5116" y="946"/>
                    <a:pt x="5091" y="945"/>
                    <a:pt x="5048" y="945"/>
                  </a:cubicBezTo>
                  <a:cubicBezTo>
                    <a:pt x="4754" y="945"/>
                    <a:pt x="3591" y="991"/>
                    <a:pt x="3178" y="1705"/>
                  </a:cubicBezTo>
                  <a:cubicBezTo>
                    <a:pt x="2701" y="2523"/>
                    <a:pt x="1" y="6784"/>
                    <a:pt x="1" y="6784"/>
                  </a:cubicBezTo>
                  <a:lnTo>
                    <a:pt x="3530" y="15181"/>
                  </a:lnTo>
                  <a:lnTo>
                    <a:pt x="7619" y="11387"/>
                  </a:lnTo>
                  <a:lnTo>
                    <a:pt x="11553" y="14011"/>
                  </a:lnTo>
                  <a:lnTo>
                    <a:pt x="13128" y="10497"/>
                  </a:lnTo>
                  <a:lnTo>
                    <a:pt x="15613" y="13955"/>
                  </a:lnTo>
                  <a:cubicBezTo>
                    <a:pt x="15613" y="13955"/>
                    <a:pt x="14365" y="6094"/>
                    <a:pt x="13525" y="4076"/>
                  </a:cubicBezTo>
                  <a:cubicBezTo>
                    <a:pt x="12729" y="2163"/>
                    <a:pt x="8938" y="0"/>
                    <a:pt x="757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686;p44">
              <a:extLst>
                <a:ext uri="{FF2B5EF4-FFF2-40B4-BE49-F238E27FC236}">
                  <a16:creationId xmlns:a16="http://schemas.microsoft.com/office/drawing/2014/main" id="{54DB147C-8561-499A-965F-7F0A18B0AA9A}"/>
                </a:ext>
              </a:extLst>
            </p:cNvPr>
            <p:cNvSpPr/>
            <p:nvPr/>
          </p:nvSpPr>
          <p:spPr>
            <a:xfrm>
              <a:off x="703163" y="2854411"/>
              <a:ext cx="239068" cy="232198"/>
            </a:xfrm>
            <a:custGeom>
              <a:avLst/>
              <a:gdLst/>
              <a:ahLst/>
              <a:cxnLst/>
              <a:rect l="l" t="t" r="r" b="b"/>
              <a:pathLst>
                <a:path w="16216" h="15750" extrusionOk="0">
                  <a:moveTo>
                    <a:pt x="7882" y="568"/>
                  </a:moveTo>
                  <a:cubicBezTo>
                    <a:pt x="9019" y="568"/>
                    <a:pt x="12793" y="2625"/>
                    <a:pt x="13561" y="4469"/>
                  </a:cubicBezTo>
                  <a:cubicBezTo>
                    <a:pt x="14183" y="5961"/>
                    <a:pt x="15047" y="10803"/>
                    <a:pt x="15433" y="13080"/>
                  </a:cubicBezTo>
                  <a:lnTo>
                    <a:pt x="13660" y="10614"/>
                  </a:lnTo>
                  <a:cubicBezTo>
                    <a:pt x="13605" y="10539"/>
                    <a:pt x="13519" y="10495"/>
                    <a:pt x="13427" y="10495"/>
                  </a:cubicBezTo>
                  <a:cubicBezTo>
                    <a:pt x="13417" y="10495"/>
                    <a:pt x="13408" y="10496"/>
                    <a:pt x="13399" y="10497"/>
                  </a:cubicBezTo>
                  <a:cubicBezTo>
                    <a:pt x="13298" y="10506"/>
                    <a:pt x="13210" y="10571"/>
                    <a:pt x="13168" y="10663"/>
                  </a:cubicBezTo>
                  <a:lnTo>
                    <a:pt x="11731" y="13870"/>
                  </a:lnTo>
                  <a:lnTo>
                    <a:pt x="8077" y="11434"/>
                  </a:lnTo>
                  <a:cubicBezTo>
                    <a:pt x="8029" y="11401"/>
                    <a:pt x="7973" y="11385"/>
                    <a:pt x="7918" y="11385"/>
                  </a:cubicBezTo>
                  <a:cubicBezTo>
                    <a:pt x="7848" y="11385"/>
                    <a:pt x="7778" y="11411"/>
                    <a:pt x="7724" y="11461"/>
                  </a:cubicBezTo>
                  <a:lnTo>
                    <a:pt x="3935" y="14978"/>
                  </a:lnTo>
                  <a:lnTo>
                    <a:pt x="622" y="7095"/>
                  </a:lnTo>
                  <a:cubicBezTo>
                    <a:pt x="1080" y="6370"/>
                    <a:pt x="3292" y="2876"/>
                    <a:pt x="3724" y="2131"/>
                  </a:cubicBezTo>
                  <a:cubicBezTo>
                    <a:pt x="4024" y="1616"/>
                    <a:pt x="4935" y="1514"/>
                    <a:pt x="5337" y="1514"/>
                  </a:cubicBezTo>
                  <a:cubicBezTo>
                    <a:pt x="5361" y="1514"/>
                    <a:pt x="5384" y="1514"/>
                    <a:pt x="5404" y="1515"/>
                  </a:cubicBezTo>
                  <a:cubicBezTo>
                    <a:pt x="5409" y="1515"/>
                    <a:pt x="5414" y="1515"/>
                    <a:pt x="5420" y="1515"/>
                  </a:cubicBezTo>
                  <a:cubicBezTo>
                    <a:pt x="5470" y="1515"/>
                    <a:pt x="5518" y="1501"/>
                    <a:pt x="5561" y="1475"/>
                  </a:cubicBezTo>
                  <a:cubicBezTo>
                    <a:pt x="5571" y="1469"/>
                    <a:pt x="6665" y="829"/>
                    <a:pt x="7740" y="582"/>
                  </a:cubicBezTo>
                  <a:cubicBezTo>
                    <a:pt x="7781" y="573"/>
                    <a:pt x="7829" y="568"/>
                    <a:pt x="7882" y="568"/>
                  </a:cubicBezTo>
                  <a:close/>
                  <a:moveTo>
                    <a:pt x="7861" y="1"/>
                  </a:moveTo>
                  <a:cubicBezTo>
                    <a:pt x="7770" y="1"/>
                    <a:pt x="7686" y="9"/>
                    <a:pt x="7613" y="26"/>
                  </a:cubicBezTo>
                  <a:cubicBezTo>
                    <a:pt x="6601" y="258"/>
                    <a:pt x="5613" y="789"/>
                    <a:pt x="5341" y="943"/>
                  </a:cubicBezTo>
                  <a:cubicBezTo>
                    <a:pt x="4994" y="943"/>
                    <a:pt x="3720" y="1004"/>
                    <a:pt x="3231" y="1844"/>
                  </a:cubicBezTo>
                  <a:cubicBezTo>
                    <a:pt x="2763" y="2648"/>
                    <a:pt x="87" y="6872"/>
                    <a:pt x="60" y="6916"/>
                  </a:cubicBezTo>
                  <a:cubicBezTo>
                    <a:pt x="10" y="6994"/>
                    <a:pt x="1" y="7093"/>
                    <a:pt x="37" y="7179"/>
                  </a:cubicBezTo>
                  <a:lnTo>
                    <a:pt x="3567" y="15575"/>
                  </a:lnTo>
                  <a:cubicBezTo>
                    <a:pt x="3603" y="15661"/>
                    <a:pt x="3679" y="15724"/>
                    <a:pt x="3770" y="15743"/>
                  </a:cubicBezTo>
                  <a:cubicBezTo>
                    <a:pt x="3790" y="15747"/>
                    <a:pt x="3809" y="15750"/>
                    <a:pt x="3830" y="15750"/>
                  </a:cubicBezTo>
                  <a:cubicBezTo>
                    <a:pt x="3902" y="15750"/>
                    <a:pt x="3971" y="15722"/>
                    <a:pt x="4024" y="15674"/>
                  </a:cubicBezTo>
                  <a:lnTo>
                    <a:pt x="7947" y="12034"/>
                  </a:lnTo>
                  <a:lnTo>
                    <a:pt x="11695" y="14533"/>
                  </a:lnTo>
                  <a:cubicBezTo>
                    <a:pt x="11744" y="14566"/>
                    <a:pt x="11799" y="14581"/>
                    <a:pt x="11853" y="14581"/>
                  </a:cubicBezTo>
                  <a:cubicBezTo>
                    <a:pt x="11961" y="14581"/>
                    <a:pt x="12066" y="14520"/>
                    <a:pt x="12114" y="14412"/>
                  </a:cubicBezTo>
                  <a:lnTo>
                    <a:pt x="13485" y="11350"/>
                  </a:lnTo>
                  <a:lnTo>
                    <a:pt x="15681" y="14405"/>
                  </a:lnTo>
                  <a:cubicBezTo>
                    <a:pt x="15736" y="14482"/>
                    <a:pt x="15823" y="14524"/>
                    <a:pt x="15913" y="14524"/>
                  </a:cubicBezTo>
                  <a:cubicBezTo>
                    <a:pt x="15949" y="14524"/>
                    <a:pt x="15986" y="14517"/>
                    <a:pt x="16021" y="14503"/>
                  </a:cubicBezTo>
                  <a:cubicBezTo>
                    <a:pt x="16144" y="14452"/>
                    <a:pt x="16216" y="14324"/>
                    <a:pt x="16195" y="14193"/>
                  </a:cubicBezTo>
                  <a:cubicBezTo>
                    <a:pt x="16144" y="13871"/>
                    <a:pt x="14932" y="6276"/>
                    <a:pt x="14088" y="4250"/>
                  </a:cubicBezTo>
                  <a:cubicBezTo>
                    <a:pt x="13253" y="2244"/>
                    <a:pt x="9374" y="1"/>
                    <a:pt x="7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687;p44">
              <a:extLst>
                <a:ext uri="{FF2B5EF4-FFF2-40B4-BE49-F238E27FC236}">
                  <a16:creationId xmlns:a16="http://schemas.microsoft.com/office/drawing/2014/main" id="{897240A4-230B-49FC-9408-AD78CF476265}"/>
                </a:ext>
              </a:extLst>
            </p:cNvPr>
            <p:cNvSpPr/>
            <p:nvPr/>
          </p:nvSpPr>
          <p:spPr>
            <a:xfrm>
              <a:off x="775638" y="2785135"/>
              <a:ext cx="114580" cy="280038"/>
            </a:xfrm>
            <a:custGeom>
              <a:avLst/>
              <a:gdLst/>
              <a:ahLst/>
              <a:cxnLst/>
              <a:rect l="l" t="t" r="r" b="b"/>
              <a:pathLst>
                <a:path w="7772" h="18995" extrusionOk="0">
                  <a:moveTo>
                    <a:pt x="498" y="1"/>
                  </a:moveTo>
                  <a:cubicBezTo>
                    <a:pt x="498" y="1"/>
                    <a:pt x="1" y="5123"/>
                    <a:pt x="31" y="7234"/>
                  </a:cubicBezTo>
                  <a:cubicBezTo>
                    <a:pt x="61" y="9346"/>
                    <a:pt x="2407" y="14429"/>
                    <a:pt x="3068" y="15231"/>
                  </a:cubicBezTo>
                  <a:cubicBezTo>
                    <a:pt x="3729" y="16035"/>
                    <a:pt x="6937" y="18994"/>
                    <a:pt x="6937" y="18994"/>
                  </a:cubicBezTo>
                  <a:cubicBezTo>
                    <a:pt x="6937" y="18994"/>
                    <a:pt x="7362" y="14522"/>
                    <a:pt x="7501" y="12895"/>
                  </a:cubicBezTo>
                  <a:cubicBezTo>
                    <a:pt x="7640" y="11269"/>
                    <a:pt x="7772" y="9075"/>
                    <a:pt x="7772" y="9075"/>
                  </a:cubicBezTo>
                  <a:cubicBezTo>
                    <a:pt x="7772" y="9075"/>
                    <a:pt x="4320" y="6199"/>
                    <a:pt x="3237" y="4265"/>
                  </a:cubicBezTo>
                  <a:cubicBezTo>
                    <a:pt x="2155" y="2331"/>
                    <a:pt x="498" y="1"/>
                    <a:pt x="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1688;p44">
              <a:extLst>
                <a:ext uri="{FF2B5EF4-FFF2-40B4-BE49-F238E27FC236}">
                  <a16:creationId xmlns:a16="http://schemas.microsoft.com/office/drawing/2014/main" id="{F80DF937-ACAC-498F-94F4-1BFDBBC27EA3}"/>
                </a:ext>
              </a:extLst>
            </p:cNvPr>
            <p:cNvSpPr/>
            <p:nvPr/>
          </p:nvSpPr>
          <p:spPr>
            <a:xfrm>
              <a:off x="771451" y="2780919"/>
              <a:ext cx="123057" cy="288456"/>
            </a:xfrm>
            <a:custGeom>
              <a:avLst/>
              <a:gdLst/>
              <a:ahLst/>
              <a:cxnLst/>
              <a:rect l="l" t="t" r="r" b="b"/>
              <a:pathLst>
                <a:path w="8347" h="19566" extrusionOk="0">
                  <a:moveTo>
                    <a:pt x="994" y="1092"/>
                  </a:moveTo>
                  <a:cubicBezTo>
                    <a:pt x="1560" y="1918"/>
                    <a:pt x="2551" y="3402"/>
                    <a:pt x="3272" y="4691"/>
                  </a:cubicBezTo>
                  <a:cubicBezTo>
                    <a:pt x="4270" y="6474"/>
                    <a:pt x="7149" y="8966"/>
                    <a:pt x="7762" y="9486"/>
                  </a:cubicBezTo>
                  <a:cubicBezTo>
                    <a:pt x="7731" y="9999"/>
                    <a:pt x="7618" y="11790"/>
                    <a:pt x="7500" y="13156"/>
                  </a:cubicBezTo>
                  <a:cubicBezTo>
                    <a:pt x="7392" y="14423"/>
                    <a:pt x="7111" y="17417"/>
                    <a:pt x="6992" y="18678"/>
                  </a:cubicBezTo>
                  <a:cubicBezTo>
                    <a:pt x="6100" y="17847"/>
                    <a:pt x="4070" y="15943"/>
                    <a:pt x="3572" y="15336"/>
                  </a:cubicBezTo>
                  <a:cubicBezTo>
                    <a:pt x="2973" y="14610"/>
                    <a:pt x="630" y="9570"/>
                    <a:pt x="600" y="7516"/>
                  </a:cubicBezTo>
                  <a:cubicBezTo>
                    <a:pt x="578" y="5936"/>
                    <a:pt x="858" y="2605"/>
                    <a:pt x="994" y="1092"/>
                  </a:cubicBezTo>
                  <a:close/>
                  <a:moveTo>
                    <a:pt x="783" y="1"/>
                  </a:moveTo>
                  <a:cubicBezTo>
                    <a:pt x="647" y="1"/>
                    <a:pt x="513" y="97"/>
                    <a:pt x="497" y="258"/>
                  </a:cubicBezTo>
                  <a:cubicBezTo>
                    <a:pt x="476" y="468"/>
                    <a:pt x="0" y="5422"/>
                    <a:pt x="29" y="7525"/>
                  </a:cubicBezTo>
                  <a:cubicBezTo>
                    <a:pt x="61" y="9784"/>
                    <a:pt x="2470" y="14897"/>
                    <a:pt x="3131" y="15699"/>
                  </a:cubicBezTo>
                  <a:cubicBezTo>
                    <a:pt x="3798" y="16508"/>
                    <a:pt x="6896" y="19369"/>
                    <a:pt x="7028" y="19490"/>
                  </a:cubicBezTo>
                  <a:cubicBezTo>
                    <a:pt x="7081" y="19539"/>
                    <a:pt x="7149" y="19566"/>
                    <a:pt x="7221" y="19566"/>
                  </a:cubicBezTo>
                  <a:cubicBezTo>
                    <a:pt x="7368" y="19566"/>
                    <a:pt x="7491" y="19454"/>
                    <a:pt x="7505" y="19307"/>
                  </a:cubicBezTo>
                  <a:cubicBezTo>
                    <a:pt x="7505" y="19307"/>
                    <a:pt x="7929" y="14833"/>
                    <a:pt x="8069" y="13206"/>
                  </a:cubicBezTo>
                  <a:cubicBezTo>
                    <a:pt x="8207" y="11595"/>
                    <a:pt x="8340" y="9400"/>
                    <a:pt x="8341" y="9378"/>
                  </a:cubicBezTo>
                  <a:cubicBezTo>
                    <a:pt x="8346" y="9287"/>
                    <a:pt x="8308" y="9199"/>
                    <a:pt x="8238" y="9141"/>
                  </a:cubicBezTo>
                  <a:cubicBezTo>
                    <a:pt x="8204" y="9113"/>
                    <a:pt x="4815" y="6278"/>
                    <a:pt x="3770" y="4412"/>
                  </a:cubicBezTo>
                  <a:cubicBezTo>
                    <a:pt x="2692" y="2487"/>
                    <a:pt x="1030" y="144"/>
                    <a:pt x="1013" y="121"/>
                  </a:cubicBezTo>
                  <a:cubicBezTo>
                    <a:pt x="954" y="39"/>
                    <a:pt x="868" y="1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689;p44">
              <a:extLst>
                <a:ext uri="{FF2B5EF4-FFF2-40B4-BE49-F238E27FC236}">
                  <a16:creationId xmlns:a16="http://schemas.microsoft.com/office/drawing/2014/main" id="{86ACA291-2D79-4E92-A9E5-1BC2056E9361}"/>
                </a:ext>
              </a:extLst>
            </p:cNvPr>
            <p:cNvSpPr/>
            <p:nvPr/>
          </p:nvSpPr>
          <p:spPr>
            <a:xfrm>
              <a:off x="672321" y="2516789"/>
              <a:ext cx="363836" cy="346690"/>
            </a:xfrm>
            <a:custGeom>
              <a:avLst/>
              <a:gdLst/>
              <a:ahLst/>
              <a:cxnLst/>
              <a:rect l="l" t="t" r="r" b="b"/>
              <a:pathLst>
                <a:path w="24679" h="23516" extrusionOk="0">
                  <a:moveTo>
                    <a:pt x="12855" y="1"/>
                  </a:moveTo>
                  <a:cubicBezTo>
                    <a:pt x="9343" y="1"/>
                    <a:pt x="4767" y="2121"/>
                    <a:pt x="2618" y="5683"/>
                  </a:cubicBezTo>
                  <a:cubicBezTo>
                    <a:pt x="0" y="10024"/>
                    <a:pt x="3578" y="16146"/>
                    <a:pt x="3675" y="17200"/>
                  </a:cubicBezTo>
                  <a:cubicBezTo>
                    <a:pt x="3770" y="18255"/>
                    <a:pt x="1585" y="18773"/>
                    <a:pt x="1597" y="19666"/>
                  </a:cubicBezTo>
                  <a:cubicBezTo>
                    <a:pt x="1610" y="20558"/>
                    <a:pt x="2214" y="23069"/>
                    <a:pt x="4980" y="23435"/>
                  </a:cubicBezTo>
                  <a:cubicBezTo>
                    <a:pt x="5399" y="23491"/>
                    <a:pt x="5773" y="23515"/>
                    <a:pt x="6107" y="23515"/>
                  </a:cubicBezTo>
                  <a:cubicBezTo>
                    <a:pt x="7976" y="23515"/>
                    <a:pt x="8581" y="22742"/>
                    <a:pt x="8782" y="22326"/>
                  </a:cubicBezTo>
                  <a:cubicBezTo>
                    <a:pt x="9018" y="21835"/>
                    <a:pt x="15484" y="13866"/>
                    <a:pt x="16449" y="13121"/>
                  </a:cubicBezTo>
                  <a:cubicBezTo>
                    <a:pt x="16805" y="12846"/>
                    <a:pt x="17318" y="12512"/>
                    <a:pt x="17823" y="12200"/>
                  </a:cubicBezTo>
                  <a:cubicBezTo>
                    <a:pt x="18213" y="13954"/>
                    <a:pt x="19644" y="15835"/>
                    <a:pt x="20173" y="15835"/>
                  </a:cubicBezTo>
                  <a:cubicBezTo>
                    <a:pt x="20191" y="15835"/>
                    <a:pt x="20207" y="15833"/>
                    <a:pt x="20222" y="15829"/>
                  </a:cubicBezTo>
                  <a:cubicBezTo>
                    <a:pt x="20870" y="15658"/>
                    <a:pt x="24180" y="14312"/>
                    <a:pt x="24460" y="11059"/>
                  </a:cubicBezTo>
                  <a:cubicBezTo>
                    <a:pt x="24678" y="8503"/>
                    <a:pt x="22356" y="6840"/>
                    <a:pt x="21351" y="6243"/>
                  </a:cubicBezTo>
                  <a:cubicBezTo>
                    <a:pt x="20747" y="3784"/>
                    <a:pt x="18073" y="1345"/>
                    <a:pt x="14968" y="311"/>
                  </a:cubicBezTo>
                  <a:cubicBezTo>
                    <a:pt x="14339" y="102"/>
                    <a:pt x="13622" y="1"/>
                    <a:pt x="128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690;p44">
              <a:extLst>
                <a:ext uri="{FF2B5EF4-FFF2-40B4-BE49-F238E27FC236}">
                  <a16:creationId xmlns:a16="http://schemas.microsoft.com/office/drawing/2014/main" id="{4D624166-D23D-4E9D-8D78-C9F230F07755}"/>
                </a:ext>
              </a:extLst>
            </p:cNvPr>
            <p:cNvSpPr/>
            <p:nvPr/>
          </p:nvSpPr>
          <p:spPr>
            <a:xfrm>
              <a:off x="675874" y="2512248"/>
              <a:ext cx="364573" cy="355432"/>
            </a:xfrm>
            <a:custGeom>
              <a:avLst/>
              <a:gdLst/>
              <a:ahLst/>
              <a:cxnLst/>
              <a:rect l="l" t="t" r="r" b="b"/>
              <a:pathLst>
                <a:path w="24729" h="24109" extrusionOk="0">
                  <a:moveTo>
                    <a:pt x="12620" y="596"/>
                  </a:moveTo>
                  <a:cubicBezTo>
                    <a:pt x="13357" y="596"/>
                    <a:pt x="14041" y="691"/>
                    <a:pt x="14637" y="890"/>
                  </a:cubicBezTo>
                  <a:cubicBezTo>
                    <a:pt x="17708" y="1913"/>
                    <a:pt x="20256" y="4269"/>
                    <a:pt x="20832" y="6619"/>
                  </a:cubicBezTo>
                  <a:cubicBezTo>
                    <a:pt x="20851" y="6694"/>
                    <a:pt x="20898" y="6757"/>
                    <a:pt x="20964" y="6798"/>
                  </a:cubicBezTo>
                  <a:cubicBezTo>
                    <a:pt x="21925" y="7367"/>
                    <a:pt x="24139" y="8950"/>
                    <a:pt x="23934" y="11343"/>
                  </a:cubicBezTo>
                  <a:cubicBezTo>
                    <a:pt x="23644" y="14724"/>
                    <a:pt x="19945" y="15853"/>
                    <a:pt x="19938" y="15859"/>
                  </a:cubicBezTo>
                  <a:cubicBezTo>
                    <a:pt x="19615" y="15816"/>
                    <a:pt x="18248" y="14186"/>
                    <a:pt x="17860" y="12447"/>
                  </a:cubicBezTo>
                  <a:cubicBezTo>
                    <a:pt x="17829" y="12309"/>
                    <a:pt x="17708" y="12223"/>
                    <a:pt x="17580" y="12223"/>
                  </a:cubicBezTo>
                  <a:cubicBezTo>
                    <a:pt x="17530" y="12223"/>
                    <a:pt x="17478" y="12237"/>
                    <a:pt x="17431" y="12266"/>
                  </a:cubicBezTo>
                  <a:cubicBezTo>
                    <a:pt x="16821" y="12643"/>
                    <a:pt x="16351" y="12959"/>
                    <a:pt x="16033" y="13204"/>
                  </a:cubicBezTo>
                  <a:cubicBezTo>
                    <a:pt x="15094" y="13928"/>
                    <a:pt x="8577" y="21902"/>
                    <a:pt x="8283" y="22510"/>
                  </a:cubicBezTo>
                  <a:cubicBezTo>
                    <a:pt x="8084" y="22925"/>
                    <a:pt x="7511" y="23539"/>
                    <a:pt x="5877" y="23539"/>
                  </a:cubicBezTo>
                  <a:cubicBezTo>
                    <a:pt x="5554" y="23539"/>
                    <a:pt x="5189" y="23515"/>
                    <a:pt x="4777" y="23460"/>
                  </a:cubicBezTo>
                  <a:cubicBezTo>
                    <a:pt x="2241" y="23123"/>
                    <a:pt x="1654" y="20826"/>
                    <a:pt x="1642" y="19970"/>
                  </a:cubicBezTo>
                  <a:cubicBezTo>
                    <a:pt x="1639" y="19699"/>
                    <a:pt x="2098" y="19379"/>
                    <a:pt x="2503" y="19097"/>
                  </a:cubicBezTo>
                  <a:cubicBezTo>
                    <a:pt x="3103" y="18678"/>
                    <a:pt x="3784" y="18204"/>
                    <a:pt x="3719" y="17482"/>
                  </a:cubicBezTo>
                  <a:cubicBezTo>
                    <a:pt x="3694" y="17217"/>
                    <a:pt x="3520" y="16774"/>
                    <a:pt x="3256" y="16104"/>
                  </a:cubicBezTo>
                  <a:cubicBezTo>
                    <a:pt x="2340" y="13773"/>
                    <a:pt x="634" y="9433"/>
                    <a:pt x="2622" y="6139"/>
                  </a:cubicBezTo>
                  <a:cubicBezTo>
                    <a:pt x="4736" y="2634"/>
                    <a:pt x="9233" y="596"/>
                    <a:pt x="12620" y="596"/>
                  </a:cubicBezTo>
                  <a:close/>
                  <a:moveTo>
                    <a:pt x="12549" y="0"/>
                  </a:moveTo>
                  <a:cubicBezTo>
                    <a:pt x="8568" y="0"/>
                    <a:pt x="3979" y="2784"/>
                    <a:pt x="2132" y="5843"/>
                  </a:cubicBezTo>
                  <a:cubicBezTo>
                    <a:pt x="1" y="9380"/>
                    <a:pt x="1840" y="14062"/>
                    <a:pt x="2725" y="16312"/>
                  </a:cubicBezTo>
                  <a:cubicBezTo>
                    <a:pt x="2943" y="16869"/>
                    <a:pt x="3133" y="17351"/>
                    <a:pt x="3149" y="17534"/>
                  </a:cubicBezTo>
                  <a:cubicBezTo>
                    <a:pt x="3185" y="17925"/>
                    <a:pt x="2672" y="18282"/>
                    <a:pt x="2176" y="18628"/>
                  </a:cubicBezTo>
                  <a:cubicBezTo>
                    <a:pt x="1629" y="19010"/>
                    <a:pt x="1063" y="19404"/>
                    <a:pt x="1071" y="19978"/>
                  </a:cubicBezTo>
                  <a:cubicBezTo>
                    <a:pt x="1084" y="20972"/>
                    <a:pt x="1764" y="23636"/>
                    <a:pt x="4701" y="24026"/>
                  </a:cubicBezTo>
                  <a:cubicBezTo>
                    <a:pt x="5086" y="24079"/>
                    <a:pt x="5474" y="24106"/>
                    <a:pt x="5863" y="24108"/>
                  </a:cubicBezTo>
                  <a:cubicBezTo>
                    <a:pt x="7819" y="24108"/>
                    <a:pt x="8538" y="23298"/>
                    <a:pt x="8797" y="22759"/>
                  </a:cubicBezTo>
                  <a:cubicBezTo>
                    <a:pt x="9005" y="22361"/>
                    <a:pt x="15382" y="14428"/>
                    <a:pt x="16382" y="13655"/>
                  </a:cubicBezTo>
                  <a:cubicBezTo>
                    <a:pt x="16626" y="13467"/>
                    <a:pt x="16969" y="13233"/>
                    <a:pt x="17403" y="12956"/>
                  </a:cubicBezTo>
                  <a:cubicBezTo>
                    <a:pt x="17833" y="14391"/>
                    <a:pt x="18854" y="15882"/>
                    <a:pt x="19546" y="16303"/>
                  </a:cubicBezTo>
                  <a:cubicBezTo>
                    <a:pt x="19684" y="16387"/>
                    <a:pt x="19814" y="16430"/>
                    <a:pt x="19932" y="16430"/>
                  </a:cubicBezTo>
                  <a:cubicBezTo>
                    <a:pt x="19974" y="16430"/>
                    <a:pt x="20015" y="16424"/>
                    <a:pt x="20054" y="16413"/>
                  </a:cubicBezTo>
                  <a:cubicBezTo>
                    <a:pt x="21120" y="16132"/>
                    <a:pt x="24227" y="14602"/>
                    <a:pt x="24502" y="11392"/>
                  </a:cubicBezTo>
                  <a:cubicBezTo>
                    <a:pt x="24729" y="8761"/>
                    <a:pt x="22456" y="7040"/>
                    <a:pt x="21356" y="6367"/>
                  </a:cubicBezTo>
                  <a:cubicBezTo>
                    <a:pt x="20683" y="3875"/>
                    <a:pt x="18014" y="1413"/>
                    <a:pt x="14817" y="348"/>
                  </a:cubicBezTo>
                  <a:cubicBezTo>
                    <a:pt x="14102" y="110"/>
                    <a:pt x="13338" y="0"/>
                    <a:pt x="1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691;p44">
              <a:extLst>
                <a:ext uri="{FF2B5EF4-FFF2-40B4-BE49-F238E27FC236}">
                  <a16:creationId xmlns:a16="http://schemas.microsoft.com/office/drawing/2014/main" id="{8013A6F7-0804-4591-A7F5-36E6D7A24B71}"/>
                </a:ext>
              </a:extLst>
            </p:cNvPr>
            <p:cNvSpPr/>
            <p:nvPr/>
          </p:nvSpPr>
          <p:spPr>
            <a:xfrm>
              <a:off x="899374" y="2580551"/>
              <a:ext cx="85729" cy="82471"/>
            </a:xfrm>
            <a:custGeom>
              <a:avLst/>
              <a:gdLst/>
              <a:ahLst/>
              <a:cxnLst/>
              <a:rect l="l" t="t" r="r" b="b"/>
              <a:pathLst>
                <a:path w="5815" h="5594" extrusionOk="0">
                  <a:moveTo>
                    <a:pt x="3183" y="0"/>
                  </a:moveTo>
                  <a:cubicBezTo>
                    <a:pt x="3136" y="0"/>
                    <a:pt x="3091" y="3"/>
                    <a:pt x="3049" y="9"/>
                  </a:cubicBezTo>
                  <a:cubicBezTo>
                    <a:pt x="1566" y="201"/>
                    <a:pt x="207" y="3693"/>
                    <a:pt x="56" y="4090"/>
                  </a:cubicBezTo>
                  <a:cubicBezTo>
                    <a:pt x="1" y="4238"/>
                    <a:pt x="75" y="4403"/>
                    <a:pt x="222" y="4459"/>
                  </a:cubicBezTo>
                  <a:cubicBezTo>
                    <a:pt x="256" y="4471"/>
                    <a:pt x="290" y="4477"/>
                    <a:pt x="323" y="4477"/>
                  </a:cubicBezTo>
                  <a:cubicBezTo>
                    <a:pt x="439" y="4477"/>
                    <a:pt x="547" y="4407"/>
                    <a:pt x="591" y="4292"/>
                  </a:cubicBezTo>
                  <a:cubicBezTo>
                    <a:pt x="1112" y="2915"/>
                    <a:pt x="2260" y="686"/>
                    <a:pt x="3123" y="574"/>
                  </a:cubicBezTo>
                  <a:cubicBezTo>
                    <a:pt x="3138" y="572"/>
                    <a:pt x="3160" y="570"/>
                    <a:pt x="3187" y="570"/>
                  </a:cubicBezTo>
                  <a:cubicBezTo>
                    <a:pt x="3298" y="570"/>
                    <a:pt x="3498" y="615"/>
                    <a:pt x="3736" y="949"/>
                  </a:cubicBezTo>
                  <a:cubicBezTo>
                    <a:pt x="5162" y="2949"/>
                    <a:pt x="4281" y="5177"/>
                    <a:pt x="4271" y="5199"/>
                  </a:cubicBezTo>
                  <a:cubicBezTo>
                    <a:pt x="4194" y="5387"/>
                    <a:pt x="4333" y="5594"/>
                    <a:pt x="4536" y="5594"/>
                  </a:cubicBezTo>
                  <a:cubicBezTo>
                    <a:pt x="4651" y="5594"/>
                    <a:pt x="4756" y="5523"/>
                    <a:pt x="4799" y="5416"/>
                  </a:cubicBezTo>
                  <a:cubicBezTo>
                    <a:pt x="4842" y="5313"/>
                    <a:pt x="5815" y="2880"/>
                    <a:pt x="4201" y="617"/>
                  </a:cubicBezTo>
                  <a:cubicBezTo>
                    <a:pt x="3849" y="124"/>
                    <a:pt x="3473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692;p44">
              <a:extLst>
                <a:ext uri="{FF2B5EF4-FFF2-40B4-BE49-F238E27FC236}">
                  <a16:creationId xmlns:a16="http://schemas.microsoft.com/office/drawing/2014/main" id="{9CCBE61A-63FD-4928-B041-D22CE1451DD4}"/>
                </a:ext>
              </a:extLst>
            </p:cNvPr>
            <p:cNvSpPr/>
            <p:nvPr/>
          </p:nvSpPr>
          <p:spPr>
            <a:xfrm>
              <a:off x="724761" y="2714842"/>
              <a:ext cx="21834" cy="11765"/>
            </a:xfrm>
            <a:custGeom>
              <a:avLst/>
              <a:gdLst/>
              <a:ahLst/>
              <a:cxnLst/>
              <a:rect l="l" t="t" r="r" b="b"/>
              <a:pathLst>
                <a:path w="1481" h="798" extrusionOk="0">
                  <a:moveTo>
                    <a:pt x="323" y="1"/>
                  </a:moveTo>
                  <a:cubicBezTo>
                    <a:pt x="208" y="1"/>
                    <a:pt x="100" y="70"/>
                    <a:pt x="57" y="184"/>
                  </a:cubicBezTo>
                  <a:cubicBezTo>
                    <a:pt x="0" y="331"/>
                    <a:pt x="74" y="496"/>
                    <a:pt x="221" y="553"/>
                  </a:cubicBezTo>
                  <a:cubicBezTo>
                    <a:pt x="494" y="657"/>
                    <a:pt x="802" y="737"/>
                    <a:pt x="1136" y="793"/>
                  </a:cubicBezTo>
                  <a:cubicBezTo>
                    <a:pt x="1152" y="796"/>
                    <a:pt x="1168" y="797"/>
                    <a:pt x="1183" y="797"/>
                  </a:cubicBezTo>
                  <a:cubicBezTo>
                    <a:pt x="1332" y="797"/>
                    <a:pt x="1456" y="683"/>
                    <a:pt x="1468" y="534"/>
                  </a:cubicBezTo>
                  <a:cubicBezTo>
                    <a:pt x="1481" y="386"/>
                    <a:pt x="1377" y="254"/>
                    <a:pt x="1230" y="230"/>
                  </a:cubicBezTo>
                  <a:cubicBezTo>
                    <a:pt x="932" y="181"/>
                    <a:pt x="661" y="110"/>
                    <a:pt x="425" y="20"/>
                  </a:cubicBezTo>
                  <a:cubicBezTo>
                    <a:pt x="392" y="7"/>
                    <a:pt x="357" y="1"/>
                    <a:pt x="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693;p44">
              <a:extLst>
                <a:ext uri="{FF2B5EF4-FFF2-40B4-BE49-F238E27FC236}">
                  <a16:creationId xmlns:a16="http://schemas.microsoft.com/office/drawing/2014/main" id="{CB37964D-F2E6-4AF5-BA67-436CFECE51CF}"/>
                </a:ext>
              </a:extLst>
            </p:cNvPr>
            <p:cNvSpPr/>
            <p:nvPr/>
          </p:nvSpPr>
          <p:spPr>
            <a:xfrm>
              <a:off x="764508" y="2591284"/>
              <a:ext cx="133879" cy="135810"/>
            </a:xfrm>
            <a:custGeom>
              <a:avLst/>
              <a:gdLst/>
              <a:ahLst/>
              <a:cxnLst/>
              <a:rect l="l" t="t" r="r" b="b"/>
              <a:pathLst>
                <a:path w="9081" h="9212" extrusionOk="0">
                  <a:moveTo>
                    <a:pt x="8755" y="1"/>
                  </a:moveTo>
                  <a:cubicBezTo>
                    <a:pt x="8657" y="1"/>
                    <a:pt x="8562" y="51"/>
                    <a:pt x="8509" y="141"/>
                  </a:cubicBezTo>
                  <a:cubicBezTo>
                    <a:pt x="8489" y="175"/>
                    <a:pt x="6526" y="3545"/>
                    <a:pt x="4582" y="6215"/>
                  </a:cubicBezTo>
                  <a:cubicBezTo>
                    <a:pt x="3244" y="8052"/>
                    <a:pt x="1303" y="8525"/>
                    <a:pt x="263" y="8643"/>
                  </a:cubicBezTo>
                  <a:cubicBezTo>
                    <a:pt x="112" y="8659"/>
                    <a:pt x="0" y="8791"/>
                    <a:pt x="9" y="8942"/>
                  </a:cubicBezTo>
                  <a:cubicBezTo>
                    <a:pt x="18" y="9094"/>
                    <a:pt x="143" y="9212"/>
                    <a:pt x="294" y="9212"/>
                  </a:cubicBezTo>
                  <a:cubicBezTo>
                    <a:pt x="295" y="9212"/>
                    <a:pt x="295" y="9212"/>
                    <a:pt x="296" y="9212"/>
                  </a:cubicBezTo>
                  <a:cubicBezTo>
                    <a:pt x="307" y="9212"/>
                    <a:pt x="318" y="9211"/>
                    <a:pt x="329" y="9210"/>
                  </a:cubicBezTo>
                  <a:cubicBezTo>
                    <a:pt x="1460" y="9081"/>
                    <a:pt x="3578" y="8564"/>
                    <a:pt x="5044" y="6551"/>
                  </a:cubicBezTo>
                  <a:cubicBezTo>
                    <a:pt x="7006" y="3857"/>
                    <a:pt x="8983" y="462"/>
                    <a:pt x="9003" y="428"/>
                  </a:cubicBezTo>
                  <a:cubicBezTo>
                    <a:pt x="9080" y="292"/>
                    <a:pt x="9035" y="118"/>
                    <a:pt x="8899" y="40"/>
                  </a:cubicBezTo>
                  <a:cubicBezTo>
                    <a:pt x="8853" y="13"/>
                    <a:pt x="8804" y="1"/>
                    <a:pt x="8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694;p44">
              <a:extLst>
                <a:ext uri="{FF2B5EF4-FFF2-40B4-BE49-F238E27FC236}">
                  <a16:creationId xmlns:a16="http://schemas.microsoft.com/office/drawing/2014/main" id="{D130C2DC-1B01-4D66-936E-5753743D2760}"/>
                </a:ext>
              </a:extLst>
            </p:cNvPr>
            <p:cNvSpPr/>
            <p:nvPr/>
          </p:nvSpPr>
          <p:spPr>
            <a:xfrm>
              <a:off x="883408" y="2548662"/>
              <a:ext cx="33776" cy="10615"/>
            </a:xfrm>
            <a:custGeom>
              <a:avLst/>
              <a:gdLst/>
              <a:ahLst/>
              <a:cxnLst/>
              <a:rect l="l" t="t" r="r" b="b"/>
              <a:pathLst>
                <a:path w="2291" h="720" extrusionOk="0">
                  <a:moveTo>
                    <a:pt x="1540" y="0"/>
                  </a:moveTo>
                  <a:cubicBezTo>
                    <a:pt x="1092" y="0"/>
                    <a:pt x="654" y="52"/>
                    <a:pt x="234" y="156"/>
                  </a:cubicBezTo>
                  <a:cubicBezTo>
                    <a:pt x="93" y="191"/>
                    <a:pt x="1" y="325"/>
                    <a:pt x="17" y="468"/>
                  </a:cubicBezTo>
                  <a:cubicBezTo>
                    <a:pt x="35" y="612"/>
                    <a:pt x="156" y="719"/>
                    <a:pt x="301" y="719"/>
                  </a:cubicBezTo>
                  <a:cubicBezTo>
                    <a:pt x="325" y="719"/>
                    <a:pt x="348" y="716"/>
                    <a:pt x="371" y="711"/>
                  </a:cubicBezTo>
                  <a:cubicBezTo>
                    <a:pt x="747" y="617"/>
                    <a:pt x="1128" y="570"/>
                    <a:pt x="1524" y="570"/>
                  </a:cubicBezTo>
                  <a:cubicBezTo>
                    <a:pt x="1670" y="570"/>
                    <a:pt x="1819" y="576"/>
                    <a:pt x="1970" y="589"/>
                  </a:cubicBezTo>
                  <a:cubicBezTo>
                    <a:pt x="1977" y="590"/>
                    <a:pt x="1985" y="590"/>
                    <a:pt x="1992" y="590"/>
                  </a:cubicBezTo>
                  <a:cubicBezTo>
                    <a:pt x="2140" y="590"/>
                    <a:pt x="2266" y="477"/>
                    <a:pt x="2277" y="327"/>
                  </a:cubicBezTo>
                  <a:cubicBezTo>
                    <a:pt x="2290" y="169"/>
                    <a:pt x="2173" y="32"/>
                    <a:pt x="2016" y="19"/>
                  </a:cubicBezTo>
                  <a:cubicBezTo>
                    <a:pt x="1856" y="7"/>
                    <a:pt x="1697" y="0"/>
                    <a:pt x="1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695;p44">
              <a:extLst>
                <a:ext uri="{FF2B5EF4-FFF2-40B4-BE49-F238E27FC236}">
                  <a16:creationId xmlns:a16="http://schemas.microsoft.com/office/drawing/2014/main" id="{1B4B0E4C-C4D8-4EC8-A783-71152A264EB7}"/>
                </a:ext>
              </a:extLst>
            </p:cNvPr>
            <p:cNvSpPr/>
            <p:nvPr/>
          </p:nvSpPr>
          <p:spPr>
            <a:xfrm>
              <a:off x="704416" y="2562005"/>
              <a:ext cx="162878" cy="97435"/>
            </a:xfrm>
            <a:custGeom>
              <a:avLst/>
              <a:gdLst/>
              <a:ahLst/>
              <a:cxnLst/>
              <a:rect l="l" t="t" r="r" b="b"/>
              <a:pathLst>
                <a:path w="11048" h="6609" extrusionOk="0">
                  <a:moveTo>
                    <a:pt x="10721" y="1"/>
                  </a:moveTo>
                  <a:cubicBezTo>
                    <a:pt x="10667" y="1"/>
                    <a:pt x="10613" y="16"/>
                    <a:pt x="10566" y="47"/>
                  </a:cubicBezTo>
                  <a:cubicBezTo>
                    <a:pt x="9578" y="674"/>
                    <a:pt x="8720" y="1527"/>
                    <a:pt x="7810" y="2429"/>
                  </a:cubicBezTo>
                  <a:cubicBezTo>
                    <a:pt x="7223" y="3013"/>
                    <a:pt x="6617" y="3616"/>
                    <a:pt x="5965" y="4160"/>
                  </a:cubicBezTo>
                  <a:cubicBezTo>
                    <a:pt x="3921" y="5869"/>
                    <a:pt x="1514" y="6034"/>
                    <a:pt x="652" y="6034"/>
                  </a:cubicBezTo>
                  <a:cubicBezTo>
                    <a:pt x="448" y="6034"/>
                    <a:pt x="330" y="6024"/>
                    <a:pt x="325" y="6024"/>
                  </a:cubicBezTo>
                  <a:cubicBezTo>
                    <a:pt x="316" y="6023"/>
                    <a:pt x="307" y="6023"/>
                    <a:pt x="299" y="6023"/>
                  </a:cubicBezTo>
                  <a:cubicBezTo>
                    <a:pt x="153" y="6023"/>
                    <a:pt x="28" y="6134"/>
                    <a:pt x="15" y="6283"/>
                  </a:cubicBezTo>
                  <a:cubicBezTo>
                    <a:pt x="1" y="6440"/>
                    <a:pt x="116" y="6579"/>
                    <a:pt x="274" y="6593"/>
                  </a:cubicBezTo>
                  <a:cubicBezTo>
                    <a:pt x="301" y="6595"/>
                    <a:pt x="453" y="6608"/>
                    <a:pt x="702" y="6608"/>
                  </a:cubicBezTo>
                  <a:cubicBezTo>
                    <a:pt x="1684" y="6608"/>
                    <a:pt x="4164" y="6410"/>
                    <a:pt x="6330" y="4598"/>
                  </a:cubicBezTo>
                  <a:cubicBezTo>
                    <a:pt x="7001" y="4038"/>
                    <a:pt x="7616" y="3426"/>
                    <a:pt x="8212" y="2835"/>
                  </a:cubicBezTo>
                  <a:cubicBezTo>
                    <a:pt x="9099" y="1954"/>
                    <a:pt x="9936" y="1123"/>
                    <a:pt x="10871" y="529"/>
                  </a:cubicBezTo>
                  <a:cubicBezTo>
                    <a:pt x="11006" y="445"/>
                    <a:pt x="11047" y="267"/>
                    <a:pt x="10961" y="133"/>
                  </a:cubicBezTo>
                  <a:cubicBezTo>
                    <a:pt x="10907" y="48"/>
                    <a:pt x="10815" y="1"/>
                    <a:pt x="10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1696;p44">
              <a:extLst>
                <a:ext uri="{FF2B5EF4-FFF2-40B4-BE49-F238E27FC236}">
                  <a16:creationId xmlns:a16="http://schemas.microsoft.com/office/drawing/2014/main" id="{601184C6-878A-4793-8221-053F687C2643}"/>
                </a:ext>
              </a:extLst>
            </p:cNvPr>
            <p:cNvSpPr/>
            <p:nvPr/>
          </p:nvSpPr>
          <p:spPr>
            <a:xfrm>
              <a:off x="966851" y="2670850"/>
              <a:ext cx="47472" cy="61094"/>
            </a:xfrm>
            <a:custGeom>
              <a:avLst/>
              <a:gdLst/>
              <a:ahLst/>
              <a:cxnLst/>
              <a:rect l="l" t="t" r="r" b="b"/>
              <a:pathLst>
                <a:path w="3220" h="4144" extrusionOk="0">
                  <a:moveTo>
                    <a:pt x="1089" y="1"/>
                  </a:moveTo>
                  <a:cubicBezTo>
                    <a:pt x="640" y="1"/>
                    <a:pt x="289" y="66"/>
                    <a:pt x="257" y="72"/>
                  </a:cubicBezTo>
                  <a:cubicBezTo>
                    <a:pt x="103" y="102"/>
                    <a:pt x="1" y="251"/>
                    <a:pt x="30" y="406"/>
                  </a:cubicBezTo>
                  <a:cubicBezTo>
                    <a:pt x="56" y="543"/>
                    <a:pt x="175" y="638"/>
                    <a:pt x="309" y="638"/>
                  </a:cubicBezTo>
                  <a:cubicBezTo>
                    <a:pt x="327" y="638"/>
                    <a:pt x="345" y="637"/>
                    <a:pt x="364" y="633"/>
                  </a:cubicBezTo>
                  <a:cubicBezTo>
                    <a:pt x="520" y="604"/>
                    <a:pt x="789" y="572"/>
                    <a:pt x="1088" y="572"/>
                  </a:cubicBezTo>
                  <a:cubicBezTo>
                    <a:pt x="1545" y="572"/>
                    <a:pt x="2070" y="647"/>
                    <a:pt x="2356" y="923"/>
                  </a:cubicBezTo>
                  <a:cubicBezTo>
                    <a:pt x="2557" y="1117"/>
                    <a:pt x="2626" y="1399"/>
                    <a:pt x="2567" y="1785"/>
                  </a:cubicBezTo>
                  <a:cubicBezTo>
                    <a:pt x="2310" y="3480"/>
                    <a:pt x="1692" y="3573"/>
                    <a:pt x="1700" y="3573"/>
                  </a:cubicBezTo>
                  <a:cubicBezTo>
                    <a:pt x="1542" y="3574"/>
                    <a:pt x="1415" y="3702"/>
                    <a:pt x="1416" y="3860"/>
                  </a:cubicBezTo>
                  <a:cubicBezTo>
                    <a:pt x="1417" y="4016"/>
                    <a:pt x="1544" y="4143"/>
                    <a:pt x="1701" y="4143"/>
                  </a:cubicBezTo>
                  <a:cubicBezTo>
                    <a:pt x="1702" y="4143"/>
                    <a:pt x="1702" y="4143"/>
                    <a:pt x="1703" y="4143"/>
                  </a:cubicBezTo>
                  <a:lnTo>
                    <a:pt x="1707" y="4143"/>
                  </a:lnTo>
                  <a:cubicBezTo>
                    <a:pt x="1818" y="4141"/>
                    <a:pt x="2798" y="4065"/>
                    <a:pt x="3133" y="1871"/>
                  </a:cubicBezTo>
                  <a:cubicBezTo>
                    <a:pt x="3220" y="1296"/>
                    <a:pt x="3091" y="838"/>
                    <a:pt x="2752" y="511"/>
                  </a:cubicBezTo>
                  <a:cubicBezTo>
                    <a:pt x="2322" y="97"/>
                    <a:pt x="1634" y="1"/>
                    <a:pt x="1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1697;p44">
              <a:extLst>
                <a:ext uri="{FF2B5EF4-FFF2-40B4-BE49-F238E27FC236}">
                  <a16:creationId xmlns:a16="http://schemas.microsoft.com/office/drawing/2014/main" id="{B4137DB2-29C5-4C98-B2A0-6CA36C6DC51C}"/>
                </a:ext>
              </a:extLst>
            </p:cNvPr>
            <p:cNvSpPr/>
            <p:nvPr/>
          </p:nvSpPr>
          <p:spPr>
            <a:xfrm>
              <a:off x="762208" y="2652333"/>
              <a:ext cx="223293" cy="296093"/>
            </a:xfrm>
            <a:custGeom>
              <a:avLst/>
              <a:gdLst/>
              <a:ahLst/>
              <a:cxnLst/>
              <a:rect l="l" t="t" r="r" b="b"/>
              <a:pathLst>
                <a:path w="15146" h="20084" extrusionOk="0">
                  <a:moveTo>
                    <a:pt x="10475" y="0"/>
                  </a:moveTo>
                  <a:cubicBezTo>
                    <a:pt x="9881" y="0"/>
                    <a:pt x="9352" y="179"/>
                    <a:pt x="9005" y="536"/>
                  </a:cubicBezTo>
                  <a:cubicBezTo>
                    <a:pt x="8044" y="1524"/>
                    <a:pt x="6963" y="5520"/>
                    <a:pt x="4138" y="6695"/>
                  </a:cubicBezTo>
                  <a:cubicBezTo>
                    <a:pt x="3332" y="7030"/>
                    <a:pt x="2648" y="7127"/>
                    <a:pt x="2083" y="7127"/>
                  </a:cubicBezTo>
                  <a:cubicBezTo>
                    <a:pt x="1322" y="7127"/>
                    <a:pt x="776" y="6952"/>
                    <a:pt x="435" y="6952"/>
                  </a:cubicBezTo>
                  <a:cubicBezTo>
                    <a:pt x="141" y="6952"/>
                    <a:pt x="1" y="7082"/>
                    <a:pt x="7" y="7566"/>
                  </a:cubicBezTo>
                  <a:cubicBezTo>
                    <a:pt x="28" y="9028"/>
                    <a:pt x="1065" y="13480"/>
                    <a:pt x="2716" y="15324"/>
                  </a:cubicBezTo>
                  <a:cubicBezTo>
                    <a:pt x="4366" y="17169"/>
                    <a:pt x="6513" y="19656"/>
                    <a:pt x="8060" y="19959"/>
                  </a:cubicBezTo>
                  <a:cubicBezTo>
                    <a:pt x="8493" y="20044"/>
                    <a:pt x="8996" y="20083"/>
                    <a:pt x="9499" y="20083"/>
                  </a:cubicBezTo>
                  <a:cubicBezTo>
                    <a:pt x="10791" y="20083"/>
                    <a:pt x="12083" y="19824"/>
                    <a:pt x="12194" y="19414"/>
                  </a:cubicBezTo>
                  <a:cubicBezTo>
                    <a:pt x="12349" y="18843"/>
                    <a:pt x="13746" y="14276"/>
                    <a:pt x="14446" y="12073"/>
                  </a:cubicBezTo>
                  <a:cubicBezTo>
                    <a:pt x="15146" y="9871"/>
                    <a:pt x="14759" y="5490"/>
                    <a:pt x="14759" y="5490"/>
                  </a:cubicBezTo>
                  <a:cubicBezTo>
                    <a:pt x="14759" y="5490"/>
                    <a:pt x="14762" y="5370"/>
                    <a:pt x="14749" y="5161"/>
                  </a:cubicBezTo>
                  <a:cubicBezTo>
                    <a:pt x="14708" y="4517"/>
                    <a:pt x="14509" y="3028"/>
                    <a:pt x="13568" y="1690"/>
                  </a:cubicBezTo>
                  <a:cubicBezTo>
                    <a:pt x="12774" y="560"/>
                    <a:pt x="11524" y="0"/>
                    <a:pt x="10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698;p44">
              <a:extLst>
                <a:ext uri="{FF2B5EF4-FFF2-40B4-BE49-F238E27FC236}">
                  <a16:creationId xmlns:a16="http://schemas.microsoft.com/office/drawing/2014/main" id="{DD865416-BCC3-4FA9-982D-65B88F91E76B}"/>
                </a:ext>
              </a:extLst>
            </p:cNvPr>
            <p:cNvSpPr/>
            <p:nvPr/>
          </p:nvSpPr>
          <p:spPr>
            <a:xfrm>
              <a:off x="758050" y="2648117"/>
              <a:ext cx="231402" cy="304466"/>
            </a:xfrm>
            <a:custGeom>
              <a:avLst/>
              <a:gdLst/>
              <a:ahLst/>
              <a:cxnLst/>
              <a:rect l="l" t="t" r="r" b="b"/>
              <a:pathLst>
                <a:path w="15696" h="20652" extrusionOk="0">
                  <a:moveTo>
                    <a:pt x="10760" y="571"/>
                  </a:moveTo>
                  <a:cubicBezTo>
                    <a:pt x="10831" y="571"/>
                    <a:pt x="10904" y="574"/>
                    <a:pt x="10978" y="580"/>
                  </a:cubicBezTo>
                  <a:cubicBezTo>
                    <a:pt x="11986" y="660"/>
                    <a:pt x="12997" y="1257"/>
                    <a:pt x="13617" y="2140"/>
                  </a:cubicBezTo>
                  <a:cubicBezTo>
                    <a:pt x="14528" y="3436"/>
                    <a:pt x="14709" y="4897"/>
                    <a:pt x="14745" y="5466"/>
                  </a:cubicBezTo>
                  <a:cubicBezTo>
                    <a:pt x="14757" y="5653"/>
                    <a:pt x="14755" y="5762"/>
                    <a:pt x="14755" y="5769"/>
                  </a:cubicBezTo>
                  <a:cubicBezTo>
                    <a:pt x="14755" y="5780"/>
                    <a:pt x="14756" y="5791"/>
                    <a:pt x="14756" y="5802"/>
                  </a:cubicBezTo>
                  <a:cubicBezTo>
                    <a:pt x="14760" y="5844"/>
                    <a:pt x="15130" y="10148"/>
                    <a:pt x="14456" y="12272"/>
                  </a:cubicBezTo>
                  <a:cubicBezTo>
                    <a:pt x="13754" y="14480"/>
                    <a:pt x="12357" y="19047"/>
                    <a:pt x="12202" y="19618"/>
                  </a:cubicBezTo>
                  <a:cubicBezTo>
                    <a:pt x="12085" y="19838"/>
                    <a:pt x="10975" y="20086"/>
                    <a:pt x="9764" y="20086"/>
                  </a:cubicBezTo>
                  <a:cubicBezTo>
                    <a:pt x="9307" y="20086"/>
                    <a:pt x="8834" y="20051"/>
                    <a:pt x="8396" y="19965"/>
                  </a:cubicBezTo>
                  <a:cubicBezTo>
                    <a:pt x="7028" y="19697"/>
                    <a:pt x="5063" y="17496"/>
                    <a:pt x="3485" y="15727"/>
                  </a:cubicBezTo>
                  <a:lnTo>
                    <a:pt x="3211" y="15420"/>
                  </a:lnTo>
                  <a:cubicBezTo>
                    <a:pt x="1611" y="13632"/>
                    <a:pt x="595" y="9284"/>
                    <a:pt x="574" y="7848"/>
                  </a:cubicBezTo>
                  <a:cubicBezTo>
                    <a:pt x="571" y="7589"/>
                    <a:pt x="617" y="7537"/>
                    <a:pt x="617" y="7537"/>
                  </a:cubicBezTo>
                  <a:cubicBezTo>
                    <a:pt x="632" y="7527"/>
                    <a:pt x="664" y="7523"/>
                    <a:pt x="705" y="7523"/>
                  </a:cubicBezTo>
                  <a:cubicBezTo>
                    <a:pt x="823" y="7523"/>
                    <a:pt x="1022" y="7556"/>
                    <a:pt x="1180" y="7581"/>
                  </a:cubicBezTo>
                  <a:cubicBezTo>
                    <a:pt x="1484" y="7632"/>
                    <a:pt x="1880" y="7697"/>
                    <a:pt x="2361" y="7697"/>
                  </a:cubicBezTo>
                  <a:cubicBezTo>
                    <a:pt x="2957" y="7697"/>
                    <a:pt x="3683" y="7597"/>
                    <a:pt x="4529" y="7245"/>
                  </a:cubicBezTo>
                  <a:cubicBezTo>
                    <a:pt x="6574" y="6393"/>
                    <a:pt x="7723" y="4181"/>
                    <a:pt x="8563" y="2566"/>
                  </a:cubicBezTo>
                  <a:cubicBezTo>
                    <a:pt x="8917" y="1885"/>
                    <a:pt x="9222" y="1298"/>
                    <a:pt x="9491" y="1021"/>
                  </a:cubicBezTo>
                  <a:cubicBezTo>
                    <a:pt x="9773" y="730"/>
                    <a:pt x="10228" y="571"/>
                    <a:pt x="10760" y="571"/>
                  </a:cubicBezTo>
                  <a:close/>
                  <a:moveTo>
                    <a:pt x="10755" y="0"/>
                  </a:moveTo>
                  <a:cubicBezTo>
                    <a:pt x="10069" y="0"/>
                    <a:pt x="9471" y="222"/>
                    <a:pt x="9081" y="622"/>
                  </a:cubicBezTo>
                  <a:cubicBezTo>
                    <a:pt x="8754" y="959"/>
                    <a:pt x="8446" y="1552"/>
                    <a:pt x="8056" y="2303"/>
                  </a:cubicBezTo>
                  <a:cubicBezTo>
                    <a:pt x="7258" y="3840"/>
                    <a:pt x="6163" y="5946"/>
                    <a:pt x="4309" y="6718"/>
                  </a:cubicBezTo>
                  <a:cubicBezTo>
                    <a:pt x="3547" y="7035"/>
                    <a:pt x="2901" y="7127"/>
                    <a:pt x="2365" y="7127"/>
                  </a:cubicBezTo>
                  <a:cubicBezTo>
                    <a:pt x="1930" y="7127"/>
                    <a:pt x="1567" y="7067"/>
                    <a:pt x="1272" y="7018"/>
                  </a:cubicBezTo>
                  <a:cubicBezTo>
                    <a:pt x="1066" y="6984"/>
                    <a:pt x="881" y="6953"/>
                    <a:pt x="716" y="6953"/>
                  </a:cubicBezTo>
                  <a:cubicBezTo>
                    <a:pt x="533" y="6953"/>
                    <a:pt x="376" y="6991"/>
                    <a:pt x="245" y="7104"/>
                  </a:cubicBezTo>
                  <a:cubicBezTo>
                    <a:pt x="24" y="7293"/>
                    <a:pt x="0" y="7605"/>
                    <a:pt x="4" y="7855"/>
                  </a:cubicBezTo>
                  <a:cubicBezTo>
                    <a:pt x="24" y="9282"/>
                    <a:pt x="1023" y="13831"/>
                    <a:pt x="2784" y="15800"/>
                  </a:cubicBezTo>
                  <a:lnTo>
                    <a:pt x="3058" y="16107"/>
                  </a:lnTo>
                  <a:cubicBezTo>
                    <a:pt x="4693" y="17940"/>
                    <a:pt x="6730" y="20220"/>
                    <a:pt x="8286" y="20526"/>
                  </a:cubicBezTo>
                  <a:cubicBezTo>
                    <a:pt x="8700" y="20606"/>
                    <a:pt x="9241" y="20652"/>
                    <a:pt x="9804" y="20652"/>
                  </a:cubicBezTo>
                  <a:cubicBezTo>
                    <a:pt x="11133" y="20652"/>
                    <a:pt x="12582" y="20401"/>
                    <a:pt x="12751" y="19775"/>
                  </a:cubicBezTo>
                  <a:cubicBezTo>
                    <a:pt x="12907" y="19201"/>
                    <a:pt x="14299" y="14650"/>
                    <a:pt x="15000" y="12445"/>
                  </a:cubicBezTo>
                  <a:cubicBezTo>
                    <a:pt x="15695" y="10257"/>
                    <a:pt x="15355" y="6096"/>
                    <a:pt x="15327" y="5766"/>
                  </a:cubicBezTo>
                  <a:cubicBezTo>
                    <a:pt x="15327" y="5723"/>
                    <a:pt x="15327" y="5607"/>
                    <a:pt x="15316" y="5430"/>
                  </a:cubicBezTo>
                  <a:cubicBezTo>
                    <a:pt x="15277" y="4813"/>
                    <a:pt x="15078" y="3227"/>
                    <a:pt x="14084" y="1812"/>
                  </a:cubicBezTo>
                  <a:cubicBezTo>
                    <a:pt x="13358" y="779"/>
                    <a:pt x="12214" y="106"/>
                    <a:pt x="11024" y="11"/>
                  </a:cubicBezTo>
                  <a:cubicBezTo>
                    <a:pt x="10933" y="4"/>
                    <a:pt x="10843" y="0"/>
                    <a:pt x="10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699;p44">
              <a:extLst>
                <a:ext uri="{FF2B5EF4-FFF2-40B4-BE49-F238E27FC236}">
                  <a16:creationId xmlns:a16="http://schemas.microsoft.com/office/drawing/2014/main" id="{6835A3C8-A790-49D1-A77A-DAEF1EF4A37F}"/>
                </a:ext>
              </a:extLst>
            </p:cNvPr>
            <p:cNvSpPr/>
            <p:nvPr/>
          </p:nvSpPr>
          <p:spPr>
            <a:xfrm>
              <a:off x="732074" y="2740008"/>
              <a:ext cx="51246" cy="75792"/>
            </a:xfrm>
            <a:custGeom>
              <a:avLst/>
              <a:gdLst/>
              <a:ahLst/>
              <a:cxnLst/>
              <a:rect l="l" t="t" r="r" b="b"/>
              <a:pathLst>
                <a:path w="3476" h="5141" extrusionOk="0">
                  <a:moveTo>
                    <a:pt x="1481" y="1"/>
                  </a:moveTo>
                  <a:cubicBezTo>
                    <a:pt x="1448" y="1"/>
                    <a:pt x="1413" y="2"/>
                    <a:pt x="1379" y="5"/>
                  </a:cubicBezTo>
                  <a:cubicBezTo>
                    <a:pt x="0" y="105"/>
                    <a:pt x="117" y="2702"/>
                    <a:pt x="1034" y="4313"/>
                  </a:cubicBezTo>
                  <a:cubicBezTo>
                    <a:pt x="1394" y="4948"/>
                    <a:pt x="1850" y="5140"/>
                    <a:pt x="2269" y="5140"/>
                  </a:cubicBezTo>
                  <a:cubicBezTo>
                    <a:pt x="2915" y="5140"/>
                    <a:pt x="3476" y="4685"/>
                    <a:pt x="3476" y="4685"/>
                  </a:cubicBezTo>
                  <a:lnTo>
                    <a:pt x="2948" y="1849"/>
                  </a:lnTo>
                  <a:cubicBezTo>
                    <a:pt x="2948" y="1849"/>
                    <a:pt x="2768" y="1"/>
                    <a:pt x="1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1700;p44">
              <a:extLst>
                <a:ext uri="{FF2B5EF4-FFF2-40B4-BE49-F238E27FC236}">
                  <a16:creationId xmlns:a16="http://schemas.microsoft.com/office/drawing/2014/main" id="{5C4D32C4-AFEF-4545-B607-606C7193C245}"/>
                </a:ext>
              </a:extLst>
            </p:cNvPr>
            <p:cNvSpPr/>
            <p:nvPr/>
          </p:nvSpPr>
          <p:spPr>
            <a:xfrm>
              <a:off x="729700" y="2735806"/>
              <a:ext cx="58352" cy="84210"/>
            </a:xfrm>
            <a:custGeom>
              <a:avLst/>
              <a:gdLst/>
              <a:ahLst/>
              <a:cxnLst/>
              <a:rect l="l" t="t" r="r" b="b"/>
              <a:pathLst>
                <a:path w="3958" h="5712" extrusionOk="0">
                  <a:moveTo>
                    <a:pt x="1643" y="0"/>
                  </a:moveTo>
                  <a:cubicBezTo>
                    <a:pt x="1602" y="0"/>
                    <a:pt x="1561" y="2"/>
                    <a:pt x="1519" y="5"/>
                  </a:cubicBezTo>
                  <a:cubicBezTo>
                    <a:pt x="1072" y="37"/>
                    <a:pt x="718" y="278"/>
                    <a:pt x="492" y="700"/>
                  </a:cubicBezTo>
                  <a:cubicBezTo>
                    <a:pt x="0" y="1621"/>
                    <a:pt x="203" y="3434"/>
                    <a:pt x="947" y="4739"/>
                  </a:cubicBezTo>
                  <a:cubicBezTo>
                    <a:pt x="1250" y="5274"/>
                    <a:pt x="1653" y="5593"/>
                    <a:pt x="2140" y="5684"/>
                  </a:cubicBezTo>
                  <a:cubicBezTo>
                    <a:pt x="2235" y="5701"/>
                    <a:pt x="2332" y="5711"/>
                    <a:pt x="2429" y="5711"/>
                  </a:cubicBezTo>
                  <a:cubicBezTo>
                    <a:pt x="3168" y="5711"/>
                    <a:pt x="3788" y="5215"/>
                    <a:pt x="3816" y="5191"/>
                  </a:cubicBezTo>
                  <a:cubicBezTo>
                    <a:pt x="3939" y="5091"/>
                    <a:pt x="3957" y="4912"/>
                    <a:pt x="3857" y="4789"/>
                  </a:cubicBezTo>
                  <a:cubicBezTo>
                    <a:pt x="3801" y="4720"/>
                    <a:pt x="3719" y="4683"/>
                    <a:pt x="3636" y="4683"/>
                  </a:cubicBezTo>
                  <a:cubicBezTo>
                    <a:pt x="3573" y="4683"/>
                    <a:pt x="3509" y="4705"/>
                    <a:pt x="3456" y="4748"/>
                  </a:cubicBezTo>
                  <a:cubicBezTo>
                    <a:pt x="3450" y="4752"/>
                    <a:pt x="2959" y="5140"/>
                    <a:pt x="2431" y="5140"/>
                  </a:cubicBezTo>
                  <a:cubicBezTo>
                    <a:pt x="2369" y="5140"/>
                    <a:pt x="2307" y="5135"/>
                    <a:pt x="2245" y="5123"/>
                  </a:cubicBezTo>
                  <a:cubicBezTo>
                    <a:pt x="1930" y="5063"/>
                    <a:pt x="1660" y="4839"/>
                    <a:pt x="1443" y="4457"/>
                  </a:cubicBezTo>
                  <a:cubicBezTo>
                    <a:pt x="797" y="3320"/>
                    <a:pt x="592" y="1723"/>
                    <a:pt x="995" y="968"/>
                  </a:cubicBezTo>
                  <a:cubicBezTo>
                    <a:pt x="1127" y="721"/>
                    <a:pt x="1312" y="592"/>
                    <a:pt x="1560" y="573"/>
                  </a:cubicBezTo>
                  <a:cubicBezTo>
                    <a:pt x="1585" y="572"/>
                    <a:pt x="1610" y="571"/>
                    <a:pt x="1634" y="571"/>
                  </a:cubicBezTo>
                  <a:cubicBezTo>
                    <a:pt x="2648" y="571"/>
                    <a:pt x="2818" y="2097"/>
                    <a:pt x="2825" y="2163"/>
                  </a:cubicBezTo>
                  <a:cubicBezTo>
                    <a:pt x="2840" y="2308"/>
                    <a:pt x="2964" y="2422"/>
                    <a:pt x="3102" y="2422"/>
                  </a:cubicBezTo>
                  <a:cubicBezTo>
                    <a:pt x="3114" y="2422"/>
                    <a:pt x="3125" y="2421"/>
                    <a:pt x="3137" y="2419"/>
                  </a:cubicBezTo>
                  <a:cubicBezTo>
                    <a:pt x="3293" y="2403"/>
                    <a:pt x="3408" y="2264"/>
                    <a:pt x="3393" y="2107"/>
                  </a:cubicBezTo>
                  <a:cubicBezTo>
                    <a:pt x="3320" y="1363"/>
                    <a:pt x="2861" y="0"/>
                    <a:pt x="1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1701;p44">
              <a:extLst>
                <a:ext uri="{FF2B5EF4-FFF2-40B4-BE49-F238E27FC236}">
                  <a16:creationId xmlns:a16="http://schemas.microsoft.com/office/drawing/2014/main" id="{03BF8BE3-974A-4FFD-BF9D-609209EAA724}"/>
                </a:ext>
              </a:extLst>
            </p:cNvPr>
            <p:cNvSpPr/>
            <p:nvPr/>
          </p:nvSpPr>
          <p:spPr>
            <a:xfrm>
              <a:off x="841907" y="2747733"/>
              <a:ext cx="51865" cy="20360"/>
            </a:xfrm>
            <a:custGeom>
              <a:avLst/>
              <a:gdLst/>
              <a:ahLst/>
              <a:cxnLst/>
              <a:rect l="l" t="t" r="r" b="b"/>
              <a:pathLst>
                <a:path w="3518" h="1381" extrusionOk="0">
                  <a:moveTo>
                    <a:pt x="2224" y="0"/>
                  </a:moveTo>
                  <a:cubicBezTo>
                    <a:pt x="1537" y="0"/>
                    <a:pt x="672" y="175"/>
                    <a:pt x="135" y="930"/>
                  </a:cubicBezTo>
                  <a:cubicBezTo>
                    <a:pt x="0" y="1118"/>
                    <a:pt x="135" y="1380"/>
                    <a:pt x="368" y="1381"/>
                  </a:cubicBezTo>
                  <a:cubicBezTo>
                    <a:pt x="460" y="1381"/>
                    <a:pt x="546" y="1336"/>
                    <a:pt x="600" y="1260"/>
                  </a:cubicBezTo>
                  <a:cubicBezTo>
                    <a:pt x="996" y="705"/>
                    <a:pt x="1673" y="573"/>
                    <a:pt x="2227" y="573"/>
                  </a:cubicBezTo>
                  <a:cubicBezTo>
                    <a:pt x="2721" y="573"/>
                    <a:pt x="3116" y="678"/>
                    <a:pt x="3125" y="681"/>
                  </a:cubicBezTo>
                  <a:cubicBezTo>
                    <a:pt x="3150" y="688"/>
                    <a:pt x="3175" y="691"/>
                    <a:pt x="3200" y="691"/>
                  </a:cubicBezTo>
                  <a:cubicBezTo>
                    <a:pt x="3325" y="691"/>
                    <a:pt x="3440" y="608"/>
                    <a:pt x="3476" y="481"/>
                  </a:cubicBezTo>
                  <a:cubicBezTo>
                    <a:pt x="3517" y="329"/>
                    <a:pt x="3428" y="172"/>
                    <a:pt x="3277" y="130"/>
                  </a:cubicBezTo>
                  <a:cubicBezTo>
                    <a:pt x="3237" y="119"/>
                    <a:pt x="2791" y="0"/>
                    <a:pt x="2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1702;p44">
              <a:extLst>
                <a:ext uri="{FF2B5EF4-FFF2-40B4-BE49-F238E27FC236}">
                  <a16:creationId xmlns:a16="http://schemas.microsoft.com/office/drawing/2014/main" id="{AB79F340-BF07-442D-A256-EA9116FE086C}"/>
                </a:ext>
              </a:extLst>
            </p:cNvPr>
            <p:cNvSpPr/>
            <p:nvPr/>
          </p:nvSpPr>
          <p:spPr>
            <a:xfrm>
              <a:off x="933341" y="2744446"/>
              <a:ext cx="36046" cy="14124"/>
            </a:xfrm>
            <a:custGeom>
              <a:avLst/>
              <a:gdLst/>
              <a:ahLst/>
              <a:cxnLst/>
              <a:rect l="l" t="t" r="r" b="b"/>
              <a:pathLst>
                <a:path w="2445" h="958" extrusionOk="0">
                  <a:moveTo>
                    <a:pt x="1237" y="1"/>
                  </a:moveTo>
                  <a:cubicBezTo>
                    <a:pt x="602" y="1"/>
                    <a:pt x="0" y="423"/>
                    <a:pt x="0" y="423"/>
                  </a:cubicBezTo>
                  <a:lnTo>
                    <a:pt x="2444" y="957"/>
                  </a:lnTo>
                  <a:cubicBezTo>
                    <a:pt x="2163" y="217"/>
                    <a:pt x="1691" y="1"/>
                    <a:pt x="1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1703;p44">
              <a:extLst>
                <a:ext uri="{FF2B5EF4-FFF2-40B4-BE49-F238E27FC236}">
                  <a16:creationId xmlns:a16="http://schemas.microsoft.com/office/drawing/2014/main" id="{0D0311C8-5CC0-4E6F-BEE7-DEEC382F381C}"/>
                </a:ext>
              </a:extLst>
            </p:cNvPr>
            <p:cNvSpPr/>
            <p:nvPr/>
          </p:nvSpPr>
          <p:spPr>
            <a:xfrm>
              <a:off x="928550" y="2740244"/>
              <a:ext cx="45820" cy="22527"/>
            </a:xfrm>
            <a:custGeom>
              <a:avLst/>
              <a:gdLst/>
              <a:ahLst/>
              <a:cxnLst/>
              <a:rect l="l" t="t" r="r" b="b"/>
              <a:pathLst>
                <a:path w="3108" h="1528" extrusionOk="0">
                  <a:moveTo>
                    <a:pt x="1565" y="0"/>
                  </a:moveTo>
                  <a:cubicBezTo>
                    <a:pt x="846" y="0"/>
                    <a:pt x="194" y="452"/>
                    <a:pt x="161" y="474"/>
                  </a:cubicBezTo>
                  <a:cubicBezTo>
                    <a:pt x="32" y="566"/>
                    <a:pt x="0" y="743"/>
                    <a:pt x="92" y="872"/>
                  </a:cubicBezTo>
                  <a:cubicBezTo>
                    <a:pt x="147" y="952"/>
                    <a:pt x="235" y="994"/>
                    <a:pt x="325" y="994"/>
                  </a:cubicBezTo>
                  <a:cubicBezTo>
                    <a:pt x="382" y="994"/>
                    <a:pt x="439" y="977"/>
                    <a:pt x="488" y="942"/>
                  </a:cubicBezTo>
                  <a:cubicBezTo>
                    <a:pt x="495" y="938"/>
                    <a:pt x="1030" y="570"/>
                    <a:pt x="1559" y="570"/>
                  </a:cubicBezTo>
                  <a:cubicBezTo>
                    <a:pt x="1655" y="570"/>
                    <a:pt x="1751" y="583"/>
                    <a:pt x="1844" y="611"/>
                  </a:cubicBezTo>
                  <a:cubicBezTo>
                    <a:pt x="2130" y="700"/>
                    <a:pt x="2352" y="946"/>
                    <a:pt x="2503" y="1344"/>
                  </a:cubicBezTo>
                  <a:cubicBezTo>
                    <a:pt x="2544" y="1455"/>
                    <a:pt x="2651" y="1528"/>
                    <a:pt x="2769" y="1528"/>
                  </a:cubicBezTo>
                  <a:cubicBezTo>
                    <a:pt x="2969" y="1528"/>
                    <a:pt x="3107" y="1328"/>
                    <a:pt x="3036" y="1141"/>
                  </a:cubicBezTo>
                  <a:cubicBezTo>
                    <a:pt x="2819" y="569"/>
                    <a:pt x="2474" y="207"/>
                    <a:pt x="2010" y="65"/>
                  </a:cubicBezTo>
                  <a:cubicBezTo>
                    <a:pt x="1862" y="19"/>
                    <a:pt x="1712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1704;p44">
              <a:extLst>
                <a:ext uri="{FF2B5EF4-FFF2-40B4-BE49-F238E27FC236}">
                  <a16:creationId xmlns:a16="http://schemas.microsoft.com/office/drawing/2014/main" id="{F18DF53F-52D3-48A8-91F8-A4ED5AE820F6}"/>
                </a:ext>
              </a:extLst>
            </p:cNvPr>
            <p:cNvSpPr/>
            <p:nvPr/>
          </p:nvSpPr>
          <p:spPr>
            <a:xfrm>
              <a:off x="891472" y="2768108"/>
              <a:ext cx="45806" cy="78652"/>
            </a:xfrm>
            <a:custGeom>
              <a:avLst/>
              <a:gdLst/>
              <a:ahLst/>
              <a:cxnLst/>
              <a:rect l="l" t="t" r="r" b="b"/>
              <a:pathLst>
                <a:path w="3107" h="5335" extrusionOk="0">
                  <a:moveTo>
                    <a:pt x="2448" y="0"/>
                  </a:moveTo>
                  <a:cubicBezTo>
                    <a:pt x="2440" y="0"/>
                    <a:pt x="2433" y="1"/>
                    <a:pt x="2426" y="1"/>
                  </a:cubicBezTo>
                  <a:cubicBezTo>
                    <a:pt x="2270" y="17"/>
                    <a:pt x="2154" y="157"/>
                    <a:pt x="2171" y="314"/>
                  </a:cubicBezTo>
                  <a:cubicBezTo>
                    <a:pt x="2349" y="2111"/>
                    <a:pt x="2487" y="4134"/>
                    <a:pt x="2411" y="4402"/>
                  </a:cubicBezTo>
                  <a:cubicBezTo>
                    <a:pt x="2391" y="4444"/>
                    <a:pt x="2225" y="4589"/>
                    <a:pt x="1865" y="4687"/>
                  </a:cubicBezTo>
                  <a:cubicBezTo>
                    <a:pt x="1696" y="4733"/>
                    <a:pt x="1497" y="4763"/>
                    <a:pt x="1293" y="4763"/>
                  </a:cubicBezTo>
                  <a:cubicBezTo>
                    <a:pt x="1010" y="4763"/>
                    <a:pt x="718" y="4704"/>
                    <a:pt x="486" y="4546"/>
                  </a:cubicBezTo>
                  <a:cubicBezTo>
                    <a:pt x="437" y="4513"/>
                    <a:pt x="381" y="4497"/>
                    <a:pt x="326" y="4497"/>
                  </a:cubicBezTo>
                  <a:cubicBezTo>
                    <a:pt x="234" y="4497"/>
                    <a:pt x="145" y="4541"/>
                    <a:pt x="90" y="4622"/>
                  </a:cubicBezTo>
                  <a:cubicBezTo>
                    <a:pt x="1" y="4753"/>
                    <a:pt x="34" y="4930"/>
                    <a:pt x="165" y="5018"/>
                  </a:cubicBezTo>
                  <a:cubicBezTo>
                    <a:pt x="503" y="5249"/>
                    <a:pt x="906" y="5335"/>
                    <a:pt x="1293" y="5335"/>
                  </a:cubicBezTo>
                  <a:cubicBezTo>
                    <a:pt x="1572" y="5333"/>
                    <a:pt x="1847" y="5291"/>
                    <a:pt x="2112" y="5210"/>
                  </a:cubicBezTo>
                  <a:cubicBezTo>
                    <a:pt x="2317" y="5145"/>
                    <a:pt x="2810" y="4957"/>
                    <a:pt x="2944" y="4607"/>
                  </a:cubicBezTo>
                  <a:cubicBezTo>
                    <a:pt x="3107" y="4182"/>
                    <a:pt x="2854" y="1424"/>
                    <a:pt x="2739" y="258"/>
                  </a:cubicBezTo>
                  <a:cubicBezTo>
                    <a:pt x="2725" y="107"/>
                    <a:pt x="2596" y="0"/>
                    <a:pt x="2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1705;p44">
              <a:extLst>
                <a:ext uri="{FF2B5EF4-FFF2-40B4-BE49-F238E27FC236}">
                  <a16:creationId xmlns:a16="http://schemas.microsoft.com/office/drawing/2014/main" id="{07C3793C-C41A-45C4-8E57-F1122753668E}"/>
                </a:ext>
              </a:extLst>
            </p:cNvPr>
            <p:cNvSpPr/>
            <p:nvPr/>
          </p:nvSpPr>
          <p:spPr>
            <a:xfrm>
              <a:off x="837720" y="2842337"/>
              <a:ext cx="54902" cy="32935"/>
            </a:xfrm>
            <a:custGeom>
              <a:avLst/>
              <a:gdLst/>
              <a:ahLst/>
              <a:cxnLst/>
              <a:rect l="l" t="t" r="r" b="b"/>
              <a:pathLst>
                <a:path w="3724" h="2234" extrusionOk="0">
                  <a:moveTo>
                    <a:pt x="324" y="0"/>
                  </a:moveTo>
                  <a:cubicBezTo>
                    <a:pt x="287" y="0"/>
                    <a:pt x="250" y="7"/>
                    <a:pt x="214" y="22"/>
                  </a:cubicBezTo>
                  <a:cubicBezTo>
                    <a:pt x="68" y="83"/>
                    <a:pt x="0" y="251"/>
                    <a:pt x="61" y="396"/>
                  </a:cubicBezTo>
                  <a:cubicBezTo>
                    <a:pt x="92" y="469"/>
                    <a:pt x="835" y="2184"/>
                    <a:pt x="3428" y="2234"/>
                  </a:cubicBezTo>
                  <a:lnTo>
                    <a:pt x="3434" y="2234"/>
                  </a:lnTo>
                  <a:lnTo>
                    <a:pt x="3434" y="2233"/>
                  </a:lnTo>
                  <a:cubicBezTo>
                    <a:pt x="3435" y="2233"/>
                    <a:pt x="3436" y="2233"/>
                    <a:pt x="3438" y="2233"/>
                  </a:cubicBezTo>
                  <a:cubicBezTo>
                    <a:pt x="3593" y="2233"/>
                    <a:pt x="3721" y="2107"/>
                    <a:pt x="3722" y="1951"/>
                  </a:cubicBezTo>
                  <a:cubicBezTo>
                    <a:pt x="3724" y="1793"/>
                    <a:pt x="3597" y="1664"/>
                    <a:pt x="3439" y="1662"/>
                  </a:cubicBezTo>
                  <a:cubicBezTo>
                    <a:pt x="1235" y="1619"/>
                    <a:pt x="614" y="235"/>
                    <a:pt x="588" y="175"/>
                  </a:cubicBezTo>
                  <a:cubicBezTo>
                    <a:pt x="542" y="66"/>
                    <a:pt x="436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1706;p44">
              <a:extLst>
                <a:ext uri="{FF2B5EF4-FFF2-40B4-BE49-F238E27FC236}">
                  <a16:creationId xmlns:a16="http://schemas.microsoft.com/office/drawing/2014/main" id="{5F9EF56A-B80A-4B27-BD74-ADAC661B52B3}"/>
                </a:ext>
              </a:extLst>
            </p:cNvPr>
            <p:cNvSpPr/>
            <p:nvPr/>
          </p:nvSpPr>
          <p:spPr>
            <a:xfrm>
              <a:off x="867913" y="2775435"/>
              <a:ext cx="14581" cy="26375"/>
            </a:xfrm>
            <a:custGeom>
              <a:avLst/>
              <a:gdLst/>
              <a:ahLst/>
              <a:cxnLst/>
              <a:rect l="l" t="t" r="r" b="b"/>
              <a:pathLst>
                <a:path w="989" h="1789" extrusionOk="0">
                  <a:moveTo>
                    <a:pt x="486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4" y="5"/>
                    <a:pt x="1" y="409"/>
                    <a:pt x="8" y="901"/>
                  </a:cubicBezTo>
                  <a:cubicBezTo>
                    <a:pt x="15" y="1393"/>
                    <a:pt x="237" y="1788"/>
                    <a:pt x="504" y="1788"/>
                  </a:cubicBezTo>
                  <a:cubicBezTo>
                    <a:pt x="505" y="1788"/>
                    <a:pt x="506" y="1788"/>
                    <a:pt x="507" y="1788"/>
                  </a:cubicBezTo>
                  <a:cubicBezTo>
                    <a:pt x="777" y="1784"/>
                    <a:pt x="989" y="1382"/>
                    <a:pt x="982" y="888"/>
                  </a:cubicBezTo>
                  <a:cubicBezTo>
                    <a:pt x="976" y="396"/>
                    <a:pt x="754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707;p44">
              <a:extLst>
                <a:ext uri="{FF2B5EF4-FFF2-40B4-BE49-F238E27FC236}">
                  <a16:creationId xmlns:a16="http://schemas.microsoft.com/office/drawing/2014/main" id="{FFEE6091-07BC-44DE-9DCF-62B0E47F42FF}"/>
                </a:ext>
              </a:extLst>
            </p:cNvPr>
            <p:cNvSpPr/>
            <p:nvPr/>
          </p:nvSpPr>
          <p:spPr>
            <a:xfrm>
              <a:off x="936083" y="2769700"/>
              <a:ext cx="14581" cy="26345"/>
            </a:xfrm>
            <a:custGeom>
              <a:avLst/>
              <a:gdLst/>
              <a:ahLst/>
              <a:cxnLst/>
              <a:rect l="l" t="t" r="r" b="b"/>
              <a:pathLst>
                <a:path w="989" h="1787" extrusionOk="0">
                  <a:moveTo>
                    <a:pt x="485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3" y="4"/>
                    <a:pt x="0" y="407"/>
                    <a:pt x="8" y="901"/>
                  </a:cubicBezTo>
                  <a:cubicBezTo>
                    <a:pt x="14" y="1391"/>
                    <a:pt x="236" y="1787"/>
                    <a:pt x="504" y="1787"/>
                  </a:cubicBezTo>
                  <a:cubicBezTo>
                    <a:pt x="505" y="1787"/>
                    <a:pt x="506" y="1787"/>
                    <a:pt x="507" y="1787"/>
                  </a:cubicBezTo>
                  <a:cubicBezTo>
                    <a:pt x="776" y="1782"/>
                    <a:pt x="988" y="1380"/>
                    <a:pt x="982" y="887"/>
                  </a:cubicBezTo>
                  <a:cubicBezTo>
                    <a:pt x="975" y="395"/>
                    <a:pt x="753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1708;p44">
              <a:extLst>
                <a:ext uri="{FF2B5EF4-FFF2-40B4-BE49-F238E27FC236}">
                  <a16:creationId xmlns:a16="http://schemas.microsoft.com/office/drawing/2014/main" id="{708CC6E0-E758-491B-86C5-4A25269569DE}"/>
                </a:ext>
              </a:extLst>
            </p:cNvPr>
            <p:cNvSpPr/>
            <p:nvPr/>
          </p:nvSpPr>
          <p:spPr>
            <a:xfrm>
              <a:off x="477437" y="3010522"/>
              <a:ext cx="194412" cy="456670"/>
            </a:xfrm>
            <a:custGeom>
              <a:avLst/>
              <a:gdLst/>
              <a:ahLst/>
              <a:cxnLst/>
              <a:rect l="l" t="t" r="r" b="b"/>
              <a:pathLst>
                <a:path w="13187" h="30976" extrusionOk="0">
                  <a:moveTo>
                    <a:pt x="5390" y="1"/>
                  </a:moveTo>
                  <a:cubicBezTo>
                    <a:pt x="4830" y="1"/>
                    <a:pt x="4198" y="164"/>
                    <a:pt x="3571" y="661"/>
                  </a:cubicBezTo>
                  <a:cubicBezTo>
                    <a:pt x="1736" y="2114"/>
                    <a:pt x="753" y="23542"/>
                    <a:pt x="507" y="26400"/>
                  </a:cubicBezTo>
                  <a:cubicBezTo>
                    <a:pt x="263" y="29258"/>
                    <a:pt x="1" y="30976"/>
                    <a:pt x="1" y="30976"/>
                  </a:cubicBezTo>
                  <a:lnTo>
                    <a:pt x="10809" y="27968"/>
                  </a:lnTo>
                  <a:lnTo>
                    <a:pt x="11617" y="24530"/>
                  </a:lnTo>
                  <a:cubicBezTo>
                    <a:pt x="11617" y="24530"/>
                    <a:pt x="13187" y="24507"/>
                    <a:pt x="13028" y="23368"/>
                  </a:cubicBezTo>
                  <a:cubicBezTo>
                    <a:pt x="12869" y="22229"/>
                    <a:pt x="12769" y="15234"/>
                    <a:pt x="12736" y="12808"/>
                  </a:cubicBezTo>
                  <a:cubicBezTo>
                    <a:pt x="12703" y="10381"/>
                    <a:pt x="9210" y="5721"/>
                    <a:pt x="9210" y="5721"/>
                  </a:cubicBezTo>
                  <a:lnTo>
                    <a:pt x="7282" y="608"/>
                  </a:lnTo>
                  <a:cubicBezTo>
                    <a:pt x="7282" y="608"/>
                    <a:pt x="6470" y="1"/>
                    <a:pt x="5390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1709;p44">
              <a:extLst>
                <a:ext uri="{FF2B5EF4-FFF2-40B4-BE49-F238E27FC236}">
                  <a16:creationId xmlns:a16="http://schemas.microsoft.com/office/drawing/2014/main" id="{7917E6E6-48FD-412B-A6FA-81CE16E4350F}"/>
                </a:ext>
              </a:extLst>
            </p:cNvPr>
            <p:cNvSpPr/>
            <p:nvPr/>
          </p:nvSpPr>
          <p:spPr>
            <a:xfrm>
              <a:off x="472897" y="3006394"/>
              <a:ext cx="201518" cy="465000"/>
            </a:xfrm>
            <a:custGeom>
              <a:avLst/>
              <a:gdLst/>
              <a:ahLst/>
              <a:cxnLst/>
              <a:rect l="l" t="t" r="r" b="b"/>
              <a:pathLst>
                <a:path w="13669" h="31541" extrusionOk="0">
                  <a:moveTo>
                    <a:pt x="5685" y="1"/>
                  </a:moveTo>
                  <a:cubicBezTo>
                    <a:pt x="5073" y="1"/>
                    <a:pt x="4384" y="178"/>
                    <a:pt x="3703" y="717"/>
                  </a:cubicBezTo>
                  <a:cubicBezTo>
                    <a:pt x="2267" y="1853"/>
                    <a:pt x="1418" y="12534"/>
                    <a:pt x="713" y="23908"/>
                  </a:cubicBezTo>
                  <a:cubicBezTo>
                    <a:pt x="632" y="25213"/>
                    <a:pt x="572" y="26187"/>
                    <a:pt x="531" y="26656"/>
                  </a:cubicBezTo>
                  <a:cubicBezTo>
                    <a:pt x="290" y="29471"/>
                    <a:pt x="29" y="31196"/>
                    <a:pt x="27" y="31214"/>
                  </a:cubicBezTo>
                  <a:cubicBezTo>
                    <a:pt x="1" y="31385"/>
                    <a:pt x="135" y="31541"/>
                    <a:pt x="310" y="31541"/>
                  </a:cubicBezTo>
                  <a:cubicBezTo>
                    <a:pt x="335" y="31541"/>
                    <a:pt x="361" y="31538"/>
                    <a:pt x="386" y="31530"/>
                  </a:cubicBezTo>
                  <a:lnTo>
                    <a:pt x="11193" y="28523"/>
                  </a:lnTo>
                  <a:cubicBezTo>
                    <a:pt x="11293" y="28495"/>
                    <a:pt x="11370" y="28414"/>
                    <a:pt x="11394" y="28313"/>
                  </a:cubicBezTo>
                  <a:lnTo>
                    <a:pt x="12154" y="25079"/>
                  </a:lnTo>
                  <a:cubicBezTo>
                    <a:pt x="12472" y="25043"/>
                    <a:pt x="13035" y="24922"/>
                    <a:pt x="13371" y="24531"/>
                  </a:cubicBezTo>
                  <a:cubicBezTo>
                    <a:pt x="13583" y="24284"/>
                    <a:pt x="13668" y="23966"/>
                    <a:pt x="13618" y="23609"/>
                  </a:cubicBezTo>
                  <a:cubicBezTo>
                    <a:pt x="13462" y="22488"/>
                    <a:pt x="13362" y="15415"/>
                    <a:pt x="13329" y="13084"/>
                  </a:cubicBezTo>
                  <a:cubicBezTo>
                    <a:pt x="13295" y="10593"/>
                    <a:pt x="9892" y="6022"/>
                    <a:pt x="9746" y="5829"/>
                  </a:cubicBezTo>
                  <a:cubicBezTo>
                    <a:pt x="9690" y="5754"/>
                    <a:pt x="9604" y="5714"/>
                    <a:pt x="9517" y="5714"/>
                  </a:cubicBezTo>
                  <a:cubicBezTo>
                    <a:pt x="9458" y="5714"/>
                    <a:pt x="9398" y="5733"/>
                    <a:pt x="9347" y="5771"/>
                  </a:cubicBezTo>
                  <a:cubicBezTo>
                    <a:pt x="9220" y="5866"/>
                    <a:pt x="9195" y="6045"/>
                    <a:pt x="9289" y="6171"/>
                  </a:cubicBezTo>
                  <a:cubicBezTo>
                    <a:pt x="9324" y="6217"/>
                    <a:pt x="12726" y="10786"/>
                    <a:pt x="12759" y="13100"/>
                  </a:cubicBezTo>
                  <a:cubicBezTo>
                    <a:pt x="12816" y="17148"/>
                    <a:pt x="12909" y="22651"/>
                    <a:pt x="13053" y="23687"/>
                  </a:cubicBezTo>
                  <a:cubicBezTo>
                    <a:pt x="13080" y="23882"/>
                    <a:pt x="13042" y="24036"/>
                    <a:pt x="12938" y="24158"/>
                  </a:cubicBezTo>
                  <a:cubicBezTo>
                    <a:pt x="12691" y="24448"/>
                    <a:pt x="12119" y="24521"/>
                    <a:pt x="11920" y="24524"/>
                  </a:cubicBezTo>
                  <a:cubicBezTo>
                    <a:pt x="11789" y="24527"/>
                    <a:pt x="11677" y="24617"/>
                    <a:pt x="11646" y="24745"/>
                  </a:cubicBezTo>
                  <a:lnTo>
                    <a:pt x="10877" y="28018"/>
                  </a:lnTo>
                  <a:lnTo>
                    <a:pt x="653" y="30863"/>
                  </a:lnTo>
                  <a:cubicBezTo>
                    <a:pt x="746" y="30179"/>
                    <a:pt x="928" y="28717"/>
                    <a:pt x="1100" y="26704"/>
                  </a:cubicBezTo>
                  <a:cubicBezTo>
                    <a:pt x="1141" y="26232"/>
                    <a:pt x="1201" y="25254"/>
                    <a:pt x="1283" y="23943"/>
                  </a:cubicBezTo>
                  <a:cubicBezTo>
                    <a:pt x="1650" y="18023"/>
                    <a:pt x="2623" y="2299"/>
                    <a:pt x="4057" y="1165"/>
                  </a:cubicBezTo>
                  <a:cubicBezTo>
                    <a:pt x="4627" y="713"/>
                    <a:pt x="5200" y="564"/>
                    <a:pt x="5708" y="564"/>
                  </a:cubicBezTo>
                  <a:cubicBezTo>
                    <a:pt x="6655" y="564"/>
                    <a:pt x="7374" y="1083"/>
                    <a:pt x="7420" y="1118"/>
                  </a:cubicBezTo>
                  <a:cubicBezTo>
                    <a:pt x="7471" y="1156"/>
                    <a:pt x="7531" y="1174"/>
                    <a:pt x="7590" y="1174"/>
                  </a:cubicBezTo>
                  <a:cubicBezTo>
                    <a:pt x="7677" y="1174"/>
                    <a:pt x="7763" y="1135"/>
                    <a:pt x="7820" y="1059"/>
                  </a:cubicBezTo>
                  <a:cubicBezTo>
                    <a:pt x="7914" y="933"/>
                    <a:pt x="7888" y="754"/>
                    <a:pt x="7761" y="660"/>
                  </a:cubicBezTo>
                  <a:cubicBezTo>
                    <a:pt x="7747" y="650"/>
                    <a:pt x="6857" y="1"/>
                    <a:pt x="5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1710;p44">
              <a:extLst>
                <a:ext uri="{FF2B5EF4-FFF2-40B4-BE49-F238E27FC236}">
                  <a16:creationId xmlns:a16="http://schemas.microsoft.com/office/drawing/2014/main" id="{EA152CC9-CCBC-4601-9752-518F06F3C4E4}"/>
                </a:ext>
              </a:extLst>
            </p:cNvPr>
            <p:cNvSpPr/>
            <p:nvPr/>
          </p:nvSpPr>
          <p:spPr>
            <a:xfrm>
              <a:off x="525720" y="3354233"/>
              <a:ext cx="106501" cy="9627"/>
            </a:xfrm>
            <a:custGeom>
              <a:avLst/>
              <a:gdLst/>
              <a:ahLst/>
              <a:cxnLst/>
              <a:rect l="l" t="t" r="r" b="b"/>
              <a:pathLst>
                <a:path w="7224" h="653" extrusionOk="0">
                  <a:moveTo>
                    <a:pt x="3119" y="1"/>
                  </a:moveTo>
                  <a:cubicBezTo>
                    <a:pt x="2227" y="1"/>
                    <a:pt x="1188" y="69"/>
                    <a:pt x="0" y="250"/>
                  </a:cubicBezTo>
                  <a:lnTo>
                    <a:pt x="7223" y="652"/>
                  </a:lnTo>
                  <a:cubicBezTo>
                    <a:pt x="7223" y="652"/>
                    <a:pt x="5873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1711;p44">
              <a:extLst>
                <a:ext uri="{FF2B5EF4-FFF2-40B4-BE49-F238E27FC236}">
                  <a16:creationId xmlns:a16="http://schemas.microsoft.com/office/drawing/2014/main" id="{E24BFF02-4E6A-4699-B85A-09A3FC948A80}"/>
                </a:ext>
              </a:extLst>
            </p:cNvPr>
            <p:cNvSpPr/>
            <p:nvPr/>
          </p:nvSpPr>
          <p:spPr>
            <a:xfrm>
              <a:off x="521208" y="3350002"/>
              <a:ext cx="115553" cy="18045"/>
            </a:xfrm>
            <a:custGeom>
              <a:avLst/>
              <a:gdLst/>
              <a:ahLst/>
              <a:cxnLst/>
              <a:rect l="l" t="t" r="r" b="b"/>
              <a:pathLst>
                <a:path w="7838" h="1224" extrusionOk="0">
                  <a:moveTo>
                    <a:pt x="3442" y="1"/>
                  </a:moveTo>
                  <a:cubicBezTo>
                    <a:pt x="2533" y="1"/>
                    <a:pt x="1475" y="71"/>
                    <a:pt x="264" y="255"/>
                  </a:cubicBezTo>
                  <a:cubicBezTo>
                    <a:pt x="107" y="279"/>
                    <a:pt x="1" y="424"/>
                    <a:pt x="25" y="580"/>
                  </a:cubicBezTo>
                  <a:cubicBezTo>
                    <a:pt x="45" y="721"/>
                    <a:pt x="167" y="823"/>
                    <a:pt x="306" y="823"/>
                  </a:cubicBezTo>
                  <a:cubicBezTo>
                    <a:pt x="320" y="823"/>
                    <a:pt x="335" y="822"/>
                    <a:pt x="350" y="819"/>
                  </a:cubicBezTo>
                  <a:cubicBezTo>
                    <a:pt x="1515" y="642"/>
                    <a:pt x="2535" y="575"/>
                    <a:pt x="3411" y="575"/>
                  </a:cubicBezTo>
                  <a:cubicBezTo>
                    <a:pt x="6062" y="575"/>
                    <a:pt x="7389" y="1187"/>
                    <a:pt x="7406" y="1196"/>
                  </a:cubicBezTo>
                  <a:cubicBezTo>
                    <a:pt x="7444" y="1214"/>
                    <a:pt x="7487" y="1224"/>
                    <a:pt x="7529" y="1224"/>
                  </a:cubicBezTo>
                  <a:cubicBezTo>
                    <a:pt x="7663" y="1224"/>
                    <a:pt x="7778" y="1133"/>
                    <a:pt x="7808" y="1002"/>
                  </a:cubicBezTo>
                  <a:cubicBezTo>
                    <a:pt x="7838" y="873"/>
                    <a:pt x="7774" y="739"/>
                    <a:pt x="7654" y="681"/>
                  </a:cubicBezTo>
                  <a:cubicBezTo>
                    <a:pt x="7579" y="645"/>
                    <a:pt x="6201" y="1"/>
                    <a:pt x="3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1712;p44">
              <a:extLst>
                <a:ext uri="{FF2B5EF4-FFF2-40B4-BE49-F238E27FC236}">
                  <a16:creationId xmlns:a16="http://schemas.microsoft.com/office/drawing/2014/main" id="{5562F3EF-8FD8-42BE-8148-F455C8633D35}"/>
                </a:ext>
              </a:extLst>
            </p:cNvPr>
            <p:cNvSpPr/>
            <p:nvPr/>
          </p:nvSpPr>
          <p:spPr>
            <a:xfrm>
              <a:off x="574960" y="3334169"/>
              <a:ext cx="14816" cy="3066"/>
            </a:xfrm>
            <a:custGeom>
              <a:avLst/>
              <a:gdLst/>
              <a:ahLst/>
              <a:cxnLst/>
              <a:rect l="l" t="t" r="r" b="b"/>
              <a:pathLst>
                <a:path w="1005" h="208" extrusionOk="0">
                  <a:moveTo>
                    <a:pt x="1" y="1"/>
                  </a:moveTo>
                  <a:lnTo>
                    <a:pt x="1004" y="207"/>
                  </a:lnTo>
                  <a:cubicBezTo>
                    <a:pt x="676" y="109"/>
                    <a:pt x="341" y="4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1713;p44">
              <a:extLst>
                <a:ext uri="{FF2B5EF4-FFF2-40B4-BE49-F238E27FC236}">
                  <a16:creationId xmlns:a16="http://schemas.microsoft.com/office/drawing/2014/main" id="{C68B9BBA-0905-44F5-B389-594D533F5330}"/>
                </a:ext>
              </a:extLst>
            </p:cNvPr>
            <p:cNvSpPr/>
            <p:nvPr/>
          </p:nvSpPr>
          <p:spPr>
            <a:xfrm>
              <a:off x="570508" y="3329967"/>
              <a:ext cx="23736" cy="11470"/>
            </a:xfrm>
            <a:custGeom>
              <a:avLst/>
              <a:gdLst/>
              <a:ahLst/>
              <a:cxnLst/>
              <a:rect l="l" t="t" r="r" b="b"/>
              <a:pathLst>
                <a:path w="1610" h="778" extrusionOk="0">
                  <a:moveTo>
                    <a:pt x="304" y="0"/>
                  </a:moveTo>
                  <a:cubicBezTo>
                    <a:pt x="160" y="0"/>
                    <a:pt x="37" y="107"/>
                    <a:pt x="19" y="252"/>
                  </a:cubicBezTo>
                  <a:cubicBezTo>
                    <a:pt x="1" y="409"/>
                    <a:pt x="113" y="551"/>
                    <a:pt x="269" y="569"/>
                  </a:cubicBezTo>
                  <a:cubicBezTo>
                    <a:pt x="592" y="608"/>
                    <a:pt x="912" y="673"/>
                    <a:pt x="1224" y="765"/>
                  </a:cubicBezTo>
                  <a:cubicBezTo>
                    <a:pt x="1251" y="773"/>
                    <a:pt x="1278" y="777"/>
                    <a:pt x="1306" y="777"/>
                  </a:cubicBezTo>
                  <a:cubicBezTo>
                    <a:pt x="1449" y="777"/>
                    <a:pt x="1568" y="674"/>
                    <a:pt x="1589" y="534"/>
                  </a:cubicBezTo>
                  <a:cubicBezTo>
                    <a:pt x="1610" y="392"/>
                    <a:pt x="1524" y="259"/>
                    <a:pt x="1388" y="218"/>
                  </a:cubicBezTo>
                  <a:cubicBezTo>
                    <a:pt x="1044" y="116"/>
                    <a:pt x="693" y="44"/>
                    <a:pt x="338" y="2"/>
                  </a:cubicBezTo>
                  <a:cubicBezTo>
                    <a:pt x="326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1714;p44">
              <a:extLst>
                <a:ext uri="{FF2B5EF4-FFF2-40B4-BE49-F238E27FC236}">
                  <a16:creationId xmlns:a16="http://schemas.microsoft.com/office/drawing/2014/main" id="{73F52404-E289-471B-B9DB-E7798D393433}"/>
                </a:ext>
              </a:extLst>
            </p:cNvPr>
            <p:cNvSpPr/>
            <p:nvPr/>
          </p:nvSpPr>
          <p:spPr>
            <a:xfrm>
              <a:off x="486047" y="3335009"/>
              <a:ext cx="56715" cy="18517"/>
            </a:xfrm>
            <a:custGeom>
              <a:avLst/>
              <a:gdLst/>
              <a:ahLst/>
              <a:cxnLst/>
              <a:rect l="l" t="t" r="r" b="b"/>
              <a:pathLst>
                <a:path w="3847" h="1256" extrusionOk="0">
                  <a:moveTo>
                    <a:pt x="3847" y="0"/>
                  </a:moveTo>
                  <a:lnTo>
                    <a:pt x="3847" y="0"/>
                  </a:lnTo>
                  <a:cubicBezTo>
                    <a:pt x="1736" y="320"/>
                    <a:pt x="0" y="1256"/>
                    <a:pt x="0" y="1256"/>
                  </a:cubicBezTo>
                  <a:lnTo>
                    <a:pt x="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1715;p44">
              <a:extLst>
                <a:ext uri="{FF2B5EF4-FFF2-40B4-BE49-F238E27FC236}">
                  <a16:creationId xmlns:a16="http://schemas.microsoft.com/office/drawing/2014/main" id="{95B9C876-E71F-47D8-8587-14BA8C4837A6}"/>
                </a:ext>
              </a:extLst>
            </p:cNvPr>
            <p:cNvSpPr/>
            <p:nvPr/>
          </p:nvSpPr>
          <p:spPr>
            <a:xfrm>
              <a:off x="481492" y="3330778"/>
              <a:ext cx="65856" cy="26964"/>
            </a:xfrm>
            <a:custGeom>
              <a:avLst/>
              <a:gdLst/>
              <a:ahLst/>
              <a:cxnLst/>
              <a:rect l="l" t="t" r="r" b="b"/>
              <a:pathLst>
                <a:path w="4467" h="1829" extrusionOk="0">
                  <a:moveTo>
                    <a:pt x="4159" y="1"/>
                  </a:moveTo>
                  <a:cubicBezTo>
                    <a:pt x="4144" y="1"/>
                    <a:pt x="4128" y="2"/>
                    <a:pt x="4112" y="5"/>
                  </a:cubicBezTo>
                  <a:cubicBezTo>
                    <a:pt x="1977" y="329"/>
                    <a:pt x="246" y="1253"/>
                    <a:pt x="175" y="1292"/>
                  </a:cubicBezTo>
                  <a:cubicBezTo>
                    <a:pt x="59" y="1354"/>
                    <a:pt x="1" y="1486"/>
                    <a:pt x="33" y="1614"/>
                  </a:cubicBezTo>
                  <a:cubicBezTo>
                    <a:pt x="65" y="1741"/>
                    <a:pt x="179" y="1829"/>
                    <a:pt x="311" y="1829"/>
                  </a:cubicBezTo>
                  <a:cubicBezTo>
                    <a:pt x="357" y="1829"/>
                    <a:pt x="404" y="1817"/>
                    <a:pt x="445" y="1795"/>
                  </a:cubicBezTo>
                  <a:cubicBezTo>
                    <a:pt x="463" y="1785"/>
                    <a:pt x="2160" y="879"/>
                    <a:pt x="4198" y="569"/>
                  </a:cubicBezTo>
                  <a:cubicBezTo>
                    <a:pt x="4356" y="548"/>
                    <a:pt x="4467" y="401"/>
                    <a:pt x="4443" y="244"/>
                  </a:cubicBezTo>
                  <a:cubicBezTo>
                    <a:pt x="4421" y="102"/>
                    <a:pt x="4299" y="1"/>
                    <a:pt x="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1716;p44">
              <a:extLst>
                <a:ext uri="{FF2B5EF4-FFF2-40B4-BE49-F238E27FC236}">
                  <a16:creationId xmlns:a16="http://schemas.microsoft.com/office/drawing/2014/main" id="{CBB19544-B0BD-445F-8F52-9C1333A39BB0}"/>
                </a:ext>
              </a:extLst>
            </p:cNvPr>
            <p:cNvSpPr/>
            <p:nvPr/>
          </p:nvSpPr>
          <p:spPr>
            <a:xfrm>
              <a:off x="449529" y="3393316"/>
              <a:ext cx="220138" cy="137210"/>
            </a:xfrm>
            <a:custGeom>
              <a:avLst/>
              <a:gdLst/>
              <a:ahLst/>
              <a:cxnLst/>
              <a:rect l="l" t="t" r="r" b="b"/>
              <a:pathLst>
                <a:path w="14932" h="9307" extrusionOk="0">
                  <a:moveTo>
                    <a:pt x="12999" y="0"/>
                  </a:moveTo>
                  <a:cubicBezTo>
                    <a:pt x="12986" y="0"/>
                    <a:pt x="12972" y="0"/>
                    <a:pt x="12959" y="0"/>
                  </a:cubicBezTo>
                  <a:cubicBezTo>
                    <a:pt x="10961" y="29"/>
                    <a:pt x="1254" y="166"/>
                    <a:pt x="1" y="2325"/>
                  </a:cubicBezTo>
                  <a:cubicBezTo>
                    <a:pt x="1" y="2325"/>
                    <a:pt x="1521" y="8870"/>
                    <a:pt x="2811" y="9280"/>
                  </a:cubicBezTo>
                  <a:cubicBezTo>
                    <a:pt x="2866" y="9298"/>
                    <a:pt x="2936" y="9306"/>
                    <a:pt x="3018" y="9306"/>
                  </a:cubicBezTo>
                  <a:cubicBezTo>
                    <a:pt x="4861" y="9306"/>
                    <a:pt x="13173" y="5070"/>
                    <a:pt x="13152" y="3567"/>
                  </a:cubicBezTo>
                  <a:cubicBezTo>
                    <a:pt x="13130" y="2007"/>
                    <a:pt x="14932" y="0"/>
                    <a:pt x="1299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1717;p44">
              <a:extLst>
                <a:ext uri="{FF2B5EF4-FFF2-40B4-BE49-F238E27FC236}">
                  <a16:creationId xmlns:a16="http://schemas.microsoft.com/office/drawing/2014/main" id="{71FF70AC-07BD-4E9A-BE27-47CD6F2DB4F0}"/>
                </a:ext>
              </a:extLst>
            </p:cNvPr>
            <p:cNvSpPr/>
            <p:nvPr/>
          </p:nvSpPr>
          <p:spPr>
            <a:xfrm>
              <a:off x="445195" y="3389115"/>
              <a:ext cx="215833" cy="145540"/>
            </a:xfrm>
            <a:custGeom>
              <a:avLst/>
              <a:gdLst/>
              <a:ahLst/>
              <a:cxnLst/>
              <a:rect l="l" t="t" r="r" b="b"/>
              <a:pathLst>
                <a:path w="14640" h="9872" extrusionOk="0">
                  <a:moveTo>
                    <a:pt x="13334" y="570"/>
                  </a:moveTo>
                  <a:cubicBezTo>
                    <a:pt x="13607" y="570"/>
                    <a:pt x="13791" y="629"/>
                    <a:pt x="13857" y="721"/>
                  </a:cubicBezTo>
                  <a:cubicBezTo>
                    <a:pt x="14000" y="923"/>
                    <a:pt x="13786" y="1511"/>
                    <a:pt x="13597" y="2028"/>
                  </a:cubicBezTo>
                  <a:cubicBezTo>
                    <a:pt x="13388" y="2600"/>
                    <a:pt x="13151" y="3248"/>
                    <a:pt x="13160" y="3855"/>
                  </a:cubicBezTo>
                  <a:cubicBezTo>
                    <a:pt x="13161" y="3923"/>
                    <a:pt x="13104" y="4306"/>
                    <a:pt x="11873" y="5219"/>
                  </a:cubicBezTo>
                  <a:cubicBezTo>
                    <a:pt x="9345" y="7094"/>
                    <a:pt x="4482" y="9311"/>
                    <a:pt x="3336" y="9311"/>
                  </a:cubicBezTo>
                  <a:cubicBezTo>
                    <a:pt x="3278" y="9311"/>
                    <a:pt x="3229" y="9305"/>
                    <a:pt x="3191" y="9293"/>
                  </a:cubicBezTo>
                  <a:cubicBezTo>
                    <a:pt x="2420" y="9048"/>
                    <a:pt x="1224" y="5311"/>
                    <a:pt x="600" y="2665"/>
                  </a:cubicBezTo>
                  <a:cubicBezTo>
                    <a:pt x="1090" y="2018"/>
                    <a:pt x="3317" y="711"/>
                    <a:pt x="13257" y="571"/>
                  </a:cubicBezTo>
                  <a:cubicBezTo>
                    <a:pt x="13283" y="570"/>
                    <a:pt x="13309" y="570"/>
                    <a:pt x="13334" y="570"/>
                  </a:cubicBezTo>
                  <a:close/>
                  <a:moveTo>
                    <a:pt x="13286" y="0"/>
                  </a:moveTo>
                  <a:cubicBezTo>
                    <a:pt x="13274" y="0"/>
                    <a:pt x="13261" y="0"/>
                    <a:pt x="13248" y="0"/>
                  </a:cubicBezTo>
                  <a:cubicBezTo>
                    <a:pt x="7836" y="77"/>
                    <a:pt x="1152" y="566"/>
                    <a:pt x="48" y="2466"/>
                  </a:cubicBezTo>
                  <a:cubicBezTo>
                    <a:pt x="11" y="2529"/>
                    <a:pt x="0" y="2604"/>
                    <a:pt x="17" y="2675"/>
                  </a:cubicBezTo>
                  <a:cubicBezTo>
                    <a:pt x="276" y="3794"/>
                    <a:pt x="1643" y="9400"/>
                    <a:pt x="3018" y="9838"/>
                  </a:cubicBezTo>
                  <a:cubicBezTo>
                    <a:pt x="3091" y="9861"/>
                    <a:pt x="3180" y="9872"/>
                    <a:pt x="3287" y="9872"/>
                  </a:cubicBezTo>
                  <a:cubicBezTo>
                    <a:pt x="4845" y="9872"/>
                    <a:pt x="9801" y="7469"/>
                    <a:pt x="12214" y="5676"/>
                  </a:cubicBezTo>
                  <a:cubicBezTo>
                    <a:pt x="13583" y="4661"/>
                    <a:pt x="13735" y="4147"/>
                    <a:pt x="13732" y="3848"/>
                  </a:cubicBezTo>
                  <a:cubicBezTo>
                    <a:pt x="13724" y="3345"/>
                    <a:pt x="13942" y="2750"/>
                    <a:pt x="14134" y="2225"/>
                  </a:cubicBezTo>
                  <a:cubicBezTo>
                    <a:pt x="14405" y="1480"/>
                    <a:pt x="14640" y="838"/>
                    <a:pt x="14322" y="391"/>
                  </a:cubicBezTo>
                  <a:cubicBezTo>
                    <a:pt x="14136" y="127"/>
                    <a:pt x="13789" y="0"/>
                    <a:pt x="13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1718;p44">
              <a:extLst>
                <a:ext uri="{FF2B5EF4-FFF2-40B4-BE49-F238E27FC236}">
                  <a16:creationId xmlns:a16="http://schemas.microsoft.com/office/drawing/2014/main" id="{2D7204BF-CB0D-4F1F-B0DD-C65D59AC5E94}"/>
                </a:ext>
              </a:extLst>
            </p:cNvPr>
            <p:cNvSpPr/>
            <p:nvPr/>
          </p:nvSpPr>
          <p:spPr>
            <a:xfrm>
              <a:off x="473840" y="3341334"/>
              <a:ext cx="667698" cy="227967"/>
            </a:xfrm>
            <a:custGeom>
              <a:avLst/>
              <a:gdLst/>
              <a:ahLst/>
              <a:cxnLst/>
              <a:rect l="l" t="t" r="r" b="b"/>
              <a:pathLst>
                <a:path w="45290" h="15463" extrusionOk="0">
                  <a:moveTo>
                    <a:pt x="37787" y="0"/>
                  </a:moveTo>
                  <a:cubicBezTo>
                    <a:pt x="37770" y="0"/>
                    <a:pt x="37753" y="0"/>
                    <a:pt x="37736" y="1"/>
                  </a:cubicBezTo>
                  <a:cubicBezTo>
                    <a:pt x="36166" y="22"/>
                    <a:pt x="29160" y="3988"/>
                    <a:pt x="29160" y="3988"/>
                  </a:cubicBezTo>
                  <a:cubicBezTo>
                    <a:pt x="29160" y="3988"/>
                    <a:pt x="10485" y="5822"/>
                    <a:pt x="7076" y="7013"/>
                  </a:cubicBezTo>
                  <a:cubicBezTo>
                    <a:pt x="3666" y="8203"/>
                    <a:pt x="0" y="11395"/>
                    <a:pt x="445" y="12531"/>
                  </a:cubicBezTo>
                  <a:cubicBezTo>
                    <a:pt x="886" y="13661"/>
                    <a:pt x="3737" y="15462"/>
                    <a:pt x="5172" y="15462"/>
                  </a:cubicBezTo>
                  <a:cubicBezTo>
                    <a:pt x="5180" y="15462"/>
                    <a:pt x="5188" y="15462"/>
                    <a:pt x="5197" y="15462"/>
                  </a:cubicBezTo>
                  <a:cubicBezTo>
                    <a:pt x="6624" y="15442"/>
                    <a:pt x="8753" y="14555"/>
                    <a:pt x="9181" y="14550"/>
                  </a:cubicBezTo>
                  <a:cubicBezTo>
                    <a:pt x="9609" y="14543"/>
                    <a:pt x="28063" y="7145"/>
                    <a:pt x="28490" y="6996"/>
                  </a:cubicBezTo>
                  <a:cubicBezTo>
                    <a:pt x="28916" y="6848"/>
                    <a:pt x="31766" y="6521"/>
                    <a:pt x="33043" y="5933"/>
                  </a:cubicBezTo>
                  <a:cubicBezTo>
                    <a:pt x="34319" y="5344"/>
                    <a:pt x="36224" y="3457"/>
                    <a:pt x="36224" y="3457"/>
                  </a:cubicBezTo>
                  <a:cubicBezTo>
                    <a:pt x="36224" y="3457"/>
                    <a:pt x="43313" y="3434"/>
                    <a:pt x="44023" y="3138"/>
                  </a:cubicBezTo>
                  <a:cubicBezTo>
                    <a:pt x="44731" y="2842"/>
                    <a:pt x="45289" y="2027"/>
                    <a:pt x="42854" y="1490"/>
                  </a:cubicBezTo>
                  <a:cubicBezTo>
                    <a:pt x="40447" y="959"/>
                    <a:pt x="39330" y="0"/>
                    <a:pt x="37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1719;p44">
              <a:extLst>
                <a:ext uri="{FF2B5EF4-FFF2-40B4-BE49-F238E27FC236}">
                  <a16:creationId xmlns:a16="http://schemas.microsoft.com/office/drawing/2014/main" id="{E44E5F36-D63B-4DA0-969B-E01545CDF5C5}"/>
                </a:ext>
              </a:extLst>
            </p:cNvPr>
            <p:cNvSpPr/>
            <p:nvPr/>
          </p:nvSpPr>
          <p:spPr>
            <a:xfrm>
              <a:off x="474990" y="3337117"/>
              <a:ext cx="661476" cy="236370"/>
            </a:xfrm>
            <a:custGeom>
              <a:avLst/>
              <a:gdLst/>
              <a:ahLst/>
              <a:cxnLst/>
              <a:rect l="l" t="t" r="r" b="b"/>
              <a:pathLst>
                <a:path w="44868" h="16033" extrusionOk="0">
                  <a:moveTo>
                    <a:pt x="37711" y="573"/>
                  </a:moveTo>
                  <a:cubicBezTo>
                    <a:pt x="38496" y="573"/>
                    <a:pt x="39173" y="842"/>
                    <a:pt x="40024" y="1181"/>
                  </a:cubicBezTo>
                  <a:cubicBezTo>
                    <a:pt x="40762" y="1475"/>
                    <a:pt x="41598" y="1808"/>
                    <a:pt x="42715" y="2054"/>
                  </a:cubicBezTo>
                  <a:cubicBezTo>
                    <a:pt x="44213" y="2384"/>
                    <a:pt x="44263" y="2759"/>
                    <a:pt x="44265" y="2774"/>
                  </a:cubicBezTo>
                  <a:cubicBezTo>
                    <a:pt x="44274" y="2872"/>
                    <a:pt x="44115" y="3043"/>
                    <a:pt x="43835" y="3160"/>
                  </a:cubicBezTo>
                  <a:cubicBezTo>
                    <a:pt x="43355" y="3359"/>
                    <a:pt x="38863" y="3447"/>
                    <a:pt x="36144" y="3456"/>
                  </a:cubicBezTo>
                  <a:cubicBezTo>
                    <a:pt x="36069" y="3456"/>
                    <a:pt x="35998" y="3486"/>
                    <a:pt x="35944" y="3538"/>
                  </a:cubicBezTo>
                  <a:cubicBezTo>
                    <a:pt x="35926" y="3557"/>
                    <a:pt x="34060" y="5397"/>
                    <a:pt x="32845" y="5958"/>
                  </a:cubicBezTo>
                  <a:cubicBezTo>
                    <a:pt x="32000" y="6349"/>
                    <a:pt x="30402" y="6625"/>
                    <a:pt x="29345" y="6807"/>
                  </a:cubicBezTo>
                  <a:cubicBezTo>
                    <a:pt x="28771" y="6906"/>
                    <a:pt x="28465" y="6961"/>
                    <a:pt x="28317" y="7012"/>
                  </a:cubicBezTo>
                  <a:cubicBezTo>
                    <a:pt x="28207" y="7052"/>
                    <a:pt x="27072" y="7502"/>
                    <a:pt x="24910" y="8362"/>
                  </a:cubicBezTo>
                  <a:cubicBezTo>
                    <a:pt x="19951" y="10334"/>
                    <a:pt x="9632" y="14438"/>
                    <a:pt x="9099" y="14549"/>
                  </a:cubicBezTo>
                  <a:cubicBezTo>
                    <a:pt x="8916" y="14551"/>
                    <a:pt x="8607" y="14645"/>
                    <a:pt x="8032" y="14822"/>
                  </a:cubicBezTo>
                  <a:cubicBezTo>
                    <a:pt x="7173" y="15086"/>
                    <a:pt x="5996" y="15449"/>
                    <a:pt x="5115" y="15462"/>
                  </a:cubicBezTo>
                  <a:lnTo>
                    <a:pt x="5094" y="15462"/>
                  </a:lnTo>
                  <a:cubicBezTo>
                    <a:pt x="3723" y="15462"/>
                    <a:pt x="1007" y="13671"/>
                    <a:pt x="632" y="12712"/>
                  </a:cubicBezTo>
                  <a:cubicBezTo>
                    <a:pt x="592" y="12611"/>
                    <a:pt x="622" y="12440"/>
                    <a:pt x="718" y="12232"/>
                  </a:cubicBezTo>
                  <a:cubicBezTo>
                    <a:pt x="1323" y="10916"/>
                    <a:pt x="4302" y="8541"/>
                    <a:pt x="7092" y="7567"/>
                  </a:cubicBezTo>
                  <a:cubicBezTo>
                    <a:pt x="10430" y="6402"/>
                    <a:pt x="28925" y="4577"/>
                    <a:pt x="29111" y="4558"/>
                  </a:cubicBezTo>
                  <a:cubicBezTo>
                    <a:pt x="29151" y="4554"/>
                    <a:pt x="29189" y="4542"/>
                    <a:pt x="29224" y="4522"/>
                  </a:cubicBezTo>
                  <a:cubicBezTo>
                    <a:pt x="31154" y="3430"/>
                    <a:pt x="36434" y="590"/>
                    <a:pt x="37662" y="573"/>
                  </a:cubicBezTo>
                  <a:close/>
                  <a:moveTo>
                    <a:pt x="37748" y="1"/>
                  </a:moveTo>
                  <a:cubicBezTo>
                    <a:pt x="37717" y="1"/>
                    <a:pt x="37685" y="1"/>
                    <a:pt x="37653" y="2"/>
                  </a:cubicBezTo>
                  <a:cubicBezTo>
                    <a:pt x="36090" y="24"/>
                    <a:pt x="29930" y="3468"/>
                    <a:pt x="28994" y="3996"/>
                  </a:cubicBezTo>
                  <a:cubicBezTo>
                    <a:pt x="27629" y="4131"/>
                    <a:pt x="10243" y="5863"/>
                    <a:pt x="6904" y="7029"/>
                  </a:cubicBezTo>
                  <a:cubicBezTo>
                    <a:pt x="3938" y="8064"/>
                    <a:pt x="863" y="10548"/>
                    <a:pt x="199" y="11995"/>
                  </a:cubicBezTo>
                  <a:cubicBezTo>
                    <a:pt x="34" y="12354"/>
                    <a:pt x="0" y="12666"/>
                    <a:pt x="100" y="12921"/>
                  </a:cubicBezTo>
                  <a:cubicBezTo>
                    <a:pt x="595" y="14186"/>
                    <a:pt x="3568" y="16033"/>
                    <a:pt x="5097" y="16033"/>
                  </a:cubicBezTo>
                  <a:lnTo>
                    <a:pt x="5123" y="16033"/>
                  </a:lnTo>
                  <a:cubicBezTo>
                    <a:pt x="6086" y="16020"/>
                    <a:pt x="7308" y="15643"/>
                    <a:pt x="8201" y="15368"/>
                  </a:cubicBezTo>
                  <a:cubicBezTo>
                    <a:pt x="8573" y="15252"/>
                    <a:pt x="8996" y="15122"/>
                    <a:pt x="9107" y="15121"/>
                  </a:cubicBezTo>
                  <a:cubicBezTo>
                    <a:pt x="9387" y="15116"/>
                    <a:pt x="13278" y="13603"/>
                    <a:pt x="25121" y="8893"/>
                  </a:cubicBezTo>
                  <a:cubicBezTo>
                    <a:pt x="26953" y="8164"/>
                    <a:pt x="28400" y="7588"/>
                    <a:pt x="28506" y="7551"/>
                  </a:cubicBezTo>
                  <a:cubicBezTo>
                    <a:pt x="28616" y="7513"/>
                    <a:pt x="29017" y="7443"/>
                    <a:pt x="29442" y="7371"/>
                  </a:cubicBezTo>
                  <a:cubicBezTo>
                    <a:pt x="30529" y="7182"/>
                    <a:pt x="32171" y="6899"/>
                    <a:pt x="33084" y="6478"/>
                  </a:cubicBezTo>
                  <a:cubicBezTo>
                    <a:pt x="34251" y="5939"/>
                    <a:pt x="35873" y="4405"/>
                    <a:pt x="36262" y="4026"/>
                  </a:cubicBezTo>
                  <a:cubicBezTo>
                    <a:pt x="37683" y="4021"/>
                    <a:pt x="43350" y="3981"/>
                    <a:pt x="44053" y="3687"/>
                  </a:cubicBezTo>
                  <a:cubicBezTo>
                    <a:pt x="44569" y="3473"/>
                    <a:pt x="44868" y="3103"/>
                    <a:pt x="44834" y="2724"/>
                  </a:cubicBezTo>
                  <a:cubicBezTo>
                    <a:pt x="44786" y="2184"/>
                    <a:pt x="44133" y="1782"/>
                    <a:pt x="42838" y="1497"/>
                  </a:cubicBezTo>
                  <a:cubicBezTo>
                    <a:pt x="41765" y="1261"/>
                    <a:pt x="40953" y="937"/>
                    <a:pt x="40235" y="651"/>
                  </a:cubicBezTo>
                  <a:cubicBezTo>
                    <a:pt x="39375" y="308"/>
                    <a:pt x="38633" y="1"/>
                    <a:pt x="3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1720;p44">
              <a:extLst>
                <a:ext uri="{FF2B5EF4-FFF2-40B4-BE49-F238E27FC236}">
                  <a16:creationId xmlns:a16="http://schemas.microsoft.com/office/drawing/2014/main" id="{1D0AD6DE-C270-4979-B2E2-FCAFAA79D2C2}"/>
                </a:ext>
              </a:extLst>
            </p:cNvPr>
            <p:cNvSpPr/>
            <p:nvPr/>
          </p:nvSpPr>
          <p:spPr>
            <a:xfrm>
              <a:off x="990572" y="3367738"/>
              <a:ext cx="121421" cy="25829"/>
            </a:xfrm>
            <a:custGeom>
              <a:avLst/>
              <a:gdLst/>
              <a:ahLst/>
              <a:cxnLst/>
              <a:rect l="l" t="t" r="r" b="b"/>
              <a:pathLst>
                <a:path w="8236" h="1752" extrusionOk="0">
                  <a:moveTo>
                    <a:pt x="1954" y="1"/>
                  </a:moveTo>
                  <a:cubicBezTo>
                    <a:pt x="764" y="1"/>
                    <a:pt x="192" y="384"/>
                    <a:pt x="166" y="401"/>
                  </a:cubicBezTo>
                  <a:cubicBezTo>
                    <a:pt x="35" y="489"/>
                    <a:pt x="1" y="668"/>
                    <a:pt x="90" y="798"/>
                  </a:cubicBezTo>
                  <a:cubicBezTo>
                    <a:pt x="144" y="879"/>
                    <a:pt x="234" y="923"/>
                    <a:pt x="325" y="923"/>
                  </a:cubicBezTo>
                  <a:cubicBezTo>
                    <a:pt x="381" y="923"/>
                    <a:pt x="437" y="907"/>
                    <a:pt x="486" y="873"/>
                  </a:cubicBezTo>
                  <a:cubicBezTo>
                    <a:pt x="491" y="870"/>
                    <a:pt x="958" y="571"/>
                    <a:pt x="1950" y="571"/>
                  </a:cubicBezTo>
                  <a:cubicBezTo>
                    <a:pt x="2054" y="571"/>
                    <a:pt x="2165" y="574"/>
                    <a:pt x="2281" y="582"/>
                  </a:cubicBezTo>
                  <a:cubicBezTo>
                    <a:pt x="3594" y="664"/>
                    <a:pt x="7821" y="1732"/>
                    <a:pt x="7864" y="1743"/>
                  </a:cubicBezTo>
                  <a:cubicBezTo>
                    <a:pt x="7887" y="1748"/>
                    <a:pt x="7911" y="1751"/>
                    <a:pt x="7934" y="1752"/>
                  </a:cubicBezTo>
                  <a:cubicBezTo>
                    <a:pt x="8078" y="1752"/>
                    <a:pt x="8200" y="1644"/>
                    <a:pt x="8218" y="1500"/>
                  </a:cubicBezTo>
                  <a:cubicBezTo>
                    <a:pt x="8236" y="1358"/>
                    <a:pt x="8144" y="1223"/>
                    <a:pt x="8004" y="1188"/>
                  </a:cubicBezTo>
                  <a:cubicBezTo>
                    <a:pt x="7828" y="1144"/>
                    <a:pt x="3682" y="97"/>
                    <a:pt x="2317" y="12"/>
                  </a:cubicBezTo>
                  <a:cubicBezTo>
                    <a:pt x="2190" y="4"/>
                    <a:pt x="2069" y="1"/>
                    <a:pt x="1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1721;p44">
              <a:extLst>
                <a:ext uri="{FF2B5EF4-FFF2-40B4-BE49-F238E27FC236}">
                  <a16:creationId xmlns:a16="http://schemas.microsoft.com/office/drawing/2014/main" id="{7BEADBFE-E601-42F2-AC7C-7818213B03B3}"/>
                </a:ext>
              </a:extLst>
            </p:cNvPr>
            <p:cNvSpPr/>
            <p:nvPr/>
          </p:nvSpPr>
          <p:spPr>
            <a:xfrm>
              <a:off x="1013306" y="3349177"/>
              <a:ext cx="120507" cy="34881"/>
            </a:xfrm>
            <a:custGeom>
              <a:avLst/>
              <a:gdLst/>
              <a:ahLst/>
              <a:cxnLst/>
              <a:rect l="l" t="t" r="r" b="b"/>
              <a:pathLst>
                <a:path w="8174" h="2366" extrusionOk="0">
                  <a:moveTo>
                    <a:pt x="1442" y="0"/>
                  </a:moveTo>
                  <a:cubicBezTo>
                    <a:pt x="784" y="0"/>
                    <a:pt x="238" y="248"/>
                    <a:pt x="207" y="262"/>
                  </a:cubicBezTo>
                  <a:cubicBezTo>
                    <a:pt x="63" y="328"/>
                    <a:pt x="0" y="497"/>
                    <a:pt x="66" y="641"/>
                  </a:cubicBezTo>
                  <a:cubicBezTo>
                    <a:pt x="115" y="745"/>
                    <a:pt x="218" y="807"/>
                    <a:pt x="326" y="807"/>
                  </a:cubicBezTo>
                  <a:cubicBezTo>
                    <a:pt x="366" y="807"/>
                    <a:pt x="406" y="798"/>
                    <a:pt x="445" y="781"/>
                  </a:cubicBezTo>
                  <a:cubicBezTo>
                    <a:pt x="451" y="778"/>
                    <a:pt x="912" y="571"/>
                    <a:pt x="1442" y="571"/>
                  </a:cubicBezTo>
                  <a:cubicBezTo>
                    <a:pt x="1624" y="571"/>
                    <a:pt x="1814" y="596"/>
                    <a:pt x="1996" y="661"/>
                  </a:cubicBezTo>
                  <a:cubicBezTo>
                    <a:pt x="2306" y="772"/>
                    <a:pt x="3103" y="977"/>
                    <a:pt x="4026" y="1214"/>
                  </a:cubicBezTo>
                  <a:cubicBezTo>
                    <a:pt x="5254" y="1529"/>
                    <a:pt x="7295" y="2053"/>
                    <a:pt x="7611" y="2253"/>
                  </a:cubicBezTo>
                  <a:cubicBezTo>
                    <a:pt x="7665" y="2323"/>
                    <a:pt x="7749" y="2366"/>
                    <a:pt x="7839" y="2366"/>
                  </a:cubicBezTo>
                  <a:lnTo>
                    <a:pt x="7839" y="2366"/>
                  </a:lnTo>
                  <a:cubicBezTo>
                    <a:pt x="8035" y="2366"/>
                    <a:pt x="8173" y="2171"/>
                    <a:pt x="8108" y="1987"/>
                  </a:cubicBezTo>
                  <a:cubicBezTo>
                    <a:pt x="8013" y="1711"/>
                    <a:pt x="7613" y="1545"/>
                    <a:pt x="4167" y="660"/>
                  </a:cubicBezTo>
                  <a:cubicBezTo>
                    <a:pt x="3296" y="437"/>
                    <a:pt x="2474" y="225"/>
                    <a:pt x="2190" y="123"/>
                  </a:cubicBezTo>
                  <a:cubicBezTo>
                    <a:pt x="1939" y="34"/>
                    <a:pt x="1683" y="0"/>
                    <a:pt x="1442" y="0"/>
                  </a:cubicBezTo>
                  <a:close/>
                  <a:moveTo>
                    <a:pt x="7839" y="2366"/>
                  </a:moveTo>
                  <a:cubicBezTo>
                    <a:pt x="7839" y="2366"/>
                    <a:pt x="7839" y="2366"/>
                    <a:pt x="7838" y="2366"/>
                  </a:cubicBezTo>
                  <a:lnTo>
                    <a:pt x="7839" y="2366"/>
                  </a:lnTo>
                  <a:cubicBezTo>
                    <a:pt x="7839" y="2366"/>
                    <a:pt x="7839" y="2366"/>
                    <a:pt x="7839" y="2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1722;p44">
              <a:extLst>
                <a:ext uri="{FF2B5EF4-FFF2-40B4-BE49-F238E27FC236}">
                  <a16:creationId xmlns:a16="http://schemas.microsoft.com/office/drawing/2014/main" id="{FDEB3DD6-00E9-404E-BECE-FEABFC656129}"/>
                </a:ext>
              </a:extLst>
            </p:cNvPr>
            <p:cNvSpPr/>
            <p:nvPr/>
          </p:nvSpPr>
          <p:spPr>
            <a:xfrm>
              <a:off x="913497" y="3407514"/>
              <a:ext cx="583178" cy="29294"/>
            </a:xfrm>
            <a:custGeom>
              <a:avLst/>
              <a:gdLst/>
              <a:ahLst/>
              <a:cxnLst/>
              <a:rect l="l" t="t" r="r" b="b"/>
              <a:pathLst>
                <a:path w="39557" h="1987" extrusionOk="0">
                  <a:moveTo>
                    <a:pt x="39536" y="1"/>
                  </a:moveTo>
                  <a:lnTo>
                    <a:pt x="0" y="560"/>
                  </a:lnTo>
                  <a:lnTo>
                    <a:pt x="20" y="1987"/>
                  </a:lnTo>
                  <a:lnTo>
                    <a:pt x="39556" y="1428"/>
                  </a:lnTo>
                  <a:lnTo>
                    <a:pt x="39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1723;p44">
              <a:extLst>
                <a:ext uri="{FF2B5EF4-FFF2-40B4-BE49-F238E27FC236}">
                  <a16:creationId xmlns:a16="http://schemas.microsoft.com/office/drawing/2014/main" id="{0E5D7400-EDF0-4597-9B2B-A03B7EF197C2}"/>
                </a:ext>
              </a:extLst>
            </p:cNvPr>
            <p:cNvSpPr/>
            <p:nvPr/>
          </p:nvSpPr>
          <p:spPr>
            <a:xfrm>
              <a:off x="909207" y="3403356"/>
              <a:ext cx="591655" cy="37682"/>
            </a:xfrm>
            <a:custGeom>
              <a:avLst/>
              <a:gdLst/>
              <a:ahLst/>
              <a:cxnLst/>
              <a:rect l="l" t="t" r="r" b="b"/>
              <a:pathLst>
                <a:path w="40132" h="2556" extrusionOk="0">
                  <a:moveTo>
                    <a:pt x="39542" y="574"/>
                  </a:moveTo>
                  <a:lnTo>
                    <a:pt x="39555" y="1431"/>
                  </a:lnTo>
                  <a:lnTo>
                    <a:pt x="589" y="1981"/>
                  </a:lnTo>
                  <a:lnTo>
                    <a:pt x="576" y="1124"/>
                  </a:lnTo>
                  <a:lnTo>
                    <a:pt x="39542" y="574"/>
                  </a:lnTo>
                  <a:close/>
                  <a:moveTo>
                    <a:pt x="39820" y="1"/>
                  </a:moveTo>
                  <a:lnTo>
                    <a:pt x="284" y="559"/>
                  </a:lnTo>
                  <a:cubicBezTo>
                    <a:pt x="126" y="560"/>
                    <a:pt x="0" y="690"/>
                    <a:pt x="2" y="848"/>
                  </a:cubicBezTo>
                  <a:lnTo>
                    <a:pt x="22" y="2274"/>
                  </a:lnTo>
                  <a:cubicBezTo>
                    <a:pt x="24" y="2431"/>
                    <a:pt x="151" y="2556"/>
                    <a:pt x="308" y="2556"/>
                  </a:cubicBezTo>
                  <a:lnTo>
                    <a:pt x="311" y="2556"/>
                  </a:lnTo>
                  <a:lnTo>
                    <a:pt x="39847" y="1999"/>
                  </a:lnTo>
                  <a:cubicBezTo>
                    <a:pt x="40006" y="1997"/>
                    <a:pt x="40132" y="1868"/>
                    <a:pt x="40129" y="1710"/>
                  </a:cubicBezTo>
                  <a:lnTo>
                    <a:pt x="40109" y="283"/>
                  </a:lnTo>
                  <a:cubicBezTo>
                    <a:pt x="40108" y="206"/>
                    <a:pt x="40076" y="135"/>
                    <a:pt x="40023" y="81"/>
                  </a:cubicBezTo>
                  <a:cubicBezTo>
                    <a:pt x="39969" y="29"/>
                    <a:pt x="39885" y="12"/>
                    <a:pt x="39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1724;p44">
              <a:extLst>
                <a:ext uri="{FF2B5EF4-FFF2-40B4-BE49-F238E27FC236}">
                  <a16:creationId xmlns:a16="http://schemas.microsoft.com/office/drawing/2014/main" id="{A8FC5299-4FA5-4D75-B98F-FB8C8A8BE55C}"/>
                </a:ext>
              </a:extLst>
            </p:cNvPr>
            <p:cNvSpPr/>
            <p:nvPr/>
          </p:nvSpPr>
          <p:spPr>
            <a:xfrm>
              <a:off x="1176655" y="3120281"/>
              <a:ext cx="393483" cy="304422"/>
            </a:xfrm>
            <a:custGeom>
              <a:avLst/>
              <a:gdLst/>
              <a:ahLst/>
              <a:cxnLst/>
              <a:rect l="l" t="t" r="r" b="b"/>
              <a:pathLst>
                <a:path w="26690" h="20649" extrusionOk="0">
                  <a:moveTo>
                    <a:pt x="26689" y="1"/>
                  </a:moveTo>
                  <a:lnTo>
                    <a:pt x="5138" y="305"/>
                  </a:lnTo>
                  <a:lnTo>
                    <a:pt x="0" y="20649"/>
                  </a:lnTo>
                  <a:lnTo>
                    <a:pt x="21552" y="20345"/>
                  </a:lnTo>
                  <a:lnTo>
                    <a:pt x="26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1725;p44">
              <a:extLst>
                <a:ext uri="{FF2B5EF4-FFF2-40B4-BE49-F238E27FC236}">
                  <a16:creationId xmlns:a16="http://schemas.microsoft.com/office/drawing/2014/main" id="{6E61B0D3-4BB2-4B59-85EE-DA018103A587}"/>
                </a:ext>
              </a:extLst>
            </p:cNvPr>
            <p:cNvSpPr/>
            <p:nvPr/>
          </p:nvSpPr>
          <p:spPr>
            <a:xfrm>
              <a:off x="1171893" y="3116065"/>
              <a:ext cx="403007" cy="312855"/>
            </a:xfrm>
            <a:custGeom>
              <a:avLst/>
              <a:gdLst/>
              <a:ahLst/>
              <a:cxnLst/>
              <a:rect l="l" t="t" r="r" b="b"/>
              <a:pathLst>
                <a:path w="27336" h="21221" extrusionOk="0">
                  <a:moveTo>
                    <a:pt x="26644" y="577"/>
                  </a:moveTo>
                  <a:lnTo>
                    <a:pt x="21652" y="20349"/>
                  </a:lnTo>
                  <a:lnTo>
                    <a:pt x="691" y="20644"/>
                  </a:lnTo>
                  <a:lnTo>
                    <a:pt x="5684" y="873"/>
                  </a:lnTo>
                  <a:lnTo>
                    <a:pt x="26644" y="577"/>
                  </a:lnTo>
                  <a:close/>
                  <a:moveTo>
                    <a:pt x="27012" y="1"/>
                  </a:moveTo>
                  <a:cubicBezTo>
                    <a:pt x="27010" y="1"/>
                    <a:pt x="27009" y="1"/>
                    <a:pt x="27008" y="1"/>
                  </a:cubicBezTo>
                  <a:lnTo>
                    <a:pt x="5457" y="305"/>
                  </a:lnTo>
                  <a:cubicBezTo>
                    <a:pt x="5327" y="306"/>
                    <a:pt x="5215" y="396"/>
                    <a:pt x="5184" y="521"/>
                  </a:cubicBezTo>
                  <a:lnTo>
                    <a:pt x="46" y="20865"/>
                  </a:lnTo>
                  <a:cubicBezTo>
                    <a:pt x="0" y="21045"/>
                    <a:pt x="136" y="21221"/>
                    <a:pt x="322" y="21221"/>
                  </a:cubicBezTo>
                  <a:lnTo>
                    <a:pt x="326" y="21221"/>
                  </a:lnTo>
                  <a:lnTo>
                    <a:pt x="21879" y="20916"/>
                  </a:lnTo>
                  <a:cubicBezTo>
                    <a:pt x="22008" y="20914"/>
                    <a:pt x="22120" y="20826"/>
                    <a:pt x="22152" y="20701"/>
                  </a:cubicBezTo>
                  <a:lnTo>
                    <a:pt x="27289" y="356"/>
                  </a:lnTo>
                  <a:cubicBezTo>
                    <a:pt x="27335" y="176"/>
                    <a:pt x="27198" y="1"/>
                    <a:pt x="27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1726;p44">
              <a:extLst>
                <a:ext uri="{FF2B5EF4-FFF2-40B4-BE49-F238E27FC236}">
                  <a16:creationId xmlns:a16="http://schemas.microsoft.com/office/drawing/2014/main" id="{7E9B0CC1-B8D9-42BD-92DD-40B286F739F3}"/>
                </a:ext>
              </a:extLst>
            </p:cNvPr>
            <p:cNvSpPr/>
            <p:nvPr/>
          </p:nvSpPr>
          <p:spPr>
            <a:xfrm>
              <a:off x="797797" y="3598432"/>
              <a:ext cx="72991" cy="49447"/>
            </a:xfrm>
            <a:custGeom>
              <a:avLst/>
              <a:gdLst/>
              <a:ahLst/>
              <a:cxnLst/>
              <a:rect l="l" t="t" r="r" b="b"/>
              <a:pathLst>
                <a:path w="4951" h="3354" extrusionOk="0">
                  <a:moveTo>
                    <a:pt x="4950" y="1"/>
                  </a:moveTo>
                  <a:lnTo>
                    <a:pt x="99" y="211"/>
                  </a:lnTo>
                  <a:lnTo>
                    <a:pt x="0" y="3353"/>
                  </a:lnTo>
                  <a:lnTo>
                    <a:pt x="4853" y="3286"/>
                  </a:lnTo>
                  <a:lnTo>
                    <a:pt x="4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1727;p44">
              <a:extLst>
                <a:ext uri="{FF2B5EF4-FFF2-40B4-BE49-F238E27FC236}">
                  <a16:creationId xmlns:a16="http://schemas.microsoft.com/office/drawing/2014/main" id="{DEDD2D11-BD7E-4A5D-B629-BE2B5114E504}"/>
                </a:ext>
              </a:extLst>
            </p:cNvPr>
            <p:cNvSpPr/>
            <p:nvPr/>
          </p:nvSpPr>
          <p:spPr>
            <a:xfrm>
              <a:off x="793521" y="3594215"/>
              <a:ext cx="81512" cy="57880"/>
            </a:xfrm>
            <a:custGeom>
              <a:avLst/>
              <a:gdLst/>
              <a:ahLst/>
              <a:cxnLst/>
              <a:rect l="l" t="t" r="r" b="b"/>
              <a:pathLst>
                <a:path w="5529" h="3926" extrusionOk="0">
                  <a:moveTo>
                    <a:pt x="4944" y="586"/>
                  </a:moveTo>
                  <a:lnTo>
                    <a:pt x="4865" y="3290"/>
                  </a:lnTo>
                  <a:lnTo>
                    <a:pt x="585" y="3350"/>
                  </a:lnTo>
                  <a:lnTo>
                    <a:pt x="667" y="773"/>
                  </a:lnTo>
                  <a:lnTo>
                    <a:pt x="4944" y="586"/>
                  </a:lnTo>
                  <a:close/>
                  <a:moveTo>
                    <a:pt x="5228" y="1"/>
                  </a:moveTo>
                  <a:lnTo>
                    <a:pt x="376" y="213"/>
                  </a:lnTo>
                  <a:cubicBezTo>
                    <a:pt x="227" y="219"/>
                    <a:pt x="108" y="340"/>
                    <a:pt x="103" y="489"/>
                  </a:cubicBezTo>
                  <a:lnTo>
                    <a:pt x="6" y="3631"/>
                  </a:lnTo>
                  <a:cubicBezTo>
                    <a:pt x="0" y="3793"/>
                    <a:pt x="129" y="3925"/>
                    <a:pt x="290" y="3925"/>
                  </a:cubicBezTo>
                  <a:lnTo>
                    <a:pt x="295" y="3924"/>
                  </a:lnTo>
                  <a:lnTo>
                    <a:pt x="5148" y="3857"/>
                  </a:lnTo>
                  <a:cubicBezTo>
                    <a:pt x="5301" y="3855"/>
                    <a:pt x="5425" y="3732"/>
                    <a:pt x="5429" y="3580"/>
                  </a:cubicBezTo>
                  <a:lnTo>
                    <a:pt x="5526" y="294"/>
                  </a:lnTo>
                  <a:cubicBezTo>
                    <a:pt x="5528" y="215"/>
                    <a:pt x="5498" y="139"/>
                    <a:pt x="5441" y="82"/>
                  </a:cubicBezTo>
                  <a:cubicBezTo>
                    <a:pt x="5385" y="28"/>
                    <a:pt x="5310" y="3"/>
                    <a:pt x="5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1728;p44">
              <a:extLst>
                <a:ext uri="{FF2B5EF4-FFF2-40B4-BE49-F238E27FC236}">
                  <a16:creationId xmlns:a16="http://schemas.microsoft.com/office/drawing/2014/main" id="{BFE2AC6F-C18E-4B1F-AB43-555D504742A7}"/>
                </a:ext>
              </a:extLst>
            </p:cNvPr>
            <p:cNvSpPr/>
            <p:nvPr/>
          </p:nvSpPr>
          <p:spPr>
            <a:xfrm>
              <a:off x="556974" y="4717256"/>
              <a:ext cx="169571" cy="214816"/>
            </a:xfrm>
            <a:custGeom>
              <a:avLst/>
              <a:gdLst/>
              <a:ahLst/>
              <a:cxnLst/>
              <a:rect l="l" t="t" r="r" b="b"/>
              <a:pathLst>
                <a:path w="11502" h="14571" extrusionOk="0">
                  <a:moveTo>
                    <a:pt x="9022" y="1"/>
                  </a:moveTo>
                  <a:lnTo>
                    <a:pt x="2873" y="607"/>
                  </a:lnTo>
                  <a:cubicBezTo>
                    <a:pt x="2873" y="607"/>
                    <a:pt x="2224" y="5022"/>
                    <a:pt x="2039" y="7445"/>
                  </a:cubicBezTo>
                  <a:cubicBezTo>
                    <a:pt x="1855" y="9870"/>
                    <a:pt x="0" y="12550"/>
                    <a:pt x="1407" y="13716"/>
                  </a:cubicBezTo>
                  <a:cubicBezTo>
                    <a:pt x="2142" y="14325"/>
                    <a:pt x="3608" y="14571"/>
                    <a:pt x="5169" y="14571"/>
                  </a:cubicBezTo>
                  <a:cubicBezTo>
                    <a:pt x="6599" y="14571"/>
                    <a:pt x="8108" y="14364"/>
                    <a:pt x="9206" y="14042"/>
                  </a:cubicBezTo>
                  <a:cubicBezTo>
                    <a:pt x="11502" y="13368"/>
                    <a:pt x="9868" y="8820"/>
                    <a:pt x="9893" y="7392"/>
                  </a:cubicBezTo>
                  <a:cubicBezTo>
                    <a:pt x="9918" y="5965"/>
                    <a:pt x="9679" y="3296"/>
                    <a:pt x="9416" y="2006"/>
                  </a:cubicBezTo>
                  <a:cubicBezTo>
                    <a:pt x="9153" y="717"/>
                    <a:pt x="9022" y="1"/>
                    <a:pt x="9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1729;p44">
              <a:extLst>
                <a:ext uri="{FF2B5EF4-FFF2-40B4-BE49-F238E27FC236}">
                  <a16:creationId xmlns:a16="http://schemas.microsoft.com/office/drawing/2014/main" id="{CDBA2F09-C41B-43E1-A133-1439D659BBA2}"/>
                </a:ext>
              </a:extLst>
            </p:cNvPr>
            <p:cNvSpPr/>
            <p:nvPr/>
          </p:nvSpPr>
          <p:spPr>
            <a:xfrm>
              <a:off x="559628" y="4713069"/>
              <a:ext cx="163143" cy="223234"/>
            </a:xfrm>
            <a:custGeom>
              <a:avLst/>
              <a:gdLst/>
              <a:ahLst/>
              <a:cxnLst/>
              <a:rect l="l" t="t" r="r" b="b"/>
              <a:pathLst>
                <a:path w="11066" h="15142" extrusionOk="0">
                  <a:moveTo>
                    <a:pt x="8610" y="595"/>
                  </a:moveTo>
                  <a:cubicBezTo>
                    <a:pt x="8669" y="911"/>
                    <a:pt x="8785" y="1508"/>
                    <a:pt x="8956" y="2347"/>
                  </a:cubicBezTo>
                  <a:cubicBezTo>
                    <a:pt x="9218" y="3635"/>
                    <a:pt x="9452" y="6273"/>
                    <a:pt x="9427" y="7671"/>
                  </a:cubicBezTo>
                  <a:cubicBezTo>
                    <a:pt x="9421" y="8061"/>
                    <a:pt x="9523" y="8636"/>
                    <a:pt x="9641" y="9301"/>
                  </a:cubicBezTo>
                  <a:cubicBezTo>
                    <a:pt x="9967" y="11126"/>
                    <a:pt x="10413" y="13622"/>
                    <a:pt x="8945" y="14052"/>
                  </a:cubicBezTo>
                  <a:cubicBezTo>
                    <a:pt x="7823" y="14381"/>
                    <a:pt x="6377" y="14565"/>
                    <a:pt x="5029" y="14565"/>
                  </a:cubicBezTo>
                  <a:cubicBezTo>
                    <a:pt x="3482" y="14565"/>
                    <a:pt x="2064" y="14323"/>
                    <a:pt x="1409" y="13781"/>
                  </a:cubicBezTo>
                  <a:cubicBezTo>
                    <a:pt x="660" y="13160"/>
                    <a:pt x="1053" y="11915"/>
                    <a:pt x="1506" y="10473"/>
                  </a:cubicBezTo>
                  <a:cubicBezTo>
                    <a:pt x="1786" y="9584"/>
                    <a:pt x="2075" y="8664"/>
                    <a:pt x="2144" y="7751"/>
                  </a:cubicBezTo>
                  <a:cubicBezTo>
                    <a:pt x="2303" y="5674"/>
                    <a:pt x="2811" y="2077"/>
                    <a:pt x="2943" y="1153"/>
                  </a:cubicBezTo>
                  <a:lnTo>
                    <a:pt x="8610" y="595"/>
                  </a:lnTo>
                  <a:close/>
                  <a:moveTo>
                    <a:pt x="8833" y="0"/>
                  </a:moveTo>
                  <a:cubicBezTo>
                    <a:pt x="8826" y="0"/>
                    <a:pt x="8820" y="1"/>
                    <a:pt x="8814" y="1"/>
                  </a:cubicBezTo>
                  <a:lnTo>
                    <a:pt x="2665" y="608"/>
                  </a:lnTo>
                  <a:cubicBezTo>
                    <a:pt x="2535" y="621"/>
                    <a:pt x="2429" y="721"/>
                    <a:pt x="2411" y="850"/>
                  </a:cubicBezTo>
                  <a:cubicBezTo>
                    <a:pt x="2404" y="895"/>
                    <a:pt x="1758" y="5302"/>
                    <a:pt x="1575" y="7708"/>
                  </a:cubicBezTo>
                  <a:cubicBezTo>
                    <a:pt x="1511" y="8556"/>
                    <a:pt x="1231" y="9443"/>
                    <a:pt x="962" y="10302"/>
                  </a:cubicBezTo>
                  <a:cubicBezTo>
                    <a:pt x="467" y="11871"/>
                    <a:pt x="0" y="13354"/>
                    <a:pt x="1045" y="14220"/>
                  </a:cubicBezTo>
                  <a:cubicBezTo>
                    <a:pt x="1841" y="14880"/>
                    <a:pt x="3376" y="15142"/>
                    <a:pt x="4996" y="15142"/>
                  </a:cubicBezTo>
                  <a:cubicBezTo>
                    <a:pt x="6460" y="15142"/>
                    <a:pt x="7992" y="14927"/>
                    <a:pt x="9106" y="14600"/>
                  </a:cubicBezTo>
                  <a:cubicBezTo>
                    <a:pt x="11065" y="14026"/>
                    <a:pt x="10567" y="11238"/>
                    <a:pt x="10204" y="9201"/>
                  </a:cubicBezTo>
                  <a:cubicBezTo>
                    <a:pt x="10090" y="8565"/>
                    <a:pt x="9992" y="8015"/>
                    <a:pt x="9998" y="7682"/>
                  </a:cubicBezTo>
                  <a:cubicBezTo>
                    <a:pt x="10023" y="6251"/>
                    <a:pt x="9784" y="3552"/>
                    <a:pt x="9515" y="2234"/>
                  </a:cubicBezTo>
                  <a:cubicBezTo>
                    <a:pt x="9253" y="949"/>
                    <a:pt x="9123" y="236"/>
                    <a:pt x="9123" y="234"/>
                  </a:cubicBezTo>
                  <a:cubicBezTo>
                    <a:pt x="9098" y="94"/>
                    <a:pt x="8973" y="0"/>
                    <a:pt x="8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1730;p44">
              <a:extLst>
                <a:ext uri="{FF2B5EF4-FFF2-40B4-BE49-F238E27FC236}">
                  <a16:creationId xmlns:a16="http://schemas.microsoft.com/office/drawing/2014/main" id="{2548F3FB-EAD6-46C0-AC04-BA3BE6E9E44F}"/>
                </a:ext>
              </a:extLst>
            </p:cNvPr>
            <p:cNvSpPr/>
            <p:nvPr/>
          </p:nvSpPr>
          <p:spPr>
            <a:xfrm>
              <a:off x="610505" y="4743498"/>
              <a:ext cx="58499" cy="95872"/>
            </a:xfrm>
            <a:custGeom>
              <a:avLst/>
              <a:gdLst/>
              <a:ahLst/>
              <a:cxnLst/>
              <a:rect l="l" t="t" r="r" b="b"/>
              <a:pathLst>
                <a:path w="3968" h="6503" extrusionOk="0">
                  <a:moveTo>
                    <a:pt x="3521" y="0"/>
                  </a:moveTo>
                  <a:lnTo>
                    <a:pt x="1238" y="32"/>
                  </a:lnTo>
                  <a:cubicBezTo>
                    <a:pt x="1238" y="32"/>
                    <a:pt x="0" y="6503"/>
                    <a:pt x="1324" y="6503"/>
                  </a:cubicBezTo>
                  <a:cubicBezTo>
                    <a:pt x="1326" y="6503"/>
                    <a:pt x="1328" y="6503"/>
                    <a:pt x="1330" y="6503"/>
                  </a:cubicBezTo>
                  <a:cubicBezTo>
                    <a:pt x="2661" y="6484"/>
                    <a:pt x="3613" y="6470"/>
                    <a:pt x="3790" y="5517"/>
                  </a:cubicBezTo>
                  <a:cubicBezTo>
                    <a:pt x="3967" y="4562"/>
                    <a:pt x="3521" y="0"/>
                    <a:pt x="3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1731;p44">
              <a:extLst>
                <a:ext uri="{FF2B5EF4-FFF2-40B4-BE49-F238E27FC236}">
                  <a16:creationId xmlns:a16="http://schemas.microsoft.com/office/drawing/2014/main" id="{FDE82FC5-7E0B-43FF-8A94-1BD6653F7153}"/>
                </a:ext>
              </a:extLst>
            </p:cNvPr>
            <p:cNvSpPr/>
            <p:nvPr/>
          </p:nvSpPr>
          <p:spPr>
            <a:xfrm>
              <a:off x="609783" y="4739267"/>
              <a:ext cx="63408" cy="104319"/>
            </a:xfrm>
            <a:custGeom>
              <a:avLst/>
              <a:gdLst/>
              <a:ahLst/>
              <a:cxnLst/>
              <a:rect l="l" t="t" r="r" b="b"/>
              <a:pathLst>
                <a:path w="4301" h="7076" extrusionOk="0">
                  <a:moveTo>
                    <a:pt x="3312" y="577"/>
                  </a:moveTo>
                  <a:cubicBezTo>
                    <a:pt x="3444" y="1993"/>
                    <a:pt x="3689" y="5048"/>
                    <a:pt x="3558" y="5751"/>
                  </a:cubicBezTo>
                  <a:cubicBezTo>
                    <a:pt x="3430" y="6445"/>
                    <a:pt x="2758" y="6485"/>
                    <a:pt x="1374" y="6505"/>
                  </a:cubicBezTo>
                  <a:cubicBezTo>
                    <a:pt x="1360" y="6505"/>
                    <a:pt x="1332" y="6505"/>
                    <a:pt x="1293" y="6457"/>
                  </a:cubicBezTo>
                  <a:cubicBezTo>
                    <a:pt x="785" y="5852"/>
                    <a:pt x="1153" y="2641"/>
                    <a:pt x="1525" y="602"/>
                  </a:cubicBezTo>
                  <a:lnTo>
                    <a:pt x="3312" y="577"/>
                  </a:lnTo>
                  <a:close/>
                  <a:moveTo>
                    <a:pt x="3584" y="1"/>
                  </a:moveTo>
                  <a:cubicBezTo>
                    <a:pt x="3578" y="1"/>
                    <a:pt x="3572" y="1"/>
                    <a:pt x="3566" y="1"/>
                  </a:cubicBezTo>
                  <a:lnTo>
                    <a:pt x="1283" y="34"/>
                  </a:lnTo>
                  <a:cubicBezTo>
                    <a:pt x="1147" y="36"/>
                    <a:pt x="1032" y="133"/>
                    <a:pt x="1007" y="266"/>
                  </a:cubicBezTo>
                  <a:cubicBezTo>
                    <a:pt x="832" y="1182"/>
                    <a:pt x="0" y="5806"/>
                    <a:pt x="856" y="6824"/>
                  </a:cubicBezTo>
                  <a:cubicBezTo>
                    <a:pt x="993" y="6989"/>
                    <a:pt x="1172" y="7075"/>
                    <a:pt x="1373" y="7075"/>
                  </a:cubicBezTo>
                  <a:lnTo>
                    <a:pt x="1382" y="7075"/>
                  </a:lnTo>
                  <a:cubicBezTo>
                    <a:pt x="2733" y="7056"/>
                    <a:pt x="3900" y="7040"/>
                    <a:pt x="4119" y="5856"/>
                  </a:cubicBezTo>
                  <a:cubicBezTo>
                    <a:pt x="4301" y="4872"/>
                    <a:pt x="3873" y="447"/>
                    <a:pt x="3854" y="259"/>
                  </a:cubicBezTo>
                  <a:cubicBezTo>
                    <a:pt x="3841" y="118"/>
                    <a:pt x="3709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1732;p44">
              <a:extLst>
                <a:ext uri="{FF2B5EF4-FFF2-40B4-BE49-F238E27FC236}">
                  <a16:creationId xmlns:a16="http://schemas.microsoft.com/office/drawing/2014/main" id="{0EDFB4D4-6987-46B4-BAE2-65F829A0CA0C}"/>
                </a:ext>
              </a:extLst>
            </p:cNvPr>
            <p:cNvSpPr/>
            <p:nvPr/>
          </p:nvSpPr>
          <p:spPr>
            <a:xfrm>
              <a:off x="570228" y="4896660"/>
              <a:ext cx="140233" cy="35412"/>
            </a:xfrm>
            <a:custGeom>
              <a:avLst/>
              <a:gdLst/>
              <a:ahLst/>
              <a:cxnLst/>
              <a:rect l="l" t="t" r="r" b="b"/>
              <a:pathLst>
                <a:path w="9512" h="2402" extrusionOk="0">
                  <a:moveTo>
                    <a:pt x="9511" y="0"/>
                  </a:moveTo>
                  <a:lnTo>
                    <a:pt x="9511" y="0"/>
                  </a:lnTo>
                  <a:cubicBezTo>
                    <a:pt x="8468" y="545"/>
                    <a:pt x="6728" y="835"/>
                    <a:pt x="3747" y="876"/>
                  </a:cubicBezTo>
                  <a:cubicBezTo>
                    <a:pt x="3609" y="878"/>
                    <a:pt x="3474" y="879"/>
                    <a:pt x="3344" y="879"/>
                  </a:cubicBezTo>
                  <a:cubicBezTo>
                    <a:pt x="1606" y="879"/>
                    <a:pt x="594" y="710"/>
                    <a:pt x="0" y="519"/>
                  </a:cubicBezTo>
                  <a:lnTo>
                    <a:pt x="0" y="519"/>
                  </a:lnTo>
                  <a:cubicBezTo>
                    <a:pt x="38" y="926"/>
                    <a:pt x="184" y="1279"/>
                    <a:pt x="508" y="1547"/>
                  </a:cubicBezTo>
                  <a:cubicBezTo>
                    <a:pt x="1243" y="2156"/>
                    <a:pt x="2709" y="2402"/>
                    <a:pt x="4270" y="2402"/>
                  </a:cubicBezTo>
                  <a:cubicBezTo>
                    <a:pt x="5700" y="2402"/>
                    <a:pt x="7209" y="2195"/>
                    <a:pt x="8307" y="1873"/>
                  </a:cubicBezTo>
                  <a:cubicBezTo>
                    <a:pt x="9122" y="1634"/>
                    <a:pt x="9436" y="904"/>
                    <a:pt x="9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1733;p44">
              <a:extLst>
                <a:ext uri="{FF2B5EF4-FFF2-40B4-BE49-F238E27FC236}">
                  <a16:creationId xmlns:a16="http://schemas.microsoft.com/office/drawing/2014/main" id="{D6013740-4397-455F-B8A4-A29C053AF53E}"/>
                </a:ext>
              </a:extLst>
            </p:cNvPr>
            <p:cNvSpPr/>
            <p:nvPr/>
          </p:nvSpPr>
          <p:spPr>
            <a:xfrm>
              <a:off x="565894" y="4892429"/>
              <a:ext cx="148975" cy="43874"/>
            </a:xfrm>
            <a:custGeom>
              <a:avLst/>
              <a:gdLst/>
              <a:ahLst/>
              <a:cxnLst/>
              <a:rect l="l" t="t" r="r" b="b"/>
              <a:pathLst>
                <a:path w="10105" h="2976" extrusionOk="0">
                  <a:moveTo>
                    <a:pt x="9448" y="759"/>
                  </a:moveTo>
                  <a:cubicBezTo>
                    <a:pt x="9310" y="1381"/>
                    <a:pt x="9009" y="1743"/>
                    <a:pt x="8520" y="1886"/>
                  </a:cubicBezTo>
                  <a:cubicBezTo>
                    <a:pt x="7398" y="2215"/>
                    <a:pt x="5952" y="2399"/>
                    <a:pt x="4604" y="2399"/>
                  </a:cubicBezTo>
                  <a:cubicBezTo>
                    <a:pt x="3057" y="2399"/>
                    <a:pt x="1639" y="2157"/>
                    <a:pt x="984" y="1615"/>
                  </a:cubicBezTo>
                  <a:cubicBezTo>
                    <a:pt x="850" y="1505"/>
                    <a:pt x="744" y="1364"/>
                    <a:pt x="678" y="1204"/>
                  </a:cubicBezTo>
                  <a:lnTo>
                    <a:pt x="678" y="1204"/>
                  </a:lnTo>
                  <a:cubicBezTo>
                    <a:pt x="1427" y="1371"/>
                    <a:pt x="2430" y="1451"/>
                    <a:pt x="3669" y="1451"/>
                  </a:cubicBezTo>
                  <a:cubicBezTo>
                    <a:pt x="3792" y="1451"/>
                    <a:pt x="3918" y="1450"/>
                    <a:pt x="4046" y="1448"/>
                  </a:cubicBezTo>
                  <a:cubicBezTo>
                    <a:pt x="6602" y="1413"/>
                    <a:pt x="8306" y="1198"/>
                    <a:pt x="9448" y="759"/>
                  </a:cubicBezTo>
                  <a:close/>
                  <a:moveTo>
                    <a:pt x="9805" y="1"/>
                  </a:moveTo>
                  <a:cubicBezTo>
                    <a:pt x="9762" y="1"/>
                    <a:pt x="9716" y="11"/>
                    <a:pt x="9673" y="34"/>
                  </a:cubicBezTo>
                  <a:cubicBezTo>
                    <a:pt x="8647" y="571"/>
                    <a:pt x="6855" y="838"/>
                    <a:pt x="4038" y="879"/>
                  </a:cubicBezTo>
                  <a:cubicBezTo>
                    <a:pt x="3917" y="880"/>
                    <a:pt x="3798" y="881"/>
                    <a:pt x="3681" y="881"/>
                  </a:cubicBezTo>
                  <a:cubicBezTo>
                    <a:pt x="2212" y="881"/>
                    <a:pt x="1106" y="767"/>
                    <a:pt x="381" y="534"/>
                  </a:cubicBezTo>
                  <a:cubicBezTo>
                    <a:pt x="352" y="525"/>
                    <a:pt x="323" y="520"/>
                    <a:pt x="294" y="520"/>
                  </a:cubicBezTo>
                  <a:cubicBezTo>
                    <a:pt x="230" y="520"/>
                    <a:pt x="167" y="542"/>
                    <a:pt x="116" y="583"/>
                  </a:cubicBezTo>
                  <a:cubicBezTo>
                    <a:pt x="41" y="644"/>
                    <a:pt x="1" y="737"/>
                    <a:pt x="9" y="833"/>
                  </a:cubicBezTo>
                  <a:cubicBezTo>
                    <a:pt x="58" y="1355"/>
                    <a:pt x="258" y="1755"/>
                    <a:pt x="620" y="2054"/>
                  </a:cubicBezTo>
                  <a:cubicBezTo>
                    <a:pt x="1416" y="2714"/>
                    <a:pt x="2951" y="2976"/>
                    <a:pt x="4571" y="2976"/>
                  </a:cubicBezTo>
                  <a:cubicBezTo>
                    <a:pt x="6035" y="2976"/>
                    <a:pt x="7567" y="2761"/>
                    <a:pt x="8681" y="2434"/>
                  </a:cubicBezTo>
                  <a:cubicBezTo>
                    <a:pt x="9520" y="2189"/>
                    <a:pt x="9994" y="1473"/>
                    <a:pt x="10090" y="310"/>
                  </a:cubicBezTo>
                  <a:cubicBezTo>
                    <a:pt x="10105" y="135"/>
                    <a:pt x="9963" y="1"/>
                    <a:pt x="9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1734;p44">
              <a:extLst>
                <a:ext uri="{FF2B5EF4-FFF2-40B4-BE49-F238E27FC236}">
                  <a16:creationId xmlns:a16="http://schemas.microsoft.com/office/drawing/2014/main" id="{A3350D3D-FBEA-49C6-92A2-7A0D472B9BC0}"/>
                </a:ext>
              </a:extLst>
            </p:cNvPr>
            <p:cNvSpPr/>
            <p:nvPr/>
          </p:nvSpPr>
          <p:spPr>
            <a:xfrm>
              <a:off x="574916" y="4664728"/>
              <a:ext cx="131918" cy="88442"/>
            </a:xfrm>
            <a:custGeom>
              <a:avLst/>
              <a:gdLst/>
              <a:ahLst/>
              <a:cxnLst/>
              <a:rect l="l" t="t" r="r" b="b"/>
              <a:pathLst>
                <a:path w="8948" h="5999" extrusionOk="0">
                  <a:moveTo>
                    <a:pt x="8285" y="0"/>
                  </a:moveTo>
                  <a:cubicBezTo>
                    <a:pt x="8261" y="0"/>
                    <a:pt x="8237" y="2"/>
                    <a:pt x="8212" y="4"/>
                  </a:cubicBezTo>
                  <a:lnTo>
                    <a:pt x="620" y="835"/>
                  </a:lnTo>
                  <a:cubicBezTo>
                    <a:pt x="262" y="875"/>
                    <a:pt x="1" y="1196"/>
                    <a:pt x="35" y="1556"/>
                  </a:cubicBezTo>
                  <a:lnTo>
                    <a:pt x="412" y="5403"/>
                  </a:lnTo>
                  <a:cubicBezTo>
                    <a:pt x="444" y="5743"/>
                    <a:pt x="729" y="5998"/>
                    <a:pt x="1066" y="5998"/>
                  </a:cubicBezTo>
                  <a:cubicBezTo>
                    <a:pt x="1081" y="5998"/>
                    <a:pt x="1096" y="5998"/>
                    <a:pt x="1111" y="5997"/>
                  </a:cubicBezTo>
                  <a:lnTo>
                    <a:pt x="8278" y="5531"/>
                  </a:lnTo>
                  <a:cubicBezTo>
                    <a:pt x="8623" y="5509"/>
                    <a:pt x="8891" y="5225"/>
                    <a:pt x="8896" y="4880"/>
                  </a:cubicBezTo>
                  <a:lnTo>
                    <a:pt x="8943" y="668"/>
                  </a:lnTo>
                  <a:cubicBezTo>
                    <a:pt x="8948" y="297"/>
                    <a:pt x="8647" y="0"/>
                    <a:pt x="8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1735;p44">
              <a:extLst>
                <a:ext uri="{FF2B5EF4-FFF2-40B4-BE49-F238E27FC236}">
                  <a16:creationId xmlns:a16="http://schemas.microsoft.com/office/drawing/2014/main" id="{69B20F59-1FF7-4239-AD0C-FD1830504AB5}"/>
                </a:ext>
              </a:extLst>
            </p:cNvPr>
            <p:cNvSpPr/>
            <p:nvPr/>
          </p:nvSpPr>
          <p:spPr>
            <a:xfrm>
              <a:off x="570538" y="4660496"/>
              <a:ext cx="140557" cy="96874"/>
            </a:xfrm>
            <a:custGeom>
              <a:avLst/>
              <a:gdLst/>
              <a:ahLst/>
              <a:cxnLst/>
              <a:rect l="l" t="t" r="r" b="b"/>
              <a:pathLst>
                <a:path w="9534" h="6571" extrusionOk="0">
                  <a:moveTo>
                    <a:pt x="8582" y="572"/>
                  </a:moveTo>
                  <a:lnTo>
                    <a:pt x="8583" y="573"/>
                  </a:lnTo>
                  <a:cubicBezTo>
                    <a:pt x="8790" y="573"/>
                    <a:pt x="8958" y="743"/>
                    <a:pt x="8956" y="951"/>
                  </a:cubicBezTo>
                  <a:lnTo>
                    <a:pt x="8907" y="5164"/>
                  </a:lnTo>
                  <a:cubicBezTo>
                    <a:pt x="8903" y="5360"/>
                    <a:pt x="8752" y="5521"/>
                    <a:pt x="8557" y="5534"/>
                  </a:cubicBezTo>
                  <a:lnTo>
                    <a:pt x="1389" y="5999"/>
                  </a:lnTo>
                  <a:cubicBezTo>
                    <a:pt x="1380" y="6000"/>
                    <a:pt x="1370" y="6000"/>
                    <a:pt x="1361" y="6000"/>
                  </a:cubicBezTo>
                  <a:cubicBezTo>
                    <a:pt x="1171" y="6000"/>
                    <a:pt x="1009" y="5855"/>
                    <a:pt x="992" y="5662"/>
                  </a:cubicBezTo>
                  <a:lnTo>
                    <a:pt x="617" y="1815"/>
                  </a:lnTo>
                  <a:cubicBezTo>
                    <a:pt x="598" y="1611"/>
                    <a:pt x="746" y="1430"/>
                    <a:pt x="949" y="1407"/>
                  </a:cubicBezTo>
                  <a:lnTo>
                    <a:pt x="8540" y="574"/>
                  </a:lnTo>
                  <a:cubicBezTo>
                    <a:pt x="8553" y="573"/>
                    <a:pt x="8567" y="572"/>
                    <a:pt x="8582" y="572"/>
                  </a:cubicBezTo>
                  <a:close/>
                  <a:moveTo>
                    <a:pt x="8583" y="1"/>
                  </a:moveTo>
                  <a:cubicBezTo>
                    <a:pt x="8549" y="1"/>
                    <a:pt x="8514" y="3"/>
                    <a:pt x="8478" y="7"/>
                  </a:cubicBezTo>
                  <a:lnTo>
                    <a:pt x="887" y="838"/>
                  </a:lnTo>
                  <a:cubicBezTo>
                    <a:pt x="374" y="896"/>
                    <a:pt x="1" y="1355"/>
                    <a:pt x="50" y="1870"/>
                  </a:cubicBezTo>
                  <a:lnTo>
                    <a:pt x="425" y="5717"/>
                  </a:lnTo>
                  <a:cubicBezTo>
                    <a:pt x="469" y="6201"/>
                    <a:pt x="876" y="6571"/>
                    <a:pt x="1362" y="6571"/>
                  </a:cubicBezTo>
                  <a:cubicBezTo>
                    <a:pt x="1384" y="6571"/>
                    <a:pt x="1404" y="6571"/>
                    <a:pt x="1426" y="6570"/>
                  </a:cubicBezTo>
                  <a:lnTo>
                    <a:pt x="8594" y="6103"/>
                  </a:lnTo>
                  <a:cubicBezTo>
                    <a:pt x="9086" y="6070"/>
                    <a:pt x="9471" y="5664"/>
                    <a:pt x="9479" y="5171"/>
                  </a:cubicBezTo>
                  <a:lnTo>
                    <a:pt x="9526" y="958"/>
                  </a:lnTo>
                  <a:cubicBezTo>
                    <a:pt x="9533" y="426"/>
                    <a:pt x="9102" y="1"/>
                    <a:pt x="8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1736;p44">
              <a:extLst>
                <a:ext uri="{FF2B5EF4-FFF2-40B4-BE49-F238E27FC236}">
                  <a16:creationId xmlns:a16="http://schemas.microsoft.com/office/drawing/2014/main" id="{28725AED-D473-443D-9157-3CBBF42CFA9C}"/>
                </a:ext>
              </a:extLst>
            </p:cNvPr>
            <p:cNvSpPr/>
            <p:nvPr/>
          </p:nvSpPr>
          <p:spPr>
            <a:xfrm>
              <a:off x="754261" y="4629109"/>
              <a:ext cx="163703" cy="113725"/>
            </a:xfrm>
            <a:custGeom>
              <a:avLst/>
              <a:gdLst/>
              <a:ahLst/>
              <a:cxnLst/>
              <a:rect l="l" t="t" r="r" b="b"/>
              <a:pathLst>
                <a:path w="11104" h="7714" extrusionOk="0">
                  <a:moveTo>
                    <a:pt x="10095" y="1"/>
                  </a:moveTo>
                  <a:cubicBezTo>
                    <a:pt x="10009" y="1"/>
                    <a:pt x="9922" y="15"/>
                    <a:pt x="9835" y="45"/>
                  </a:cubicBezTo>
                  <a:lnTo>
                    <a:pt x="602" y="3237"/>
                  </a:lnTo>
                  <a:cubicBezTo>
                    <a:pt x="206" y="3374"/>
                    <a:pt x="1" y="3793"/>
                    <a:pt x="140" y="4183"/>
                  </a:cubicBezTo>
                  <a:lnTo>
                    <a:pt x="1210" y="7194"/>
                  </a:lnTo>
                  <a:cubicBezTo>
                    <a:pt x="1323" y="7511"/>
                    <a:pt x="1630" y="7714"/>
                    <a:pt x="1958" y="7714"/>
                  </a:cubicBezTo>
                  <a:cubicBezTo>
                    <a:pt x="2033" y="7714"/>
                    <a:pt x="2108" y="7703"/>
                    <a:pt x="2183" y="7681"/>
                  </a:cubicBezTo>
                  <a:lnTo>
                    <a:pt x="10546" y="5222"/>
                  </a:lnTo>
                  <a:cubicBezTo>
                    <a:pt x="10882" y="5123"/>
                    <a:pt x="11104" y="4816"/>
                    <a:pt x="11085" y="4474"/>
                  </a:cubicBezTo>
                  <a:lnTo>
                    <a:pt x="10885" y="730"/>
                  </a:lnTo>
                  <a:cubicBezTo>
                    <a:pt x="10863" y="310"/>
                    <a:pt x="10498" y="1"/>
                    <a:pt x="10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1737;p44">
              <a:extLst>
                <a:ext uri="{FF2B5EF4-FFF2-40B4-BE49-F238E27FC236}">
                  <a16:creationId xmlns:a16="http://schemas.microsoft.com/office/drawing/2014/main" id="{E7A69997-5525-4F0F-B787-F2FAFC62CB03}"/>
                </a:ext>
              </a:extLst>
            </p:cNvPr>
            <p:cNvSpPr/>
            <p:nvPr/>
          </p:nvSpPr>
          <p:spPr>
            <a:xfrm>
              <a:off x="750974" y="4624908"/>
              <a:ext cx="171310" cy="122158"/>
            </a:xfrm>
            <a:custGeom>
              <a:avLst/>
              <a:gdLst/>
              <a:ahLst/>
              <a:cxnLst/>
              <a:rect l="l" t="t" r="r" b="b"/>
              <a:pathLst>
                <a:path w="11620" h="8286" extrusionOk="0">
                  <a:moveTo>
                    <a:pt x="10320" y="571"/>
                  </a:moveTo>
                  <a:cubicBezTo>
                    <a:pt x="10422" y="572"/>
                    <a:pt x="10522" y="603"/>
                    <a:pt x="10607" y="660"/>
                  </a:cubicBezTo>
                  <a:cubicBezTo>
                    <a:pt x="10733" y="743"/>
                    <a:pt x="10814" y="880"/>
                    <a:pt x="10822" y="1030"/>
                  </a:cubicBezTo>
                  <a:lnTo>
                    <a:pt x="11023" y="4775"/>
                  </a:lnTo>
                  <a:cubicBezTo>
                    <a:pt x="11034" y="4984"/>
                    <a:pt x="10896" y="5172"/>
                    <a:pt x="10689" y="5234"/>
                  </a:cubicBezTo>
                  <a:lnTo>
                    <a:pt x="2325" y="7693"/>
                  </a:lnTo>
                  <a:cubicBezTo>
                    <a:pt x="2277" y="7707"/>
                    <a:pt x="2229" y="7714"/>
                    <a:pt x="2181" y="7714"/>
                  </a:cubicBezTo>
                  <a:cubicBezTo>
                    <a:pt x="1971" y="7714"/>
                    <a:pt x="1773" y="7584"/>
                    <a:pt x="1701" y="7383"/>
                  </a:cubicBezTo>
                  <a:lnTo>
                    <a:pt x="631" y="4372"/>
                  </a:lnTo>
                  <a:cubicBezTo>
                    <a:pt x="591" y="4260"/>
                    <a:pt x="597" y="4136"/>
                    <a:pt x="649" y="4028"/>
                  </a:cubicBezTo>
                  <a:cubicBezTo>
                    <a:pt x="703" y="3916"/>
                    <a:pt x="801" y="3832"/>
                    <a:pt x="918" y="3793"/>
                  </a:cubicBezTo>
                  <a:lnTo>
                    <a:pt x="10151" y="601"/>
                  </a:lnTo>
                  <a:cubicBezTo>
                    <a:pt x="10206" y="581"/>
                    <a:pt x="10262" y="571"/>
                    <a:pt x="10320" y="571"/>
                  </a:cubicBezTo>
                  <a:close/>
                  <a:moveTo>
                    <a:pt x="10320" y="1"/>
                  </a:moveTo>
                  <a:cubicBezTo>
                    <a:pt x="10200" y="1"/>
                    <a:pt x="10080" y="20"/>
                    <a:pt x="9964" y="60"/>
                  </a:cubicBezTo>
                  <a:lnTo>
                    <a:pt x="732" y="3252"/>
                  </a:lnTo>
                  <a:cubicBezTo>
                    <a:pt x="469" y="3341"/>
                    <a:pt x="254" y="3532"/>
                    <a:pt x="135" y="3782"/>
                  </a:cubicBezTo>
                  <a:cubicBezTo>
                    <a:pt x="16" y="4025"/>
                    <a:pt x="1" y="4308"/>
                    <a:pt x="93" y="4563"/>
                  </a:cubicBezTo>
                  <a:lnTo>
                    <a:pt x="1163" y="7575"/>
                  </a:lnTo>
                  <a:cubicBezTo>
                    <a:pt x="1318" y="8011"/>
                    <a:pt x="1732" y="8286"/>
                    <a:pt x="2177" y="8286"/>
                  </a:cubicBezTo>
                  <a:cubicBezTo>
                    <a:pt x="2282" y="8286"/>
                    <a:pt x="2386" y="8270"/>
                    <a:pt x="2486" y="8241"/>
                  </a:cubicBezTo>
                  <a:lnTo>
                    <a:pt x="10849" y="5781"/>
                  </a:lnTo>
                  <a:cubicBezTo>
                    <a:pt x="11313" y="5645"/>
                    <a:pt x="11619" y="5219"/>
                    <a:pt x="11593" y="4745"/>
                  </a:cubicBezTo>
                  <a:lnTo>
                    <a:pt x="11393" y="1000"/>
                  </a:lnTo>
                  <a:cubicBezTo>
                    <a:pt x="11375" y="671"/>
                    <a:pt x="11205" y="375"/>
                    <a:pt x="10927" y="187"/>
                  </a:cubicBezTo>
                  <a:cubicBezTo>
                    <a:pt x="10745" y="64"/>
                    <a:pt x="10534" y="1"/>
                    <a:pt x="10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1754;p44">
              <a:extLst>
                <a:ext uri="{FF2B5EF4-FFF2-40B4-BE49-F238E27FC236}">
                  <a16:creationId xmlns:a16="http://schemas.microsoft.com/office/drawing/2014/main" id="{18E774ED-4384-491D-92E2-FD3F021927CB}"/>
                </a:ext>
              </a:extLst>
            </p:cNvPr>
            <p:cNvSpPr/>
            <p:nvPr/>
          </p:nvSpPr>
          <p:spPr>
            <a:xfrm>
              <a:off x="1604341" y="3258347"/>
              <a:ext cx="72593" cy="8433"/>
            </a:xfrm>
            <a:custGeom>
              <a:avLst/>
              <a:gdLst/>
              <a:ahLst/>
              <a:cxnLst/>
              <a:rect l="l" t="t" r="r" b="b"/>
              <a:pathLst>
                <a:path w="4924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642" y="571"/>
                  </a:lnTo>
                  <a:lnTo>
                    <a:pt x="1642" y="0"/>
                  </a:lnTo>
                  <a:close/>
                  <a:moveTo>
                    <a:pt x="3283" y="0"/>
                  </a:moveTo>
                  <a:lnTo>
                    <a:pt x="3283" y="571"/>
                  </a:lnTo>
                  <a:lnTo>
                    <a:pt x="4923" y="571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1755;p44">
              <a:extLst>
                <a:ext uri="{FF2B5EF4-FFF2-40B4-BE49-F238E27FC236}">
                  <a16:creationId xmlns:a16="http://schemas.microsoft.com/office/drawing/2014/main" id="{060FE117-B229-4BBB-8B4E-6FEE2C98C01E}"/>
                </a:ext>
              </a:extLst>
            </p:cNvPr>
            <p:cNvSpPr/>
            <p:nvPr/>
          </p:nvSpPr>
          <p:spPr>
            <a:xfrm>
              <a:off x="1567514" y="3258347"/>
              <a:ext cx="12635" cy="8433"/>
            </a:xfrm>
            <a:custGeom>
              <a:avLst/>
              <a:gdLst/>
              <a:ahLst/>
              <a:cxnLst/>
              <a:rect l="l" t="t" r="r" b="b"/>
              <a:pathLst>
                <a:path w="857" h="572" extrusionOk="0">
                  <a:moveTo>
                    <a:pt x="0" y="0"/>
                  </a:moveTo>
                  <a:lnTo>
                    <a:pt x="0" y="571"/>
                  </a:lnTo>
                  <a:lnTo>
                    <a:pt x="857" y="571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1756;p44">
              <a:extLst>
                <a:ext uri="{FF2B5EF4-FFF2-40B4-BE49-F238E27FC236}">
                  <a16:creationId xmlns:a16="http://schemas.microsoft.com/office/drawing/2014/main" id="{7B4E357C-AEED-4338-AD06-1CF225454590}"/>
                </a:ext>
              </a:extLst>
            </p:cNvPr>
            <p:cNvSpPr/>
            <p:nvPr/>
          </p:nvSpPr>
          <p:spPr>
            <a:xfrm>
              <a:off x="1539178" y="3231928"/>
              <a:ext cx="52101" cy="60150"/>
            </a:xfrm>
            <a:custGeom>
              <a:avLst/>
              <a:gdLst/>
              <a:ahLst/>
              <a:cxnLst/>
              <a:rect l="l" t="t" r="r" b="b"/>
              <a:pathLst>
                <a:path w="3534" h="4080" extrusionOk="0">
                  <a:moveTo>
                    <a:pt x="3533" y="1"/>
                  </a:moveTo>
                  <a:lnTo>
                    <a:pt x="0" y="2040"/>
                  </a:lnTo>
                  <a:lnTo>
                    <a:pt x="3533" y="4080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0979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191163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b="1" dirty="0">
                <a:solidFill>
                  <a:schemeClr val="accent1"/>
                </a:solidFill>
                <a:latin typeface="+mn-lt"/>
              </a:rPr>
              <a:t>Генераторы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C63BBA3-7E0A-4125-9FE7-91DFA16819BE}"/>
              </a:ext>
            </a:extLst>
          </p:cNvPr>
          <p:cNvSpPr/>
          <p:nvPr/>
        </p:nvSpPr>
        <p:spPr>
          <a:xfrm>
            <a:off x="-1" y="988740"/>
            <a:ext cx="4226944" cy="3709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88274FF7-821F-4175-B3D0-F2CCFD382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29" y="1320065"/>
            <a:ext cx="365305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Генераторы — это итерируемые функциональные объекты. Фактически это функции,</a:t>
            </a:r>
            <a:r>
              <a:rPr kumimoji="0" lang="ru-RU" sz="16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которые сохраняют контекст вычислений между вызовами, возвращая при каждом вызове результат выполнения очередной итерации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Простейший генератор можно представить как цикл внутри функции, и при каждом вызове этой функции выполняется только одна очередная итерация этого цикла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F8D3AA8-026C-4B5D-A28C-1B096804640E}"/>
              </a:ext>
            </a:extLst>
          </p:cNvPr>
          <p:cNvSpPr/>
          <p:nvPr/>
        </p:nvSpPr>
        <p:spPr>
          <a:xfrm>
            <a:off x="4503036" y="1318910"/>
            <a:ext cx="439563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+mn-lt"/>
              </a:rPr>
              <a:t>gen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        i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        while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i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n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yield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i </a:t>
            </a: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            i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g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gen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g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generator object gen at </a:t>
            </a:r>
            <a:r>
              <a:rPr lang="en-US" sz="1600" dirty="0">
                <a:solidFill>
                  <a:srgbClr val="FF0000"/>
                </a:solidFill>
                <a:latin typeface="+mn-lt"/>
              </a:rPr>
              <a:t>0x02A9DEE0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g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g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FF0000"/>
                </a:solidFill>
                <a:latin typeface="+mn-lt"/>
              </a:rPr>
              <a:t>1</a:t>
            </a:r>
            <a:endParaRPr lang="en-US" sz="16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3409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183729"/>
            <a:ext cx="8388253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dirty="0">
                <a:solidFill>
                  <a:schemeClr val="accent1"/>
                </a:solidFill>
                <a:latin typeface="+mn-lt"/>
              </a:rPr>
              <a:t>Генераторы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99" y="1158606"/>
            <a:ext cx="364793" cy="36479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98" y="2259519"/>
            <a:ext cx="364793" cy="3647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C3C1EF-7C3B-4738-93E3-0D9E0FD7E90B}"/>
              </a:ext>
            </a:extLst>
          </p:cNvPr>
          <p:cNvSpPr txBox="1"/>
          <p:nvPr/>
        </p:nvSpPr>
        <p:spPr>
          <a:xfrm>
            <a:off x="1252653" y="1158606"/>
            <a:ext cx="73309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Yield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- это ключевое слово, которое используется примерно как </a:t>
            </a:r>
            <a:r>
              <a:rPr lang="ru-RU" b="1" dirty="0">
                <a:solidFill>
                  <a:schemeClr val="accent1"/>
                </a:solidFill>
                <a:latin typeface="+mn-lt"/>
              </a:rPr>
              <a:t>return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в обычных функциях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Отличие состоит в том, что генератор сохраняет свое состояние и при следующем вызове выполнение генератора продолжится с кода, находящегося непосредственно после </a:t>
            </a:r>
            <a:r>
              <a:rPr lang="en-US" b="1" dirty="0">
                <a:solidFill>
                  <a:schemeClr val="accent1"/>
                </a:solidFill>
                <a:latin typeface="+mn-lt"/>
              </a:rPr>
              <a:t>yield</a:t>
            </a:r>
            <a:endParaRPr lang="ru-RU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54609-970B-4CD9-B5B0-824FF574A663}"/>
              </a:ext>
            </a:extLst>
          </p:cNvPr>
          <p:cNvSpPr txBox="1"/>
          <p:nvPr/>
        </p:nvSpPr>
        <p:spPr>
          <a:xfrm>
            <a:off x="1252653" y="2259519"/>
            <a:ext cx="69695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При обращении к генераторной функции возвращается генераторный объект, выполнение функции при этом не начинается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При первом вызове функции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next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(в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Python3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next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встроенная функция, которая вызывает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метод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__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next__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генераторного объекта, в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Python2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next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метод генераторного объекта)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функция начинает выполнение, пока не достигнет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yield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и возвращает результат выражения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yield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3EA371A-74EE-4A32-BAE1-80CE22973F7D}"/>
              </a:ext>
            </a:extLst>
          </p:cNvPr>
          <p:cNvSpPr/>
          <p:nvPr/>
        </p:nvSpPr>
        <p:spPr>
          <a:xfrm>
            <a:off x="0" y="3911189"/>
            <a:ext cx="9144000" cy="8728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A6F40E-2A87-487A-A8F2-DE9F9F118DEF}"/>
              </a:ext>
            </a:extLst>
          </p:cNvPr>
          <p:cNvSpPr txBox="1"/>
          <p:nvPr/>
        </p:nvSpPr>
        <p:spPr>
          <a:xfrm>
            <a:off x="560398" y="4085998"/>
            <a:ext cx="7788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Все это позволяет организовывать т.н. "ленивые" вычисления. То есть когда код в функции выполняется не сразу, а по требованию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3650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14F6D4A-1DEA-45EF-9F79-DFEFD2EAC186}"/>
              </a:ext>
            </a:extLst>
          </p:cNvPr>
          <p:cNvSpPr/>
          <p:nvPr/>
        </p:nvSpPr>
        <p:spPr>
          <a:xfrm>
            <a:off x="-1" y="981308"/>
            <a:ext cx="4226944" cy="4162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72858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dirty="0">
                <a:solidFill>
                  <a:schemeClr val="accent1"/>
                </a:solidFill>
                <a:latin typeface="+mn-lt"/>
              </a:rPr>
              <a:t>Генераторы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E22BC93-A587-4780-8089-8FD3428E7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4" y="2628948"/>
            <a:ext cx="379915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1" hangingPunct="1">
              <a:spcBef>
                <a:spcPct val="0"/>
              </a:spcBef>
              <a:buNone/>
            </a:pPr>
            <a:r>
              <a:rPr lang="ru-RU" sz="2000" dirty="0">
                <a:solidFill>
                  <a:schemeClr val="bg1"/>
                </a:solidFill>
                <a:latin typeface="+mn-lt"/>
              </a:rPr>
              <a:t>Данный пример поясняет порядок итерирования</a:t>
            </a:r>
            <a:r>
              <a:rPr lang="en-US" sz="20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+mn-lt"/>
              </a:rPr>
              <a:t>генераторных объектов</a:t>
            </a:r>
            <a:endParaRPr kumimoji="0" lang="ru-RU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217CDD1-0693-4505-90C2-1D689CE488A7}"/>
              </a:ext>
            </a:extLst>
          </p:cNvPr>
          <p:cNvSpPr/>
          <p:nvPr/>
        </p:nvSpPr>
        <p:spPr>
          <a:xfrm>
            <a:off x="4672138" y="1130060"/>
            <a:ext cx="372739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FF"/>
                </a:solidFill>
                <a:latin typeface="+mn-lt"/>
              </a:rPr>
              <a:t>gen_fun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b="1" dirty="0">
                <a:solidFill>
                  <a:srgbClr val="000000"/>
                </a:solidFill>
                <a:latin typeface="+mn-lt"/>
              </a:rPr>
              <a:t>...</a:t>
            </a:r>
            <a:r>
              <a:rPr lang="ru-RU" sz="1050" b="1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"begin"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ru-RU" sz="1050" b="1" dirty="0">
                <a:solidFill>
                  <a:srgbClr val="0000FF"/>
                </a:solidFill>
                <a:latin typeface="+mn-lt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i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ru-RU" sz="105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"before yield"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i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ru-RU" sz="105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yield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i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ru-RU" sz="105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"after yield"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i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ru-RU" sz="105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"end"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f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gen_fun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f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generator object gen_fun at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0x00000221C73F5660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f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begin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before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yield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f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after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yield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before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yield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f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after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yield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end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Traceback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most recent call last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ru-RU" sz="105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File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"&lt;input&gt;"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line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module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dirty="0">
              <a:solidFill>
                <a:srgbClr val="000000"/>
              </a:solidFill>
              <a:latin typeface="+mn-lt"/>
            </a:endParaRP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StopIteration</a:t>
            </a:r>
            <a:endParaRPr lang="en-US" sz="105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630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72858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b="1" dirty="0">
                <a:solidFill>
                  <a:schemeClr val="accent1"/>
                </a:solidFill>
                <a:latin typeface="+mn-lt"/>
              </a:rPr>
              <a:t>Генераторы</a:t>
            </a:r>
            <a:endParaRPr sz="40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A7A970-E760-4AF8-8612-073E10A505C4}"/>
              </a:ext>
            </a:extLst>
          </p:cNvPr>
          <p:cNvSpPr/>
          <p:nvPr/>
        </p:nvSpPr>
        <p:spPr>
          <a:xfrm>
            <a:off x="397045" y="856214"/>
            <a:ext cx="439054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</a:rPr>
              <a:t>lazy_range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b="1" dirty="0">
              <a:solidFill>
                <a:srgbClr val="00008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ru-RU" sz="1100" b="1" dirty="0">
                <a:solidFill>
                  <a:srgbClr val="000080"/>
                </a:solidFill>
                <a:latin typeface="+mn-lt"/>
              </a:rPr>
              <a:t> 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i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]: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b="1" dirty="0">
              <a:solidFill>
                <a:srgbClr val="00008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ru-RU" sz="1100" b="1" dirty="0">
                <a:solidFill>
                  <a:srgbClr val="000080"/>
                </a:solidFill>
                <a:latin typeface="+mn-lt"/>
              </a:rPr>
              <a:t>     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'now i process {}'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i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100" b="1" dirty="0">
                <a:solidFill>
                  <a:srgbClr val="000080"/>
                </a:solidFill>
                <a:latin typeface="+mn-lt"/>
              </a:rPr>
              <a:t>   </a:t>
            </a: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ru-RU" sz="1100" b="1" dirty="0">
                <a:solidFill>
                  <a:srgbClr val="000080"/>
                </a:solidFill>
                <a:latin typeface="+mn-lt"/>
              </a:rPr>
              <a:t>     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yield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i</a:t>
            </a: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...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l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lazy_range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l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generator object lazy_range at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0x7f45cef68a40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ru-RU" sz="1100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l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now i process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l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now i process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l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now i process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l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now i process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next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l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Traceback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most recent call last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File 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"&lt;input&gt;"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line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module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StopIteration 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как видно </a:t>
            </a:r>
            <a:r>
              <a:rPr lang="en-US" sz="1100" dirty="0">
                <a:solidFill>
                  <a:srgbClr val="008000"/>
                </a:solidFill>
                <a:latin typeface="+mn-lt"/>
              </a:rPr>
              <a:t>print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выполняется не сразу,</a:t>
            </a:r>
            <a:r>
              <a:rPr lang="ru-RU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100" dirty="0">
                <a:solidFill>
                  <a:srgbClr val="008000"/>
                </a:solidFill>
                <a:latin typeface="+mn-lt"/>
              </a:rPr>
              <a:t>а по частям</a:t>
            </a:r>
            <a:endParaRPr lang="ru-RU" sz="1100" dirty="0">
              <a:latin typeface="+mn-lt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694A6A7-447C-4904-B265-5A475B2FC1D1}"/>
              </a:ext>
            </a:extLst>
          </p:cNvPr>
          <p:cNvSpPr/>
          <p:nvPr/>
        </p:nvSpPr>
        <p:spPr>
          <a:xfrm>
            <a:off x="4787590" y="1418330"/>
            <a:ext cx="4356410" cy="30307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FE100-AD4D-4818-B68E-D64EBA2D4641}"/>
              </a:ext>
            </a:extLst>
          </p:cNvPr>
          <p:cNvSpPr txBox="1"/>
          <p:nvPr/>
        </p:nvSpPr>
        <p:spPr>
          <a:xfrm>
            <a:off x="5150345" y="2610540"/>
            <a:ext cx="37951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+mn-lt"/>
              </a:rPr>
              <a:t>Еще один пример организации "ленивых" вычислений</a:t>
            </a:r>
          </a:p>
        </p:txBody>
      </p:sp>
    </p:spTree>
    <p:extLst>
      <p:ext uri="{BB962C8B-B14F-4D97-AF65-F5344CB8AC3E}">
        <p14:creationId xmlns:p14="http://schemas.microsoft.com/office/powerpoint/2010/main" val="3951573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904986"/>
            <a:ext cx="9144000" cy="8728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183729"/>
            <a:ext cx="731858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b="1" dirty="0">
                <a:solidFill>
                  <a:schemeClr val="accent1"/>
                </a:solidFill>
                <a:latin typeface="+mn-lt"/>
              </a:rPr>
              <a:t>Обход последовательностей</a:t>
            </a:r>
            <a:endParaRPr sz="32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3650822" y="2711129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 extrusionOk="0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67E31F76-BDB7-448E-9D3A-E6F62A48B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4" y="1018239"/>
            <a:ext cx="85203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1" hangingPunct="1">
              <a:spcBef>
                <a:spcPct val="0"/>
              </a:spcBef>
              <a:buNone/>
            </a:pPr>
            <a:r>
              <a:rPr lang="ru-RU" sz="1800" noProof="0" dirty="0">
                <a:solidFill>
                  <a:schemeClr val="tx1"/>
                </a:solidFill>
                <a:latin typeface="+mn-lt"/>
              </a:rPr>
              <a:t>Также генераторный объект можно обойти как последовательность с помощью цикла </a:t>
            </a:r>
            <a:r>
              <a:rPr lang="en-US" sz="1800" b="1" noProof="0" dirty="0">
                <a:solidFill>
                  <a:schemeClr val="tx1"/>
                </a:solidFill>
                <a:latin typeface="+mn-lt"/>
              </a:rPr>
              <a:t>for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BBFEC2F-9847-4AE6-8FBD-CCA3BCC0F0E2}"/>
              </a:ext>
            </a:extLst>
          </p:cNvPr>
          <p:cNvSpPr/>
          <p:nvPr/>
        </p:nvSpPr>
        <p:spPr>
          <a:xfrm>
            <a:off x="445194" y="1891078"/>
            <a:ext cx="834990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l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lazy_range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l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generator object lazy_range at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0x7f45cef68a40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i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l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b="1" dirty="0">
              <a:solidFill>
                <a:srgbClr val="000080"/>
              </a:solidFill>
              <a:latin typeface="+mn-lt"/>
            </a:endParaRPr>
          </a:p>
          <a:p>
            <a:r>
              <a:rPr lang="en-US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ru-RU" b="1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r>
              <a:rPr lang="en-US" b="1" dirty="0">
                <a:solidFill>
                  <a:srgbClr val="000080"/>
                </a:solidFill>
                <a:latin typeface="+mn-lt"/>
              </a:rPr>
              <a:t>...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now i process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now i process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now i process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now i process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FF0000"/>
                </a:solidFill>
                <a:latin typeface="+mn-lt"/>
              </a:rPr>
              <a:t>4</a:t>
            </a:r>
            <a:endParaRPr lang="en-US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2982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9C1984E-C0E1-4AFD-B207-CB8BA4D05846}"/>
              </a:ext>
            </a:extLst>
          </p:cNvPr>
          <p:cNvSpPr/>
          <p:nvPr/>
        </p:nvSpPr>
        <p:spPr>
          <a:xfrm>
            <a:off x="4787590" y="1418330"/>
            <a:ext cx="4356410" cy="30307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183729"/>
            <a:ext cx="8353750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b="1" dirty="0">
                <a:solidFill>
                  <a:schemeClr val="accent1"/>
                </a:solidFill>
                <a:latin typeface="+mn-lt"/>
              </a:rPr>
              <a:t>Генераторы</a:t>
            </a:r>
            <a:endParaRPr sz="36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57F9777F-4A7E-4FB3-A338-18DE36A14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9019" y="2056542"/>
            <a:ext cx="357355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Для задания</a:t>
            </a:r>
            <a:r>
              <a:rPr lang="ru-RU" sz="1800" noProof="0" dirty="0">
                <a:solidFill>
                  <a:schemeClr val="tx1"/>
                </a:solidFill>
                <a:latin typeface="+mn-lt"/>
              </a:rPr>
              <a:t> генераторного объекта можно использовать круглые скобки.</a:t>
            </a:r>
            <a:r>
              <a:rPr lang="en-US" sz="1800" noProof="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При указании же квадратных скобок создается обычный список, вычисляемый сразу целиком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CD46795-DE0C-4F71-A239-DB669CADD499}"/>
              </a:ext>
            </a:extLst>
          </p:cNvPr>
          <p:cNvSpPr/>
          <p:nvPr/>
        </p:nvSpPr>
        <p:spPr>
          <a:xfrm>
            <a:off x="445194" y="1138070"/>
            <a:ext cx="387380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mygen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x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x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x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range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mygen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generator object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genexpr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at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0x7f45cefa3048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i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mygen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b="1" dirty="0">
              <a:solidFill>
                <a:srgbClr val="00008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ru-RU" sz="1200" b="1" dirty="0">
                <a:solidFill>
                  <a:srgbClr val="00008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mygen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generator object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genexpr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at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0x7f45cefa3048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i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mygen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mygen2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x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x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x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range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list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mygen2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list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mygen2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[]</a:t>
            </a:r>
            <a:endParaRPr lang="en-US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9898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904986"/>
            <a:ext cx="9144000" cy="8728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3" y="183729"/>
            <a:ext cx="8349909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b="1" dirty="0">
                <a:solidFill>
                  <a:schemeClr val="accent1"/>
                </a:solidFill>
                <a:latin typeface="+mn-lt"/>
              </a:rPr>
              <a:t>Менеджер контекста (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context manager)</a:t>
            </a:r>
            <a:endParaRPr sz="32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3650822" y="2711129"/>
            <a:ext cx="12710" cy="35957"/>
          </a:xfrm>
          <a:custGeom>
            <a:avLst/>
            <a:gdLst/>
            <a:ahLst/>
            <a:cxnLst/>
            <a:rect l="l" t="t" r="r" b="b"/>
            <a:pathLst>
              <a:path w="667" h="1887" extrusionOk="0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67E31F76-BDB7-448E-9D3A-E6F62A48B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94" y="1018239"/>
            <a:ext cx="852038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1" hangingPunct="1">
              <a:spcBef>
                <a:spcPct val="0"/>
              </a:spcBef>
              <a:buNone/>
            </a:pPr>
            <a:r>
              <a:rPr lang="ru-RU" sz="1800" noProof="0" dirty="0">
                <a:solidFill>
                  <a:schemeClr val="tx1"/>
                </a:solidFill>
                <a:latin typeface="+mn-lt"/>
              </a:rPr>
              <a:t>Контекстные менеджеры это специальные конструкции, которые представляют из себя блоки кода, заключенные в инструкцию with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CBB4F3-E0C9-4B9B-8202-EF6CFBDE47BA}"/>
              </a:ext>
            </a:extLst>
          </p:cNvPr>
          <p:cNvSpPr/>
          <p:nvPr/>
        </p:nvSpPr>
        <p:spPr>
          <a:xfrm>
            <a:off x="445193" y="2037925"/>
            <a:ext cx="820891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600" dirty="0">
                <a:solidFill>
                  <a:srgbClr val="008000"/>
                </a:solidFill>
                <a:latin typeface="+mn-lt"/>
              </a:rPr>
              <a:t>Простой пример - работа с файлом:</a:t>
            </a:r>
            <a:endParaRPr lang="en-US" sz="1600" dirty="0">
              <a:solidFill>
                <a:srgbClr val="008000"/>
              </a:solidFill>
              <a:latin typeface="+mn-lt"/>
            </a:endParaRPr>
          </a:p>
          <a:p>
            <a:r>
              <a:rPr lang="en-US" sz="16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600" dirty="0">
                <a:solidFill>
                  <a:srgbClr val="008000"/>
                </a:solidFill>
                <a:latin typeface="+mn-lt"/>
              </a:rPr>
              <a:t>после работы с файлом нужно позаботиться о его закрытии</a:t>
            </a:r>
            <a:endParaRPr lang="en-US" sz="1600" dirty="0">
              <a:solidFill>
                <a:srgbClr val="008000"/>
              </a:solidFill>
              <a:latin typeface="+mn-lt"/>
            </a:endParaRPr>
          </a:p>
          <a:p>
            <a:endParaRPr lang="ru-RU" sz="1600" dirty="0">
              <a:solidFill>
                <a:srgbClr val="008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fp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open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"./file.txt"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"w"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fp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write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"Hello, World"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fp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close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600" dirty="0">
                <a:solidFill>
                  <a:srgbClr val="008000"/>
                </a:solidFill>
                <a:latin typeface="+mn-lt"/>
              </a:rPr>
              <a:t># без </a:t>
            </a:r>
            <a:r>
              <a:rPr lang="en-US" sz="1600" dirty="0">
                <a:solidFill>
                  <a:srgbClr val="008000"/>
                </a:solidFill>
                <a:latin typeface="+mn-lt"/>
              </a:rPr>
              <a:t>with </a:t>
            </a:r>
            <a:r>
              <a:rPr lang="ru-RU" sz="1600" dirty="0">
                <a:solidFill>
                  <a:srgbClr val="008000"/>
                </a:solidFill>
                <a:latin typeface="+mn-lt"/>
              </a:rPr>
              <a:t>файл нужно закрывать самому</a:t>
            </a:r>
            <a:r>
              <a:rPr lang="ru-RU" sz="1600" dirty="0">
                <a:solidFill>
                  <a:srgbClr val="000000"/>
                </a:solidFill>
                <a:latin typeface="+mn-lt"/>
              </a:rPr>
              <a:t> 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endParaRPr lang="en-US" sz="1600" b="1" dirty="0">
              <a:solidFill>
                <a:srgbClr val="000080"/>
              </a:solidFill>
              <a:latin typeface="+mn-lt"/>
            </a:endParaRPr>
          </a:p>
          <a:p>
            <a:r>
              <a:rPr lang="en-US" sz="1600" dirty="0">
                <a:solidFill>
                  <a:srgbClr val="008000"/>
                </a:solidFill>
                <a:latin typeface="+mn-lt"/>
              </a:rPr>
              <a:t># c with </a:t>
            </a:r>
            <a:r>
              <a:rPr lang="ru-RU" sz="1600" dirty="0">
                <a:solidFill>
                  <a:srgbClr val="008000"/>
                </a:solidFill>
                <a:latin typeface="+mn-lt"/>
              </a:rPr>
              <a:t>файл закроется сам, как только уйдет из его блока</a:t>
            </a:r>
            <a:endParaRPr lang="ru-RU" sz="1600" dirty="0">
              <a:latin typeface="+mn-lt"/>
            </a:endParaRPr>
          </a:p>
          <a:p>
            <a:r>
              <a:rPr lang="ru-RU" sz="16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ru-RU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open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"./file.txt"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"w"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fp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    fp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write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"Hello, World"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502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4" y="241680"/>
            <a:ext cx="8794056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b="1" dirty="0">
                <a:solidFill>
                  <a:schemeClr val="accent1"/>
                </a:solidFill>
                <a:latin typeface="+mn-lt"/>
              </a:rPr>
              <a:t>Менеджер контекста (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context manager)</a:t>
            </a:r>
            <a:endParaRPr lang="ru-RU" sz="32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C63BBA3-7E0A-4125-9FE7-91DFA16819BE}"/>
              </a:ext>
            </a:extLst>
          </p:cNvPr>
          <p:cNvSpPr/>
          <p:nvPr/>
        </p:nvSpPr>
        <p:spPr>
          <a:xfrm>
            <a:off x="-1" y="1130061"/>
            <a:ext cx="4226944" cy="3424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A23B93A3-69C0-43A2-8380-19667C72A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75" y="2103740"/>
            <a:ext cx="337799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+mn-lt"/>
              </a:rPr>
              <a:t>Создать свой менеджер контекста достаточно просто. Надо всего лишь определить методы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__enter__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и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__exit__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соответствующего класса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4836E49-0853-471A-9218-459999327C20}"/>
              </a:ext>
            </a:extLst>
          </p:cNvPr>
          <p:cNvSpPr/>
          <p:nvPr/>
        </p:nvSpPr>
        <p:spPr>
          <a:xfrm>
            <a:off x="4334942" y="1688242"/>
            <a:ext cx="5528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TestManager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__enter__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...         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'Starting code inside manager'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__exit__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exc_type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exc_val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exc_tb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 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'Code completed. Error info: type - {}'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exc_type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TestManager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():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+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...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Starting code inside manager </a:t>
            </a:r>
          </a:p>
          <a:p>
            <a:r>
              <a:rPr lang="en-US" sz="1200" dirty="0">
                <a:solidFill>
                  <a:srgbClr val="FF0000"/>
                </a:solidFill>
                <a:latin typeface="+mn-lt"/>
              </a:rPr>
              <a:t>2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Code completed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Error info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type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-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None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3764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157474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CE760F17-942F-4B05-8351-21AC07A90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758667"/>
            <a:ext cx="82809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3"/>
              </a:buClr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В чем ошибка в данной программе и как ее можно исправить?</a:t>
            </a:r>
            <a:endParaRPr 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E5F662BC-A28F-4D85-A6C1-A1AB1F2A3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502363"/>
            <a:ext cx="82809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3"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Напишите свой менеджер контекста, замеряющий и показывающий время исполнения кода внутри него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3ED6D3C-AE21-485A-8523-0DEEBA162AED}"/>
              </a:ext>
            </a:extLst>
          </p:cNvPr>
          <p:cNvSpPr/>
          <p:nvPr/>
        </p:nvSpPr>
        <p:spPr>
          <a:xfrm>
            <a:off x="1043434" y="1074642"/>
            <a:ext cx="748900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+mn-lt"/>
              </a:rPr>
              <a:t>chargen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c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'0123456789'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yield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c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words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+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c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c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chargen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()][: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2952639B-41C8-41EC-AB13-2595C0384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063522"/>
            <a:ext cx="828092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2"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Функции на вход подаётся последовательность чисел source и множитель m. На выходе функции ожидается новая последовательность на основе source, где каждый член был умножен на m. Если source не был указан, то берётся последовательность [1,2,3]. Укажите ошибки, допущенные в данной функции, и предложите свою реализацию</a:t>
            </a:r>
            <a:endParaRPr 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3723B6E-609A-46AE-A3B0-B042C7F99ABB}"/>
              </a:ext>
            </a:extLst>
          </p:cNvPr>
          <p:cNvSpPr/>
          <p:nvPr/>
        </p:nvSpPr>
        <p:spPr>
          <a:xfrm>
            <a:off x="1043434" y="2937897"/>
            <a:ext cx="67063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+mn-lt"/>
              </a:rPr>
              <a:t>multiplier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m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source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=[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]):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000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r>
              <a:rPr lang="ru-RU" sz="10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result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source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x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enumerate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source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result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0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*=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m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result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fr-FR" sz="10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multiplier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5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fr-FR" sz="10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5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15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fr-FR" sz="1000" b="1" dirty="0">
                <a:solidFill>
                  <a:srgbClr val="000080"/>
                </a:solidFill>
                <a:latin typeface="+mn-lt"/>
              </a:rPr>
              <a:t>&gt;&gt;&gt;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multiplier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12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])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dirty="0">
              <a:solidFill>
                <a:srgbClr val="000000"/>
              </a:solidFill>
              <a:latin typeface="+mn-lt"/>
            </a:endParaRPr>
          </a:p>
          <a:p>
            <a:r>
              <a:rPr lang="fr-FR" sz="10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12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fr-FR" sz="1000" dirty="0">
                <a:solidFill>
                  <a:srgbClr val="FF0000"/>
                </a:solidFill>
                <a:latin typeface="+mn-lt"/>
              </a:rPr>
              <a:t>24</a:t>
            </a:r>
            <a:r>
              <a:rPr lang="fr-FR" sz="100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fr-FR" sz="1000" dirty="0">
                <a:solidFill>
                  <a:srgbClr val="000000"/>
                </a:solidFill>
                <a:latin typeface="+mn-lt"/>
              </a:rPr>
              <a:t> </a:t>
            </a:r>
            <a:endParaRPr lang="fr-FR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2871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157474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Практика*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08169CC0-5D25-42A6-B7AB-427EA61D2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877165"/>
            <a:ext cx="828092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4"/>
            </a:pPr>
            <a:r>
              <a:rPr lang="ru-RU" dirty="0">
                <a:solidFill>
                  <a:schemeClr val="tx1"/>
                </a:solidFill>
                <a:latin typeface="+mn-lt"/>
              </a:rPr>
              <a:t>Часто задача программиста заключается в том, чтоб найти в документации готовую функцию, которая реализует необходимое решение. Данное задании предполагает самостоятельное изучение документации к библиотеке itertools (это набор готовых итераторов), чтобы подобрать те функции, которые дадут правильные ответы на следующие вопросы (иногда надо будет добавить свои аргументы при вызове функций помимо тех, что указаны в задании):</a:t>
            </a:r>
          </a:p>
          <a:p>
            <a:pPr marL="457200" indent="-457200" eaLnBrk="1" hangingPunct="1">
              <a:spcBef>
                <a:spcPct val="0"/>
              </a:spcBef>
              <a:buClr>
                <a:schemeClr val="accent1"/>
              </a:buClr>
              <a:buFont typeface="+mj-lt"/>
              <a:buAutoNum type="arabicPeriod" startAt="4"/>
            </a:pPr>
            <a:endParaRPr lang="ru-RU" dirty="0">
              <a:solidFill>
                <a:schemeClr val="tx1"/>
              </a:solidFill>
              <a:latin typeface="+mn-lt"/>
            </a:endParaRPr>
          </a:p>
          <a:p>
            <a:pPr marL="857250" lvl="2" indent="-342900" eaLnBrk="1" hangingPunct="1">
              <a:spcBef>
                <a:spcPct val="0"/>
              </a:spcBef>
              <a:buClr>
                <a:schemeClr val="accent1"/>
              </a:buClr>
            </a:pPr>
            <a:r>
              <a:rPr lang="ru-RU" dirty="0">
                <a:solidFill>
                  <a:schemeClr val="tx1"/>
                </a:solidFill>
                <a:latin typeface="+mn-lt"/>
              </a:rPr>
              <a:t>Функция должна принимать три массива ([1, 2, 3], [4, 5], [6, 7]), а вернуть лишь один массив ([1, 2, 3, 4, 5, 6, 7])</a:t>
            </a:r>
          </a:p>
          <a:p>
            <a:pPr marL="857250" lvl="2" indent="-342900" eaLnBrk="1" hangingPunct="1">
              <a:spcBef>
                <a:spcPct val="0"/>
              </a:spcBef>
              <a:buClr>
                <a:schemeClr val="accent1"/>
              </a:buClr>
            </a:pPr>
            <a:r>
              <a:rPr lang="ru-RU" dirty="0">
                <a:solidFill>
                  <a:schemeClr val="tx1"/>
                </a:solidFill>
                <a:latin typeface="+mn-lt"/>
              </a:rPr>
              <a:t>Функция принимает массив (['hello', 'i', 'write', 'cool', 'code']) и возвращает массив из элементов, у которых длина не меньше пяти (['hello', 'write'])</a:t>
            </a:r>
          </a:p>
          <a:p>
            <a:pPr marL="857250" lvl="2" indent="-342900" eaLnBrk="1" hangingPunct="1">
              <a:spcBef>
                <a:spcPct val="0"/>
              </a:spcBef>
              <a:buClr>
                <a:schemeClr val="accent1"/>
              </a:buClr>
            </a:pPr>
            <a:r>
              <a:rPr lang="ru-RU" dirty="0">
                <a:solidFill>
                  <a:schemeClr val="tx1"/>
                </a:solidFill>
                <a:latin typeface="+mn-lt"/>
              </a:rPr>
              <a:t>Функция выдает на строку 'password' все возможные комбинации вида ([('p', 'a', 's', 's'), ('p', 'a', 's', 'w'), ('p', 'a', 's', 'o'), ...)</a:t>
            </a:r>
          </a:p>
          <a:p>
            <a:pPr marL="857250" lvl="2" indent="-342900" eaLnBrk="1" hangingPunct="1">
              <a:spcBef>
                <a:spcPct val="0"/>
              </a:spcBef>
            </a:pPr>
            <a:endParaRPr lang="ru-RU" dirty="0">
              <a:solidFill>
                <a:schemeClr val="tx1"/>
              </a:solidFill>
              <a:latin typeface="+mn-lt"/>
            </a:endParaRP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Требуется написать код, который использует указанные входные данные и выводит на экран возвращаемое значение. </a:t>
            </a:r>
          </a:p>
          <a:p>
            <a:pPr marL="457200" lvl="1" indent="0" eaLnBrk="1" hangingPunct="1">
              <a:spcBef>
                <a:spcPct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Помните, что функции могут возвращать генератор, который нужно "развернуть" для вывода на экран</a:t>
            </a:r>
            <a:endParaRPr lang="en-US" sz="1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9172692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1713</Words>
  <Application>Microsoft Office PowerPoint</Application>
  <PresentationFormat>Экран (16:9)</PresentationFormat>
  <Paragraphs>223</Paragraphs>
  <Slides>16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proxima nova rg</vt:lpstr>
      <vt:lpstr>Viga</vt:lpstr>
      <vt:lpstr>proxima nova bold</vt:lpstr>
      <vt:lpstr>DM Sans</vt:lpstr>
      <vt:lpstr>Cyber Security Business Plan</vt:lpstr>
      <vt:lpstr>Программирование на языке Python</vt:lpstr>
      <vt:lpstr>Лекция №6</vt:lpstr>
      <vt:lpstr>Обход последовательностей</vt:lpstr>
      <vt:lpstr>Итераторы</vt:lpstr>
      <vt:lpstr>Итераторы</vt:lpstr>
      <vt:lpstr>Итераторы</vt:lpstr>
      <vt:lpstr>Генераторы</vt:lpstr>
      <vt:lpstr>Генераторы</vt:lpstr>
      <vt:lpstr>Генераторы</vt:lpstr>
      <vt:lpstr>Генераторы</vt:lpstr>
      <vt:lpstr>Обход последовательностей</vt:lpstr>
      <vt:lpstr>Генераторы</vt:lpstr>
      <vt:lpstr>Менеджер контекста (context manager)</vt:lpstr>
      <vt:lpstr>Менеджер контекста (context manager)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46</cp:revision>
  <dcterms:modified xsi:type="dcterms:W3CDTF">2021-09-09T18:03:13Z</dcterms:modified>
</cp:coreProperties>
</file>