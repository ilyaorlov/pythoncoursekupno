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54"/>
  </p:notesMasterIdLst>
  <p:sldIdLst>
    <p:sldId id="257" r:id="rId2"/>
    <p:sldId id="419" r:id="rId3"/>
    <p:sldId id="445" r:id="rId4"/>
    <p:sldId id="420" r:id="rId5"/>
    <p:sldId id="446" r:id="rId6"/>
    <p:sldId id="447" r:id="rId7"/>
    <p:sldId id="448" r:id="rId8"/>
    <p:sldId id="450" r:id="rId9"/>
    <p:sldId id="451" r:id="rId10"/>
    <p:sldId id="452" r:id="rId11"/>
    <p:sldId id="453" r:id="rId12"/>
    <p:sldId id="454" r:id="rId13"/>
    <p:sldId id="455" r:id="rId14"/>
    <p:sldId id="456" r:id="rId15"/>
    <p:sldId id="457" r:id="rId16"/>
    <p:sldId id="458" r:id="rId17"/>
    <p:sldId id="459" r:id="rId18"/>
    <p:sldId id="460" r:id="rId19"/>
    <p:sldId id="461" r:id="rId20"/>
    <p:sldId id="462" r:id="rId21"/>
    <p:sldId id="463" r:id="rId22"/>
    <p:sldId id="464" r:id="rId23"/>
    <p:sldId id="465" r:id="rId24"/>
    <p:sldId id="466" r:id="rId25"/>
    <p:sldId id="467" r:id="rId26"/>
    <p:sldId id="468" r:id="rId27"/>
    <p:sldId id="469" r:id="rId28"/>
    <p:sldId id="471" r:id="rId29"/>
    <p:sldId id="472" r:id="rId30"/>
    <p:sldId id="473" r:id="rId31"/>
    <p:sldId id="474" r:id="rId32"/>
    <p:sldId id="475" r:id="rId33"/>
    <p:sldId id="476" r:id="rId34"/>
    <p:sldId id="477" r:id="rId35"/>
    <p:sldId id="478" r:id="rId36"/>
    <p:sldId id="479" r:id="rId37"/>
    <p:sldId id="480" r:id="rId38"/>
    <p:sldId id="482" r:id="rId39"/>
    <p:sldId id="483" r:id="rId40"/>
    <p:sldId id="484" r:id="rId41"/>
    <p:sldId id="485" r:id="rId42"/>
    <p:sldId id="486" r:id="rId43"/>
    <p:sldId id="487" r:id="rId44"/>
    <p:sldId id="488" r:id="rId45"/>
    <p:sldId id="489" r:id="rId46"/>
    <p:sldId id="490" r:id="rId47"/>
    <p:sldId id="492" r:id="rId48"/>
    <p:sldId id="493" r:id="rId49"/>
    <p:sldId id="494" r:id="rId50"/>
    <p:sldId id="495" r:id="rId51"/>
    <p:sldId id="496" r:id="rId52"/>
    <p:sldId id="444" r:id="rId5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55"/>
      <p:bold r:id="rId56"/>
      <p:italic r:id="rId57"/>
      <p:boldItalic r:id="rId58"/>
    </p:embeddedFont>
    <p:embeddedFont>
      <p:font typeface="DM Sans" panose="020B0604020202020204" charset="0"/>
      <p:regular r:id="rId59"/>
      <p:bold r:id="rId60"/>
      <p:italic r:id="rId61"/>
      <p:boldItalic r:id="rId62"/>
    </p:embeddedFont>
    <p:embeddedFont>
      <p:font typeface="proxima nova bold" panose="02000506030000020004" charset="0"/>
      <p:bold r:id="rId63"/>
    </p:embeddedFont>
    <p:embeddedFont>
      <p:font typeface="proxima nova rg" panose="02000506030000020004" charset="0"/>
      <p:regular r:id="rId64"/>
      <p:bold r:id="rId65"/>
      <p:italic r:id="rId66"/>
      <p:boldItalic r:id="rId67"/>
    </p:embeddedFont>
    <p:embeddedFont>
      <p:font typeface="proxima nova rg" panose="02000506030000020004" charset="0"/>
      <p:regular r:id="rId64"/>
      <p:bold r:id="rId65"/>
      <p:italic r:id="rId66"/>
      <p:boldItalic r:id="rId67"/>
    </p:embeddedFont>
    <p:embeddedFont>
      <p:font typeface="Viga" panose="020B0604020202020204" charset="0"/>
      <p:regular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8" userDrawn="1">
          <p15:clr>
            <a:srgbClr val="9AA0A6"/>
          </p15:clr>
        </p15:guide>
        <p15:guide id="2" pos="2880" userDrawn="1">
          <p15:clr>
            <a:srgbClr val="9AA0A6"/>
          </p15:clr>
        </p15:guide>
        <p15:guide id="3" pos="431" userDrawn="1">
          <p15:clr>
            <a:srgbClr val="9AA0A6"/>
          </p15:clr>
        </p15:guide>
        <p15:guide id="5" orient="horz" pos="2663" userDrawn="1">
          <p15:clr>
            <a:srgbClr val="9AA0A6"/>
          </p15:clr>
        </p15:guide>
        <p15:guide id="6" orient="horz" pos="146" userDrawn="1">
          <p15:clr>
            <a:srgbClr val="A4A3A4"/>
          </p15:clr>
        </p15:guide>
        <p15:guide id="7" orient="horz" pos="3003" userDrawn="1">
          <p15:clr>
            <a:srgbClr val="A4A3A4"/>
          </p15:clr>
        </p15:guide>
        <p15:guide id="8" pos="53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658367-1752-4BCB-99D9-0009F8CEB734}">
  <a:tblStyle styleId="{D5658367-1752-4BCB-99D9-0009F8CEB7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5" autoAdjust="0"/>
    <p:restoredTop sz="94660"/>
  </p:normalViewPr>
  <p:slideViewPr>
    <p:cSldViewPr snapToGrid="0">
      <p:cViewPr>
        <p:scale>
          <a:sx n="100" d="100"/>
          <a:sy n="100" d="100"/>
        </p:scale>
        <p:origin x="1008" y="187"/>
      </p:cViewPr>
      <p:guideLst>
        <p:guide orient="horz" pos="418"/>
        <p:guide pos="2880"/>
        <p:guide pos="431"/>
        <p:guide orient="horz" pos="2663"/>
        <p:guide orient="horz" pos="146"/>
        <p:guide orient="horz" pos="3003"/>
        <p:guide pos="53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63" Type="http://schemas.openxmlformats.org/officeDocument/2006/relationships/font" Target="fonts/font9.fntdata"/><Relationship Id="rId68" Type="http://schemas.openxmlformats.org/officeDocument/2006/relationships/font" Target="fonts/font14.fnt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4.fntdata"/><Relationship Id="rId66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61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65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font" Target="fonts/font10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67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8.fntdata"/><Relationship Id="rId7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34235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4600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840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6118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2164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4153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7188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7138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3030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9206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1492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06027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11572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55223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23992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60151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72736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69663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43855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49564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729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31045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64510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34565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09582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21992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26503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67205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49474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34027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33426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6166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91180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25604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26714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63228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86824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68473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79795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056993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09348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257076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82031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90091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607030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157801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479373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943232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929162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3049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26625" y="877875"/>
            <a:ext cx="7322400" cy="32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626625" y="1404600"/>
            <a:ext cx="27852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07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package" Target="../embeddings/Microsoft_Excel_Worksheet.xlsx"/><Relationship Id="rId7" Type="http://schemas.openxmlformats.org/officeDocument/2006/relationships/package" Target="../embeddings/Microsoft_Excel_Worksheet2.xlsx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8.emf"/><Relationship Id="rId4" Type="http://schemas.openxmlformats.org/officeDocument/2006/relationships/image" Target="../media/image5.emf"/><Relationship Id="rId9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5.emf"/><Relationship Id="rId4" Type="http://schemas.openxmlformats.org/officeDocument/2006/relationships/image" Target="../media/image12.emf"/><Relationship Id="rId9" Type="http://schemas.openxmlformats.org/officeDocument/2006/relationships/oleObject" Target="../embeddings/oleObject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9.emf"/><Relationship Id="rId4" Type="http://schemas.openxmlformats.org/officeDocument/2006/relationships/image" Target="../media/image16.emf"/><Relationship Id="rId9" Type="http://schemas.openxmlformats.org/officeDocument/2006/relationships/oleObject" Target="../embeddings/oleObject1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3.emf"/><Relationship Id="rId4" Type="http://schemas.openxmlformats.org/officeDocument/2006/relationships/image" Target="../media/image20.emf"/><Relationship Id="rId9" Type="http://schemas.openxmlformats.org/officeDocument/2006/relationships/oleObject" Target="../embeddings/oleObject17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jp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qlite.org/download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qlitebrowser.org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33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39.emf"/><Relationship Id="rId4" Type="http://schemas.openxmlformats.org/officeDocument/2006/relationships/image" Target="../media/image36.emf"/><Relationship Id="rId9" Type="http://schemas.openxmlformats.org/officeDocument/2006/relationships/oleObject" Target="../embeddings/oleObject24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41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>
            <a:spLocks noGrp="1"/>
          </p:cNvSpPr>
          <p:nvPr>
            <p:ph type="title"/>
          </p:nvPr>
        </p:nvSpPr>
        <p:spPr>
          <a:xfrm>
            <a:off x="582020" y="58998"/>
            <a:ext cx="6084000" cy="822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800" dirty="0">
                <a:latin typeface="+mj-lt"/>
              </a:rPr>
              <a:t>Лекция №11</a:t>
            </a:r>
            <a:endParaRPr sz="4800" dirty="0"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67151" y="1198355"/>
            <a:ext cx="8081089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3200" dirty="0">
                <a:solidFill>
                  <a:schemeClr val="accent3"/>
                </a:solidFill>
                <a:latin typeface="+mj-lt"/>
              </a:rPr>
              <a:t>Работа с реляционными базами данных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82020" y="2050276"/>
            <a:ext cx="388778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indent="-36000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chemeClr val="tx1"/>
                </a:solidFill>
                <a:latin typeface="+mn-lt"/>
              </a:rPr>
              <a:t>Базы данных: определения, свойства, требования </a:t>
            </a:r>
          </a:p>
          <a:p>
            <a:pPr marL="360000" indent="-36000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chemeClr val="tx1"/>
                </a:solidFill>
                <a:latin typeface="+mn-lt"/>
              </a:rPr>
              <a:t>Модели данных</a:t>
            </a:r>
          </a:p>
          <a:p>
            <a:pPr marL="360000" indent="-36000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chemeClr val="tx1"/>
                </a:solidFill>
                <a:latin typeface="+mn-lt"/>
              </a:rPr>
              <a:t>СУБД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819879" y="2050276"/>
            <a:ext cx="388778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indent="-36000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chemeClr val="tx1"/>
                </a:solidFill>
                <a:latin typeface="+mn-lt"/>
              </a:rPr>
              <a:t>SQL</a:t>
            </a:r>
          </a:p>
          <a:p>
            <a:pPr marL="360000" indent="-360000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chemeClr val="tx1"/>
                </a:solidFill>
                <a:latin typeface="+mn-lt"/>
              </a:rPr>
              <a:t>SQLite</a:t>
            </a:r>
          </a:p>
          <a:p>
            <a:pPr marL="360000" indent="-36000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chemeClr val="tx1"/>
                </a:solidFill>
                <a:latin typeface="+mn-lt"/>
              </a:rPr>
              <a:t>Python DB-API</a:t>
            </a:r>
          </a:p>
          <a:p>
            <a:pPr marL="360000" indent="-36000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chemeClr val="tx1"/>
                </a:solidFill>
                <a:latin typeface="+mn-lt"/>
              </a:rPr>
              <a:t>ORM</a:t>
            </a:r>
            <a:r>
              <a:rPr lang="en-US" altLang="ru-RU" sz="2000" dirty="0">
                <a:solidFill>
                  <a:schemeClr val="tx1"/>
                </a:solidFill>
                <a:latin typeface="+mn-lt"/>
              </a:rPr>
              <a:t> (SQLAlchemy)</a:t>
            </a:r>
            <a:endParaRPr lang="ru-RU" altLang="ru-RU" sz="20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2EBB30C-3C2D-4891-A287-35F034E68C09}"/>
              </a:ext>
            </a:extLst>
          </p:cNvPr>
          <p:cNvSpPr/>
          <p:nvPr/>
        </p:nvSpPr>
        <p:spPr>
          <a:xfrm>
            <a:off x="0" y="976302"/>
            <a:ext cx="9144000" cy="9159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109037"/>
            <a:ext cx="68342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Определение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77549" y="1064963"/>
            <a:ext cx="834611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b="1" dirty="0">
                <a:solidFill>
                  <a:schemeClr val="accent3"/>
                </a:solidFill>
                <a:latin typeface="+mn-lt"/>
              </a:rPr>
              <a:t>База данных 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– это систематизированный набор данных, отображающий атрибуты и взаимосвязь объектов предметной области и предназначенный для удовлетворения информационных потребностей пользователей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76295" y="2037481"/>
            <a:ext cx="83473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Правильно читать, создавать и редактировать эти записи умеет система управления базами данных (</a:t>
            </a:r>
            <a:r>
              <a:rPr lang="ru-RU" altLang="ru-RU" b="1" dirty="0">
                <a:solidFill>
                  <a:schemeClr val="tx1"/>
                </a:solidFill>
                <a:latin typeface="+mn-lt"/>
              </a:rPr>
              <a:t>СУБД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) или сервер баз данных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76295" y="2762924"/>
            <a:ext cx="71369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b="1" dirty="0">
                <a:solidFill>
                  <a:schemeClr val="tx1"/>
                </a:solidFill>
                <a:latin typeface="+mn-lt"/>
              </a:rPr>
              <a:t>СУБД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 выполняет манипуляции с данными в соответствии с командами, которые она получает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63332" y="3488367"/>
            <a:ext cx="83603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Сервер баз данных отвечает за целостность и сохранность данных, а также обеспечивает операции ввода-вывода при доступе клиента к информации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81990" y="4213811"/>
            <a:ext cx="80179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Основное свойство базы данных – целостность – означает, что в базе данных содержится полная, непротиворечивая и адекватно отражающая предметную область информация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43240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109037"/>
            <a:ext cx="68342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Примеры нарушений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77549" y="878478"/>
            <a:ext cx="791875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+mn-lt"/>
              </a:rPr>
              <a:t>В целях обеспечения целостности к проектируемой базе данных предъявляется ряд требований, таких как полнота и неизбыточность данных, безопасность и контроль доступа к данным различных групп пользователей и т.д.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577549" y="1647919"/>
            <a:ext cx="69579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accent1"/>
                </a:solidFill>
                <a:latin typeface="+mn-lt"/>
              </a:rPr>
              <a:t>К чему может привести нарушений этих требований?</a:t>
            </a:r>
          </a:p>
        </p:txBody>
      </p:sp>
      <p:grpSp>
        <p:nvGrpSpPr>
          <p:cNvPr id="36" name="Группа 35"/>
          <p:cNvGrpSpPr/>
          <p:nvPr/>
        </p:nvGrpSpPr>
        <p:grpSpPr>
          <a:xfrm>
            <a:off x="5018195" y="2194360"/>
            <a:ext cx="2991859" cy="2759742"/>
            <a:chOff x="4764807" y="2194360"/>
            <a:chExt cx="2991859" cy="2759742"/>
          </a:xfrm>
        </p:grpSpPr>
        <p:sp>
          <p:nvSpPr>
            <p:cNvPr id="21" name="Rounded Rectangle 15">
              <a:extLst>
                <a:ext uri="{FF2B5EF4-FFF2-40B4-BE49-F238E27FC236}">
                  <a16:creationId xmlns:a16="http://schemas.microsoft.com/office/drawing/2014/main" id="{CC75194F-7D90-40CA-B1BA-80F8A7631E4B}"/>
                </a:ext>
              </a:extLst>
            </p:cNvPr>
            <p:cNvSpPr/>
            <p:nvPr/>
          </p:nvSpPr>
          <p:spPr>
            <a:xfrm>
              <a:off x="4764807" y="2194360"/>
              <a:ext cx="2985509" cy="765689"/>
            </a:xfrm>
            <a:prstGeom prst="roundRect">
              <a:avLst/>
            </a:prstGeom>
            <a:noFill/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50" u="sng" dirty="0">
                  <a:solidFill>
                    <a:schemeClr val="accent1"/>
                  </a:solidFill>
                  <a:cs typeface="Times New Roman" panose="02020603050405020304" pitchFamily="18" charset="0"/>
                </a:rPr>
                <a:t>Нарушение полноты</a:t>
              </a:r>
            </a:p>
            <a:p>
              <a:pPr algn="ctr"/>
              <a:r>
                <a:rPr lang="ru-RU" sz="105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информация неполная, т.к. записи не могут быть однозначно идентифицированы</a:t>
              </a:r>
            </a:p>
          </p:txBody>
        </p:sp>
        <p:sp>
          <p:nvSpPr>
            <p:cNvPr id="26" name="Rounded Rectangle 19">
              <a:extLst>
                <a:ext uri="{FF2B5EF4-FFF2-40B4-BE49-F238E27FC236}">
                  <a16:creationId xmlns:a16="http://schemas.microsoft.com/office/drawing/2014/main" id="{862FB9F5-B237-4F6C-9C26-8E23D5569C36}"/>
                </a:ext>
              </a:extLst>
            </p:cNvPr>
            <p:cNvSpPr/>
            <p:nvPr/>
          </p:nvSpPr>
          <p:spPr>
            <a:xfrm>
              <a:off x="4764807" y="3191386"/>
              <a:ext cx="2991859" cy="765689"/>
            </a:xfrm>
            <a:prstGeom prst="roundRect">
              <a:avLst/>
            </a:prstGeom>
            <a:noFill/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50" u="sng" dirty="0">
                  <a:solidFill>
                    <a:schemeClr val="accent1"/>
                  </a:solidFill>
                  <a:cs typeface="Times New Roman" panose="02020603050405020304" pitchFamily="18" charset="0"/>
                </a:rPr>
                <a:t>Нарушение неизбыточности</a:t>
              </a:r>
            </a:p>
            <a:p>
              <a:pPr algn="ctr"/>
              <a:r>
                <a:rPr lang="ru-RU" sz="105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информация избыточная, т.к. оклад должен однозначно определяться должностью</a:t>
              </a:r>
            </a:p>
          </p:txBody>
        </p:sp>
        <p:sp>
          <p:nvSpPr>
            <p:cNvPr id="28" name="Rounded Rectangle 23">
              <a:extLst>
                <a:ext uri="{FF2B5EF4-FFF2-40B4-BE49-F238E27FC236}">
                  <a16:creationId xmlns:a16="http://schemas.microsoft.com/office/drawing/2014/main" id="{AE225B69-9E67-4288-BF83-CC64D3CD84BF}"/>
                </a:ext>
              </a:extLst>
            </p:cNvPr>
            <p:cNvSpPr/>
            <p:nvPr/>
          </p:nvSpPr>
          <p:spPr>
            <a:xfrm>
              <a:off x="4764807" y="4188413"/>
              <a:ext cx="2985509" cy="765689"/>
            </a:xfrm>
            <a:prstGeom prst="roundRect">
              <a:avLst/>
            </a:prstGeom>
            <a:noFill/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50" u="sng" dirty="0">
                  <a:solidFill>
                    <a:schemeClr val="accent1"/>
                  </a:solidFill>
                  <a:cs typeface="Times New Roman" panose="02020603050405020304" pitchFamily="18" charset="0"/>
                </a:rPr>
                <a:t>Нарушение безопасности</a:t>
              </a:r>
            </a:p>
            <a:p>
              <a:pPr algn="ctr"/>
              <a:r>
                <a:rPr lang="ru-RU" sz="105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отсутствуют уровни доступа к информации, защита от изменения информации произвольным пользователем </a:t>
              </a:r>
            </a:p>
          </p:txBody>
        </p:sp>
      </p:grpSp>
      <p:cxnSp>
        <p:nvCxnSpPr>
          <p:cNvPr id="41" name="Прямая соединительная линия 40"/>
          <p:cNvCxnSpPr/>
          <p:nvPr/>
        </p:nvCxnSpPr>
        <p:spPr>
          <a:xfrm>
            <a:off x="4398066" y="2622015"/>
            <a:ext cx="5154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/>
          <p:nvPr/>
        </p:nvCxnSpPr>
        <p:spPr>
          <a:xfrm>
            <a:off x="4398066" y="3597008"/>
            <a:ext cx="5154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/>
          <p:nvPr/>
        </p:nvCxnSpPr>
        <p:spPr>
          <a:xfrm>
            <a:off x="4398066" y="4572000"/>
            <a:ext cx="5154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Object 34">
            <a:extLst>
              <a:ext uri="{FF2B5EF4-FFF2-40B4-BE49-F238E27FC236}">
                <a16:creationId xmlns:a16="http://schemas.microsoft.com/office/drawing/2014/main" id="{0332CEB8-131E-41CE-AC2A-18C33BF3CC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049037"/>
              </p:ext>
            </p:extLst>
          </p:nvPr>
        </p:nvGraphicFramePr>
        <p:xfrm>
          <a:off x="1325562" y="2108200"/>
          <a:ext cx="296545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101305" imgH="929436" progId="Excel.Sheet.12">
                  <p:embed/>
                </p:oleObj>
              </mc:Choice>
              <mc:Fallback>
                <p:oleObj name="Worksheet" r:id="rId3" imgW="3101305" imgH="929436" progId="Excel.Sheet.12">
                  <p:embed/>
                  <p:pic>
                    <p:nvPicPr>
                      <p:cNvPr id="27" name="Object 34">
                        <a:extLst>
                          <a:ext uri="{FF2B5EF4-FFF2-40B4-BE49-F238E27FC236}">
                            <a16:creationId xmlns:a16="http://schemas.microsoft.com/office/drawing/2014/main" id="{DD12DD3E-0339-44C7-980A-833A6C08E9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5562" y="2108200"/>
                        <a:ext cx="2965450" cy="887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5">
            <a:extLst>
              <a:ext uri="{FF2B5EF4-FFF2-40B4-BE49-F238E27FC236}">
                <a16:creationId xmlns:a16="http://schemas.microsoft.com/office/drawing/2014/main" id="{75AA1036-CA1A-454C-ACBD-C902A0A056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986988"/>
              </p:ext>
            </p:extLst>
          </p:nvPr>
        </p:nvGraphicFramePr>
        <p:xfrm>
          <a:off x="1331912" y="3133725"/>
          <a:ext cx="296545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101305" imgH="929436" progId="Excel.Sheet.12">
                  <p:embed/>
                </p:oleObj>
              </mc:Choice>
              <mc:Fallback>
                <p:oleObj name="Worksheet" r:id="rId5" imgW="3101305" imgH="929436" progId="Excel.Sheet.12">
                  <p:embed/>
                  <p:pic>
                    <p:nvPicPr>
                      <p:cNvPr id="29" name="Object 35">
                        <a:extLst>
                          <a:ext uri="{FF2B5EF4-FFF2-40B4-BE49-F238E27FC236}">
                            <a16:creationId xmlns:a16="http://schemas.microsoft.com/office/drawing/2014/main" id="{87549C83-3D0F-49B0-A8ED-DEBA63A1F0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31912" y="3133725"/>
                        <a:ext cx="2965450" cy="885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6">
            <a:extLst>
              <a:ext uri="{FF2B5EF4-FFF2-40B4-BE49-F238E27FC236}">
                <a16:creationId xmlns:a16="http://schemas.microsoft.com/office/drawing/2014/main" id="{4978268E-2166-4D34-9C96-6A7572F21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068921"/>
              </p:ext>
            </p:extLst>
          </p:nvPr>
        </p:nvGraphicFramePr>
        <p:xfrm>
          <a:off x="1325562" y="4157663"/>
          <a:ext cx="2960687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3101305" imgH="929436" progId="Excel.Sheet.12">
                  <p:embed/>
                </p:oleObj>
              </mc:Choice>
              <mc:Fallback>
                <p:oleObj name="Worksheet" r:id="rId7" imgW="3101305" imgH="929436" progId="Excel.Sheet.12">
                  <p:embed/>
                  <p:pic>
                    <p:nvPicPr>
                      <p:cNvPr id="30" name="Object 36">
                        <a:extLst>
                          <a:ext uri="{FF2B5EF4-FFF2-40B4-BE49-F238E27FC236}">
                            <a16:creationId xmlns:a16="http://schemas.microsoft.com/office/drawing/2014/main" id="{D39E91D4-A9F2-400D-BABD-5DF06DFDD6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25562" y="4157663"/>
                        <a:ext cx="2960687" cy="887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6007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563D700-0ADF-4F88-9761-18FAB4BE881F}"/>
              </a:ext>
            </a:extLst>
          </p:cNvPr>
          <p:cNvSpPr/>
          <p:nvPr/>
        </p:nvSpPr>
        <p:spPr>
          <a:xfrm>
            <a:off x="0" y="859791"/>
            <a:ext cx="9144000" cy="10796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88296" y="922545"/>
            <a:ext cx="811502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dirty="0">
                <a:solidFill>
                  <a:schemeClr val="tx1"/>
                </a:solidFill>
                <a:latin typeface="+mn-lt"/>
              </a:rPr>
              <a:t>Чтоб обеспечивать целостность данных, очевидно, они должны быть упорядочены в соответствии с некоторой логической структурой. Такая структура и правила работы с ней описывается моделью данных, поддерживаемой в том числе на уровне </a:t>
            </a:r>
            <a:r>
              <a:rPr lang="ru-RU" altLang="ru-RU" b="1" dirty="0">
                <a:solidFill>
                  <a:schemeClr val="tx1"/>
                </a:solidFill>
                <a:latin typeface="+mn-lt"/>
              </a:rPr>
              <a:t>СУБД</a:t>
            </a:r>
          </a:p>
          <a:p>
            <a:r>
              <a:rPr lang="ru-RU" altLang="ru-RU" b="1" dirty="0">
                <a:solidFill>
                  <a:schemeClr val="accent1"/>
                </a:solidFill>
                <a:latin typeface="+mn-lt"/>
              </a:rPr>
              <a:t>Существуют различные модели данных</a:t>
            </a:r>
            <a:endParaRPr lang="ru-RU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55246" y="109037"/>
            <a:ext cx="84475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Модели данных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88295" y="2016524"/>
            <a:ext cx="8115029" cy="2877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indent="-36000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b="1" dirty="0">
                <a:solidFill>
                  <a:schemeClr val="accent1"/>
                </a:solidFill>
                <a:latin typeface="+mn-lt"/>
              </a:rPr>
              <a:t>иерархическая модель</a:t>
            </a: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, в которой связи между данными можно описать с помощью упорядоченного графа (дерева)</a:t>
            </a:r>
          </a:p>
          <a:p>
            <a:pPr marL="360000" indent="-36000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b="1" dirty="0">
                <a:solidFill>
                  <a:schemeClr val="accent1"/>
                </a:solidFill>
                <a:latin typeface="+mn-lt"/>
              </a:rPr>
              <a:t>сетевая модель</a:t>
            </a: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 позволяет отображать разнообразные взаимосвязи элементов данных в виде произвольного графа, обобщая тем самым иерархическую модель данных</a:t>
            </a:r>
          </a:p>
          <a:p>
            <a:pPr marL="360000" indent="-36000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b="1" dirty="0">
                <a:solidFill>
                  <a:schemeClr val="accent1"/>
                </a:solidFill>
                <a:latin typeface="+mn-lt"/>
              </a:rPr>
              <a:t>многомерная модель </a:t>
            </a: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представляется набором гиперкубов, применяется, как правило, в узкоспециализированных областях</a:t>
            </a:r>
          </a:p>
          <a:p>
            <a:pPr marL="360000" indent="-36000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b="1" dirty="0">
                <a:solidFill>
                  <a:schemeClr val="accent1"/>
                </a:solidFill>
                <a:latin typeface="+mn-lt"/>
              </a:rPr>
              <a:t>объектно-ориентированная модель </a:t>
            </a: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рассматривает отдельные записи базы как свойства объектов, а связанные по смыслу совокупности таких записей – как сами объекты</a:t>
            </a:r>
          </a:p>
          <a:p>
            <a:pPr marL="360000" indent="-36000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b="1" dirty="0">
                <a:solidFill>
                  <a:schemeClr val="accent1"/>
                </a:solidFill>
                <a:latin typeface="+mn-lt"/>
              </a:rPr>
              <a:t>реляционная модель </a:t>
            </a: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– совокупность отношений, содержащих информацию о предметной области, упрощенным представлением реляционной модели данных является набор таблиц</a:t>
            </a:r>
          </a:p>
          <a:p>
            <a:pPr marL="360000" indent="-36000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b="1" dirty="0">
                <a:solidFill>
                  <a:schemeClr val="accent1"/>
                </a:solidFill>
                <a:latin typeface="+mn-lt"/>
              </a:rPr>
              <a:t>постреляционная модель </a:t>
            </a: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представляет из себя расширенную реляционную модель, в которой допускается вложенность таблиц и тд.</a:t>
            </a:r>
          </a:p>
        </p:txBody>
      </p:sp>
    </p:spTree>
    <p:extLst>
      <p:ext uri="{BB962C8B-B14F-4D97-AF65-F5344CB8AC3E}">
        <p14:creationId xmlns:p14="http://schemas.microsoft.com/office/powerpoint/2010/main" val="3610316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563D700-0ADF-4F88-9761-18FAB4BE881F}"/>
              </a:ext>
            </a:extLst>
          </p:cNvPr>
          <p:cNvSpPr/>
          <p:nvPr/>
        </p:nvSpPr>
        <p:spPr>
          <a:xfrm>
            <a:off x="0" y="895714"/>
            <a:ext cx="9144000" cy="944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55246" y="109037"/>
            <a:ext cx="84475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Постановка задачи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77279" y="998433"/>
            <a:ext cx="795553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Рассмотрим возможность применения различных моделей данных для решения следующей задачи. Необходимо спроектировать базу данных для некой организации, учитывая следующие факты: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83217" y="1942536"/>
            <a:ext cx="7977566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indent="-3600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организация состоит из сотрудников, у которых есть ФИО, должность и уникальный табельный номер</a:t>
            </a:r>
          </a:p>
          <a:p>
            <a:pPr marL="360000" indent="-3600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сотрудники работают в различных проектах: один сотрудник может участвовать в нескольких проектах; в проекте, разумеется, может быть несколько сотрудников; бывают проекты без сотрудников (которые еще только планируются) и сотрудники без проектов (проект закрылся, но его сотрудников пока не сократили)</a:t>
            </a:r>
          </a:p>
          <a:p>
            <a:pPr marL="360000" indent="-3600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у каждого проекта есть название и уникальный идентификатор</a:t>
            </a:r>
          </a:p>
          <a:p>
            <a:pPr marL="360000" indent="-3600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в каждом проекте есть не более одного менеджера</a:t>
            </a:r>
          </a:p>
          <a:p>
            <a:pPr marL="360000" indent="-3600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все сотрудники получают зарплату (как ни странно), которая складывается из должностного оклада и премии</a:t>
            </a:r>
          </a:p>
        </p:txBody>
      </p:sp>
    </p:spTree>
    <p:extLst>
      <p:ext uri="{BB962C8B-B14F-4D97-AF65-F5344CB8AC3E}">
        <p14:creationId xmlns:p14="http://schemas.microsoft.com/office/powerpoint/2010/main" val="2545699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55246" y="109037"/>
            <a:ext cx="844750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kern="1200" dirty="0">
                <a:solidFill>
                  <a:schemeClr val="accent3"/>
                </a:solidFill>
                <a:latin typeface="+mj-lt"/>
              </a:rPr>
              <a:t>Иерархическая модель </a:t>
            </a:r>
          </a:p>
          <a:p>
            <a:r>
              <a:rPr lang="ru-RU" sz="4000" kern="1200" dirty="0">
                <a:solidFill>
                  <a:schemeClr val="accent3"/>
                </a:solidFill>
                <a:latin typeface="+mj-lt"/>
              </a:rPr>
              <a:t>(простая, как дерево)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297" y="1454510"/>
            <a:ext cx="6547644" cy="35776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b="1" dirty="0">
                <a:solidFill>
                  <a:schemeClr val="accent1"/>
                </a:solidFill>
                <a:latin typeface="+mn-lt"/>
              </a:rPr>
              <a:t>Структура – дерево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sz="1600" dirty="0">
                <a:solidFill>
                  <a:schemeClr val="accent1"/>
                </a:solidFill>
                <a:latin typeface="+mn-lt"/>
              </a:rPr>
              <a:t>+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 удобная, если сущностей мало и связи простые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sz="1600" dirty="0">
                <a:solidFill>
                  <a:schemeClr val="accent1"/>
                </a:solidFill>
                <a:latin typeface="+mn-lt"/>
              </a:rPr>
              <a:t>-</a:t>
            </a: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отсутствие гибкости (как отразить возможность нахождения сотрудника сразу в нескольких проектах?)</a:t>
            </a:r>
          </a:p>
        </p:txBody>
      </p:sp>
      <p:grpSp>
        <p:nvGrpSpPr>
          <p:cNvPr id="8" name="Group 32">
            <a:extLst>
              <a:ext uri="{FF2B5EF4-FFF2-40B4-BE49-F238E27FC236}">
                <a16:creationId xmlns:a16="http://schemas.microsoft.com/office/drawing/2014/main" id="{02FCD142-B2CB-4759-B867-EBAEEEFF57BF}"/>
              </a:ext>
            </a:extLst>
          </p:cNvPr>
          <p:cNvGrpSpPr/>
          <p:nvPr/>
        </p:nvGrpSpPr>
        <p:grpSpPr>
          <a:xfrm>
            <a:off x="1109397" y="2779981"/>
            <a:ext cx="6925206" cy="1952357"/>
            <a:chOff x="328023" y="3712605"/>
            <a:chExt cx="8487951" cy="228550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6466571-D91E-4111-AB31-27D2668108BD}"/>
                </a:ext>
              </a:extLst>
            </p:cNvPr>
            <p:cNvSpPr txBox="1"/>
            <p:nvPr/>
          </p:nvSpPr>
          <p:spPr>
            <a:xfrm>
              <a:off x="1192119" y="4581128"/>
              <a:ext cx="2088232" cy="257961"/>
            </a:xfrm>
            <a:prstGeom prst="rect">
              <a:avLst/>
            </a:prstGeom>
            <a:noFill/>
            <a:ln>
              <a:solidFill>
                <a:srgbClr val="2572BB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</a:rPr>
                <a:t>Проект Важный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F3228BD-A9C4-452B-8E9C-91EDC2C94586}"/>
                </a:ext>
              </a:extLst>
            </p:cNvPr>
            <p:cNvSpPr txBox="1"/>
            <p:nvPr/>
          </p:nvSpPr>
          <p:spPr>
            <a:xfrm>
              <a:off x="328023" y="5740145"/>
              <a:ext cx="1584176" cy="257961"/>
            </a:xfrm>
            <a:prstGeom prst="rect">
              <a:avLst/>
            </a:prstGeom>
            <a:noFill/>
            <a:ln>
              <a:solidFill>
                <a:srgbClr val="2572BB"/>
              </a:solidFill>
            </a:ln>
          </p:spPr>
          <p:txBody>
            <a:bodyPr wrap="square" lIns="36000" rIns="36000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</a:rPr>
                <a:t>Иванов И.И.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F84A509-CDEE-49A1-896D-4CE78E7A9E1D}"/>
                </a:ext>
              </a:extLst>
            </p:cNvPr>
            <p:cNvSpPr txBox="1"/>
            <p:nvPr/>
          </p:nvSpPr>
          <p:spPr>
            <a:xfrm>
              <a:off x="2654590" y="5740145"/>
              <a:ext cx="1584176" cy="257961"/>
            </a:xfrm>
            <a:prstGeom prst="rect">
              <a:avLst/>
            </a:prstGeom>
            <a:noFill/>
            <a:ln>
              <a:solidFill>
                <a:srgbClr val="FF3300"/>
              </a:solidFill>
            </a:ln>
          </p:spPr>
          <p:txBody>
            <a:bodyPr wrap="square" lIns="36000" rIns="36000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</a:rPr>
                <a:t>Петров П.П.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CD8863-C4E9-4E4E-824D-E681D2B0DF03}"/>
                </a:ext>
              </a:extLst>
            </p:cNvPr>
            <p:cNvSpPr txBox="1"/>
            <p:nvPr/>
          </p:nvSpPr>
          <p:spPr>
            <a:xfrm>
              <a:off x="4576495" y="4581128"/>
              <a:ext cx="2088232" cy="257961"/>
            </a:xfrm>
            <a:prstGeom prst="rect">
              <a:avLst/>
            </a:prstGeom>
            <a:noFill/>
            <a:ln>
              <a:solidFill>
                <a:srgbClr val="2572BB"/>
              </a:solidFill>
            </a:ln>
          </p:spPr>
          <p:txBody>
            <a:bodyPr wrap="square" lIns="36000" rIns="36000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</a:rPr>
                <a:t>Проект Срочный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F874521-F075-4F0A-9BFC-E871A470C83F}"/>
                </a:ext>
              </a:extLst>
            </p:cNvPr>
            <p:cNvSpPr txBox="1"/>
            <p:nvPr/>
          </p:nvSpPr>
          <p:spPr>
            <a:xfrm>
              <a:off x="4726601" y="5740145"/>
              <a:ext cx="1810331" cy="257961"/>
            </a:xfrm>
            <a:prstGeom prst="rect">
              <a:avLst/>
            </a:prstGeom>
            <a:noFill/>
            <a:ln>
              <a:solidFill>
                <a:srgbClr val="2572BB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</a:rPr>
                <a:t>Егоров Е.Е.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236520-99BE-4211-B9B4-C72BD20E0303}"/>
                </a:ext>
              </a:extLst>
            </p:cNvPr>
            <p:cNvSpPr txBox="1"/>
            <p:nvPr/>
          </p:nvSpPr>
          <p:spPr>
            <a:xfrm>
              <a:off x="7024767" y="5740145"/>
              <a:ext cx="1791207" cy="257961"/>
            </a:xfrm>
            <a:prstGeom prst="rect">
              <a:avLst/>
            </a:prstGeom>
            <a:noFill/>
            <a:ln>
              <a:solidFill>
                <a:srgbClr val="2572BB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</a:rPr>
                <a:t>Сидоров С.С.</a:t>
              </a:r>
            </a:p>
          </p:txBody>
        </p:sp>
        <p:cxnSp>
          <p:nvCxnSpPr>
            <p:cNvPr id="15" name="Straight Connector 5">
              <a:extLst>
                <a:ext uri="{FF2B5EF4-FFF2-40B4-BE49-F238E27FC236}">
                  <a16:creationId xmlns:a16="http://schemas.microsoft.com/office/drawing/2014/main" id="{32205B1A-7BB7-4531-B402-8D64DCBC1EBF}"/>
                </a:ext>
              </a:extLst>
            </p:cNvPr>
            <p:cNvCxnSpPr>
              <a:stCxn id="9" idx="2"/>
              <a:endCxn id="10" idx="0"/>
            </p:cNvCxnSpPr>
            <p:nvPr/>
          </p:nvCxnSpPr>
          <p:spPr>
            <a:xfrm flipH="1">
              <a:off x="1120112" y="4839089"/>
              <a:ext cx="1116124" cy="901056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6" name="Straight Connector 13">
              <a:extLst>
                <a:ext uri="{FF2B5EF4-FFF2-40B4-BE49-F238E27FC236}">
                  <a16:creationId xmlns:a16="http://schemas.microsoft.com/office/drawing/2014/main" id="{0FA7FF41-204B-4B68-9B49-47FD33414E0C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>
              <a:off x="2236236" y="4839089"/>
              <a:ext cx="1210443" cy="901056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7" name="Straight Connector 15">
              <a:extLst>
                <a:ext uri="{FF2B5EF4-FFF2-40B4-BE49-F238E27FC236}">
                  <a16:creationId xmlns:a16="http://schemas.microsoft.com/office/drawing/2014/main" id="{59A4BDA4-96FD-4833-9FD1-26EE36E6BED4}"/>
                </a:ext>
              </a:extLst>
            </p:cNvPr>
            <p:cNvCxnSpPr>
              <a:stCxn id="12" idx="2"/>
              <a:endCxn id="13" idx="0"/>
            </p:cNvCxnSpPr>
            <p:nvPr/>
          </p:nvCxnSpPr>
          <p:spPr>
            <a:xfrm>
              <a:off x="5620611" y="4839089"/>
              <a:ext cx="11156" cy="901056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19" name="Straight Connector 17">
              <a:extLst>
                <a:ext uri="{FF2B5EF4-FFF2-40B4-BE49-F238E27FC236}">
                  <a16:creationId xmlns:a16="http://schemas.microsoft.com/office/drawing/2014/main" id="{99A41966-C241-49A0-8664-6C6D13B93D26}"/>
                </a:ext>
              </a:extLst>
            </p:cNvPr>
            <p:cNvCxnSpPr>
              <a:stCxn id="12" idx="2"/>
              <a:endCxn id="14" idx="0"/>
            </p:cNvCxnSpPr>
            <p:nvPr/>
          </p:nvCxnSpPr>
          <p:spPr>
            <a:xfrm>
              <a:off x="5620611" y="4839089"/>
              <a:ext cx="2299760" cy="901056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514014E-DC61-4EE1-9E1F-8D872FEBE552}"/>
                </a:ext>
              </a:extLst>
            </p:cNvPr>
            <p:cNvCxnSpPr>
              <a:stCxn id="11" idx="0"/>
              <a:endCxn id="12" idx="2"/>
            </p:cNvCxnSpPr>
            <p:nvPr/>
          </p:nvCxnSpPr>
          <p:spPr>
            <a:xfrm flipV="1">
              <a:off x="3446679" y="4839089"/>
              <a:ext cx="2173932" cy="901056"/>
            </a:xfrm>
            <a:prstGeom prst="line">
              <a:avLst/>
            </a:prstGeom>
            <a:noFill/>
            <a:ln w="12700" cap="flat" cmpd="sng" algn="ctr">
              <a:solidFill>
                <a:srgbClr val="FF3300"/>
              </a:solidFill>
              <a:prstDash val="dash"/>
              <a:miter lim="800000"/>
            </a:ln>
            <a:effectLst/>
          </p:spPr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1B60A25-366E-4987-A147-2CF191AEE343}"/>
                </a:ext>
              </a:extLst>
            </p:cNvPr>
            <p:cNvSpPr txBox="1"/>
            <p:nvPr/>
          </p:nvSpPr>
          <p:spPr>
            <a:xfrm>
              <a:off x="2820683" y="3712605"/>
              <a:ext cx="2088232" cy="257961"/>
            </a:xfrm>
            <a:prstGeom prst="rect">
              <a:avLst/>
            </a:prstGeom>
            <a:noFill/>
            <a:ln>
              <a:solidFill>
                <a:srgbClr val="2572BB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</a:rPr>
                <a:t>Проекты</a:t>
              </a:r>
            </a:p>
          </p:txBody>
        </p:sp>
        <p:cxnSp>
          <p:nvCxnSpPr>
            <p:cNvPr id="22" name="Straight Connector 25">
              <a:extLst>
                <a:ext uri="{FF2B5EF4-FFF2-40B4-BE49-F238E27FC236}">
                  <a16:creationId xmlns:a16="http://schemas.microsoft.com/office/drawing/2014/main" id="{ACEE3ADC-9C89-4B82-90B2-213E27508858}"/>
                </a:ext>
              </a:extLst>
            </p:cNvPr>
            <p:cNvCxnSpPr>
              <a:stCxn id="21" idx="2"/>
              <a:endCxn id="9" idx="0"/>
            </p:cNvCxnSpPr>
            <p:nvPr/>
          </p:nvCxnSpPr>
          <p:spPr>
            <a:xfrm flipH="1">
              <a:off x="2236236" y="3970566"/>
              <a:ext cx="1628564" cy="610561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24" name="Straight Connector 28">
              <a:extLst>
                <a:ext uri="{FF2B5EF4-FFF2-40B4-BE49-F238E27FC236}">
                  <a16:creationId xmlns:a16="http://schemas.microsoft.com/office/drawing/2014/main" id="{DCEC571E-2A66-466A-AD87-769AF59A4039}"/>
                </a:ext>
              </a:extLst>
            </p:cNvPr>
            <p:cNvCxnSpPr>
              <a:stCxn id="12" idx="0"/>
              <a:endCxn id="21" idx="2"/>
            </p:cNvCxnSpPr>
            <p:nvPr/>
          </p:nvCxnSpPr>
          <p:spPr>
            <a:xfrm flipH="1" flipV="1">
              <a:off x="3864800" y="3970566"/>
              <a:ext cx="1755811" cy="610561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702327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279" y="204750"/>
            <a:ext cx="84475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kern="1200" dirty="0">
                <a:solidFill>
                  <a:schemeClr val="accent3"/>
                </a:solidFill>
                <a:latin typeface="+mj-lt"/>
              </a:rPr>
              <a:t>Сетевая модель (легко запутаться)</a:t>
            </a:r>
            <a:endParaRPr lang="ru-RU" sz="36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77279" y="951594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b="1" dirty="0">
                <a:solidFill>
                  <a:schemeClr val="accent1"/>
                </a:solidFill>
                <a:latin typeface="+mn-lt"/>
              </a:rPr>
              <a:t>Структура – граф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sz="1600" dirty="0">
                <a:solidFill>
                  <a:schemeClr val="accent1"/>
                </a:solidFill>
                <a:latin typeface="+mn-lt"/>
              </a:rPr>
              <a:t>+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 более гибкая, чем иерархическая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sz="1600" dirty="0">
                <a:solidFill>
                  <a:schemeClr val="accent1"/>
                </a:solidFill>
                <a:latin typeface="+mn-lt"/>
              </a:rPr>
              <a:t>-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 сложно контролировать полноту и неизбыточность</a:t>
            </a:r>
          </a:p>
        </p:txBody>
      </p:sp>
      <p:grpSp>
        <p:nvGrpSpPr>
          <p:cNvPr id="23" name="Group 93">
            <a:extLst>
              <a:ext uri="{FF2B5EF4-FFF2-40B4-BE49-F238E27FC236}">
                <a16:creationId xmlns:a16="http://schemas.microsoft.com/office/drawing/2014/main" id="{2A0D9E07-E9F3-4D7E-8FB7-D9834B0E7E6C}"/>
              </a:ext>
            </a:extLst>
          </p:cNvPr>
          <p:cNvGrpSpPr/>
          <p:nvPr/>
        </p:nvGrpSpPr>
        <p:grpSpPr>
          <a:xfrm>
            <a:off x="1697567" y="2261389"/>
            <a:ext cx="5748865" cy="2470949"/>
            <a:chOff x="971601" y="3705544"/>
            <a:chExt cx="6912767" cy="283934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C3748EB-5FAA-426C-8ED2-E0D402F6F15F}"/>
                </a:ext>
              </a:extLst>
            </p:cNvPr>
            <p:cNvSpPr txBox="1"/>
            <p:nvPr/>
          </p:nvSpPr>
          <p:spPr>
            <a:xfrm>
              <a:off x="971601" y="4622612"/>
              <a:ext cx="2106232" cy="419654"/>
            </a:xfrm>
            <a:prstGeom prst="rect">
              <a:avLst/>
            </a:prstGeom>
            <a:noFill/>
            <a:ln w="12700">
              <a:solidFill>
                <a:srgbClr val="4472C4">
                  <a:lumMod val="75000"/>
                </a:srgbClr>
              </a:solidFill>
            </a:ln>
          </p:spPr>
          <p:txBody>
            <a:bodyPr wrap="square" lIns="36000" rIns="36000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</a:rPr>
                <a:t>Проект Важный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4F7B7AC-2411-497B-9C3F-54340890A32E}"/>
                </a:ext>
              </a:extLst>
            </p:cNvPr>
            <p:cNvSpPr txBox="1"/>
            <p:nvPr/>
          </p:nvSpPr>
          <p:spPr>
            <a:xfrm>
              <a:off x="5940151" y="4374815"/>
              <a:ext cx="1791205" cy="419654"/>
            </a:xfrm>
            <a:prstGeom prst="rect">
              <a:avLst/>
            </a:prstGeom>
            <a:noFill/>
            <a:ln w="12700">
              <a:solidFill>
                <a:srgbClr val="4472C4">
                  <a:lumMod val="75000"/>
                </a:srgbClr>
              </a:solidFill>
            </a:ln>
          </p:spPr>
          <p:txBody>
            <a:bodyPr wrap="square" lIns="36000" rIns="36000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</a:rPr>
                <a:t>Иванов И.И.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A731E49-9068-4BCB-86AD-AA295A8AC227}"/>
                </a:ext>
              </a:extLst>
            </p:cNvPr>
            <p:cNvSpPr txBox="1"/>
            <p:nvPr/>
          </p:nvSpPr>
          <p:spPr>
            <a:xfrm>
              <a:off x="5940151" y="4974979"/>
              <a:ext cx="1791207" cy="419654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txBody>
            <a:bodyPr wrap="square" lIns="36000" rIns="36000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</a:rPr>
                <a:t>Петров П.П.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701A4A5-303E-431B-BF50-6D15811C2C85}"/>
                </a:ext>
              </a:extLst>
            </p:cNvPr>
            <p:cNvSpPr txBox="1"/>
            <p:nvPr/>
          </p:nvSpPr>
          <p:spPr>
            <a:xfrm>
              <a:off x="971601" y="5561044"/>
              <a:ext cx="2106232" cy="713410"/>
            </a:xfrm>
            <a:prstGeom prst="rect">
              <a:avLst/>
            </a:prstGeom>
            <a:noFill/>
            <a:ln w="12700">
              <a:solidFill>
                <a:srgbClr val="4472C4">
                  <a:lumMod val="75000"/>
                </a:srgbClr>
              </a:solidFill>
            </a:ln>
          </p:spPr>
          <p:txBody>
            <a:bodyPr wrap="square" lIns="36000" rIns="36000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</a:rPr>
                <a:t>Проект Срочный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8E69C50-2CF6-4F09-B012-6B747B0A37EB}"/>
                </a:ext>
              </a:extLst>
            </p:cNvPr>
            <p:cNvSpPr txBox="1"/>
            <p:nvPr/>
          </p:nvSpPr>
          <p:spPr>
            <a:xfrm>
              <a:off x="5914767" y="6125234"/>
              <a:ext cx="1810330" cy="419654"/>
            </a:xfrm>
            <a:prstGeom prst="rect">
              <a:avLst/>
            </a:prstGeom>
            <a:noFill/>
            <a:ln w="12700">
              <a:solidFill>
                <a:srgbClr val="4472C4">
                  <a:lumMod val="75000"/>
                </a:srgbClr>
              </a:solidFill>
            </a:ln>
          </p:spPr>
          <p:txBody>
            <a:bodyPr wrap="square" lIns="36000" rIns="36000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</a:rPr>
                <a:t>Егоров Е.Е.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7805A9A-BC76-4E93-9233-9B4A1CA64AD5}"/>
                </a:ext>
              </a:extLst>
            </p:cNvPr>
            <p:cNvSpPr txBox="1"/>
            <p:nvPr/>
          </p:nvSpPr>
          <p:spPr>
            <a:xfrm>
              <a:off x="5914767" y="5561047"/>
              <a:ext cx="1791207" cy="419654"/>
            </a:xfrm>
            <a:prstGeom prst="rect">
              <a:avLst/>
            </a:prstGeom>
            <a:noFill/>
            <a:ln w="12700">
              <a:solidFill>
                <a:srgbClr val="4472C4">
                  <a:lumMod val="75000"/>
                </a:srgbClr>
              </a:solidFill>
            </a:ln>
          </p:spPr>
          <p:txBody>
            <a:bodyPr wrap="square" lIns="36000" rIns="36000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</a:rPr>
                <a:t>Сидоров С.С.</a:t>
              </a:r>
            </a:p>
          </p:txBody>
        </p:sp>
        <p:cxnSp>
          <p:nvCxnSpPr>
            <p:cNvPr id="31" name="Straight Connector 13">
              <a:extLst>
                <a:ext uri="{FF2B5EF4-FFF2-40B4-BE49-F238E27FC236}">
                  <a16:creationId xmlns:a16="http://schemas.microsoft.com/office/drawing/2014/main" id="{04EE80C9-D9D0-48D3-90E4-37B3B14B5CB3}"/>
                </a:ext>
              </a:extLst>
            </p:cNvPr>
            <p:cNvCxnSpPr>
              <a:stCxn id="25" idx="3"/>
              <a:endCxn id="26" idx="1"/>
            </p:cNvCxnSpPr>
            <p:nvPr/>
          </p:nvCxnSpPr>
          <p:spPr>
            <a:xfrm flipV="1">
              <a:off x="3077833" y="4584642"/>
              <a:ext cx="2862318" cy="247797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cxnSp>
          <p:nvCxnSpPr>
            <p:cNvPr id="32" name="Straight Connector 22">
              <a:extLst>
                <a:ext uri="{FF2B5EF4-FFF2-40B4-BE49-F238E27FC236}">
                  <a16:creationId xmlns:a16="http://schemas.microsoft.com/office/drawing/2014/main" id="{FC2B4365-42A8-4014-9A9D-57A7ADB74CD2}"/>
                </a:ext>
              </a:extLst>
            </p:cNvPr>
            <p:cNvCxnSpPr>
              <a:stCxn id="25" idx="3"/>
              <a:endCxn id="27" idx="1"/>
            </p:cNvCxnSpPr>
            <p:nvPr/>
          </p:nvCxnSpPr>
          <p:spPr>
            <a:xfrm>
              <a:off x="3077833" y="4832439"/>
              <a:ext cx="2862318" cy="352368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cxnSp>
          <p:nvCxnSpPr>
            <p:cNvPr id="33" name="Straight Connector 24">
              <a:extLst>
                <a:ext uri="{FF2B5EF4-FFF2-40B4-BE49-F238E27FC236}">
                  <a16:creationId xmlns:a16="http://schemas.microsoft.com/office/drawing/2014/main" id="{382BD3EF-92B2-44C9-9DE4-FEA9FC2B94C4}"/>
                </a:ext>
              </a:extLst>
            </p:cNvPr>
            <p:cNvCxnSpPr>
              <a:stCxn id="28" idx="3"/>
              <a:endCxn id="27" idx="1"/>
            </p:cNvCxnSpPr>
            <p:nvPr/>
          </p:nvCxnSpPr>
          <p:spPr>
            <a:xfrm flipV="1">
              <a:off x="3077833" y="5184807"/>
              <a:ext cx="2862318" cy="732942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cxnSp>
          <p:nvCxnSpPr>
            <p:cNvPr id="34" name="Straight Connector 27">
              <a:extLst>
                <a:ext uri="{FF2B5EF4-FFF2-40B4-BE49-F238E27FC236}">
                  <a16:creationId xmlns:a16="http://schemas.microsoft.com/office/drawing/2014/main" id="{4D147CEE-77C8-4FE0-8F06-81C5C49DB647}"/>
                </a:ext>
              </a:extLst>
            </p:cNvPr>
            <p:cNvCxnSpPr>
              <a:stCxn id="28" idx="3"/>
              <a:endCxn id="30" idx="1"/>
            </p:cNvCxnSpPr>
            <p:nvPr/>
          </p:nvCxnSpPr>
          <p:spPr>
            <a:xfrm flipV="1">
              <a:off x="3077833" y="5770874"/>
              <a:ext cx="2836933" cy="146875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cxnSp>
          <p:nvCxnSpPr>
            <p:cNvPr id="35" name="Straight Connector 30">
              <a:extLst>
                <a:ext uri="{FF2B5EF4-FFF2-40B4-BE49-F238E27FC236}">
                  <a16:creationId xmlns:a16="http://schemas.microsoft.com/office/drawing/2014/main" id="{34D29918-46CD-4B41-BB3C-5FB1E6F10BA7}"/>
                </a:ext>
              </a:extLst>
            </p:cNvPr>
            <p:cNvCxnSpPr>
              <a:stCxn id="28" idx="3"/>
              <a:endCxn id="29" idx="1"/>
            </p:cNvCxnSpPr>
            <p:nvPr/>
          </p:nvCxnSpPr>
          <p:spPr>
            <a:xfrm>
              <a:off x="3077833" y="5917749"/>
              <a:ext cx="2836933" cy="417313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51008CA-EA25-4074-869A-CFFB5BF29EA9}"/>
                </a:ext>
              </a:extLst>
            </p:cNvPr>
            <p:cNvSpPr txBox="1"/>
            <p:nvPr/>
          </p:nvSpPr>
          <p:spPr>
            <a:xfrm>
              <a:off x="991445" y="3705544"/>
              <a:ext cx="2106232" cy="419654"/>
            </a:xfrm>
            <a:prstGeom prst="rect">
              <a:avLst/>
            </a:prstGeom>
            <a:noFill/>
            <a:ln w="12700">
              <a:solidFill>
                <a:srgbClr val="4472C4">
                  <a:lumMod val="75000"/>
                </a:srgbClr>
              </a:solidFill>
            </a:ln>
          </p:spPr>
          <p:txBody>
            <a:bodyPr wrap="square" lIns="36000" rIns="36000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</a:rPr>
                <a:t>Проекты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43A300F-F416-45F7-AD20-EEC675423191}"/>
                </a:ext>
              </a:extLst>
            </p:cNvPr>
            <p:cNvSpPr txBox="1"/>
            <p:nvPr/>
          </p:nvSpPr>
          <p:spPr>
            <a:xfrm>
              <a:off x="5940151" y="3797534"/>
              <a:ext cx="1795275" cy="419654"/>
            </a:xfrm>
            <a:prstGeom prst="rect">
              <a:avLst/>
            </a:prstGeom>
            <a:noFill/>
            <a:ln w="12700">
              <a:solidFill>
                <a:srgbClr val="4472C4">
                  <a:lumMod val="75000"/>
                </a:srgbClr>
              </a:solidFill>
            </a:ln>
          </p:spPr>
          <p:txBody>
            <a:bodyPr wrap="square" lIns="36000" rIns="36000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</a:rPr>
                <a:t>Сотрудники</a:t>
              </a:r>
            </a:p>
          </p:txBody>
        </p:sp>
        <p:cxnSp>
          <p:nvCxnSpPr>
            <p:cNvPr id="38" name="Elbow Connector 70">
              <a:extLst>
                <a:ext uri="{FF2B5EF4-FFF2-40B4-BE49-F238E27FC236}">
                  <a16:creationId xmlns:a16="http://schemas.microsoft.com/office/drawing/2014/main" id="{B92E2B0E-2C05-429A-937D-DEDBDA3D39EB}"/>
                </a:ext>
              </a:extLst>
            </p:cNvPr>
            <p:cNvCxnSpPr>
              <a:stCxn id="37" idx="3"/>
              <a:endCxn id="26" idx="3"/>
            </p:cNvCxnSpPr>
            <p:nvPr/>
          </p:nvCxnSpPr>
          <p:spPr>
            <a:xfrm flipH="1">
              <a:off x="7731357" y="4007361"/>
              <a:ext cx="4069" cy="577281"/>
            </a:xfrm>
            <a:prstGeom prst="bentConnector3">
              <a:avLst>
                <a:gd name="adj1" fmla="val -8015428"/>
              </a:avLst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cxnSp>
          <p:nvCxnSpPr>
            <p:cNvPr id="39" name="Elbow Connector 72">
              <a:extLst>
                <a:ext uri="{FF2B5EF4-FFF2-40B4-BE49-F238E27FC236}">
                  <a16:creationId xmlns:a16="http://schemas.microsoft.com/office/drawing/2014/main" id="{72E855E0-54E8-4890-93BD-723AA3FFD19E}"/>
                </a:ext>
              </a:extLst>
            </p:cNvPr>
            <p:cNvCxnSpPr>
              <a:stCxn id="37" idx="3"/>
              <a:endCxn id="27" idx="3"/>
            </p:cNvCxnSpPr>
            <p:nvPr/>
          </p:nvCxnSpPr>
          <p:spPr>
            <a:xfrm flipH="1">
              <a:off x="7731358" y="4007361"/>
              <a:ext cx="4068" cy="1177446"/>
            </a:xfrm>
            <a:prstGeom prst="bentConnector3">
              <a:avLst>
                <a:gd name="adj1" fmla="val -8018239"/>
              </a:avLst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cxnSp>
          <p:nvCxnSpPr>
            <p:cNvPr id="40" name="Elbow Connector 74">
              <a:extLst>
                <a:ext uri="{FF2B5EF4-FFF2-40B4-BE49-F238E27FC236}">
                  <a16:creationId xmlns:a16="http://schemas.microsoft.com/office/drawing/2014/main" id="{3D7F702C-5488-45D0-8F6E-25307F76075F}"/>
                </a:ext>
              </a:extLst>
            </p:cNvPr>
            <p:cNvCxnSpPr>
              <a:stCxn id="37" idx="3"/>
              <a:endCxn id="30" idx="3"/>
            </p:cNvCxnSpPr>
            <p:nvPr/>
          </p:nvCxnSpPr>
          <p:spPr>
            <a:xfrm flipH="1">
              <a:off x="7705974" y="4007361"/>
              <a:ext cx="29453" cy="1763513"/>
            </a:xfrm>
            <a:prstGeom prst="bentConnector3">
              <a:avLst>
                <a:gd name="adj1" fmla="val -1107451"/>
              </a:avLst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cxnSp>
          <p:nvCxnSpPr>
            <p:cNvPr id="41" name="Elbow Connector 76">
              <a:extLst>
                <a:ext uri="{FF2B5EF4-FFF2-40B4-BE49-F238E27FC236}">
                  <a16:creationId xmlns:a16="http://schemas.microsoft.com/office/drawing/2014/main" id="{F3784294-7408-481F-8524-E8D2A86DD5F8}"/>
                </a:ext>
              </a:extLst>
            </p:cNvPr>
            <p:cNvCxnSpPr>
              <a:stCxn id="37" idx="3"/>
              <a:endCxn id="29" idx="3"/>
            </p:cNvCxnSpPr>
            <p:nvPr/>
          </p:nvCxnSpPr>
          <p:spPr>
            <a:xfrm flipH="1">
              <a:off x="7725097" y="4007361"/>
              <a:ext cx="10329" cy="2327700"/>
            </a:xfrm>
            <a:prstGeom prst="bentConnector3">
              <a:avLst>
                <a:gd name="adj1" fmla="val -3157895"/>
              </a:avLst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cxnSp>
          <p:nvCxnSpPr>
            <p:cNvPr id="42" name="Elbow Connector 83">
              <a:extLst>
                <a:ext uri="{FF2B5EF4-FFF2-40B4-BE49-F238E27FC236}">
                  <a16:creationId xmlns:a16="http://schemas.microsoft.com/office/drawing/2014/main" id="{C6B38AA9-D74E-4BC0-8B53-74BC632B2A4C}"/>
                </a:ext>
              </a:extLst>
            </p:cNvPr>
            <p:cNvCxnSpPr>
              <a:stCxn id="36" idx="1"/>
              <a:endCxn id="25" idx="1"/>
            </p:cNvCxnSpPr>
            <p:nvPr/>
          </p:nvCxnSpPr>
          <p:spPr>
            <a:xfrm rot="10800000" flipV="1">
              <a:off x="971601" y="3915372"/>
              <a:ext cx="19844" cy="917068"/>
            </a:xfrm>
            <a:prstGeom prst="bentConnector3">
              <a:avLst>
                <a:gd name="adj1" fmla="val 1743658"/>
              </a:avLst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cxnSp>
          <p:nvCxnSpPr>
            <p:cNvPr id="43" name="Elbow Connector 85">
              <a:extLst>
                <a:ext uri="{FF2B5EF4-FFF2-40B4-BE49-F238E27FC236}">
                  <a16:creationId xmlns:a16="http://schemas.microsoft.com/office/drawing/2014/main" id="{F50EBB90-F959-4B87-87C6-25E727148738}"/>
                </a:ext>
              </a:extLst>
            </p:cNvPr>
            <p:cNvCxnSpPr>
              <a:stCxn id="36" idx="1"/>
              <a:endCxn id="28" idx="1"/>
            </p:cNvCxnSpPr>
            <p:nvPr/>
          </p:nvCxnSpPr>
          <p:spPr>
            <a:xfrm rot="10800000" flipV="1">
              <a:off x="971601" y="3915372"/>
              <a:ext cx="19844" cy="2002378"/>
            </a:xfrm>
            <a:prstGeom prst="bentConnector3">
              <a:avLst>
                <a:gd name="adj1" fmla="val 1743658"/>
              </a:avLst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cxnSp>
          <p:nvCxnSpPr>
            <p:cNvPr id="44" name="Straight Connector 88">
              <a:extLst>
                <a:ext uri="{FF2B5EF4-FFF2-40B4-BE49-F238E27FC236}">
                  <a16:creationId xmlns:a16="http://schemas.microsoft.com/office/drawing/2014/main" id="{ADB20E74-6F51-46E7-B4E7-1F57169834EA}"/>
                </a:ext>
              </a:extLst>
            </p:cNvPr>
            <p:cNvCxnSpPr/>
            <p:nvPr/>
          </p:nvCxnSpPr>
          <p:spPr>
            <a:xfrm>
              <a:off x="5724128" y="4879344"/>
              <a:ext cx="2160240" cy="588723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45" name="Straight Connector 89">
              <a:extLst>
                <a:ext uri="{FF2B5EF4-FFF2-40B4-BE49-F238E27FC236}">
                  <a16:creationId xmlns:a16="http://schemas.microsoft.com/office/drawing/2014/main" id="{5914DA38-5B26-4696-90E0-ECFABD3A687E}"/>
                </a:ext>
              </a:extLst>
            </p:cNvPr>
            <p:cNvCxnSpPr/>
            <p:nvPr/>
          </p:nvCxnSpPr>
          <p:spPr>
            <a:xfrm flipV="1">
              <a:off x="5724128" y="4822666"/>
              <a:ext cx="1996572" cy="738379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630731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279" y="204750"/>
            <a:ext cx="929383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kern="1200" dirty="0">
                <a:solidFill>
                  <a:schemeClr val="accent3"/>
                </a:solidFill>
                <a:latin typeface="+mj-lt"/>
              </a:rPr>
              <a:t>Многомерная модель </a:t>
            </a:r>
          </a:p>
          <a:p>
            <a:r>
              <a:rPr lang="ru-RU" sz="3200" kern="1200" dirty="0">
                <a:solidFill>
                  <a:schemeClr val="accent3"/>
                </a:solidFill>
                <a:latin typeface="+mj-lt"/>
              </a:rPr>
              <a:t>(под специфические задачи)</a:t>
            </a:r>
            <a:endParaRPr lang="ru-RU" sz="32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77279" y="1283656"/>
            <a:ext cx="753113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b="1" dirty="0">
                <a:solidFill>
                  <a:schemeClr val="accent1"/>
                </a:solidFill>
                <a:latin typeface="+mn-lt"/>
              </a:rPr>
              <a:t>Структура – гиперкуб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sz="1600" b="1" dirty="0">
                <a:solidFill>
                  <a:schemeClr val="accent1"/>
                </a:solidFill>
                <a:latin typeface="+mn-lt"/>
              </a:rPr>
              <a:t>+ 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удобная для аналитической обработки больших объемов данных (особенно, привязанных ко времени)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sz="1600" b="1" dirty="0">
                <a:solidFill>
                  <a:schemeClr val="accent1"/>
                </a:solidFill>
                <a:latin typeface="+mn-lt"/>
              </a:rPr>
              <a:t>- 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громоздкая и неэффективная для оперативной обработки информации</a:t>
            </a:r>
          </a:p>
        </p:txBody>
      </p:sp>
      <p:grpSp>
        <p:nvGrpSpPr>
          <p:cNvPr id="46" name="Group 117">
            <a:extLst>
              <a:ext uri="{FF2B5EF4-FFF2-40B4-BE49-F238E27FC236}">
                <a16:creationId xmlns:a16="http://schemas.microsoft.com/office/drawing/2014/main" id="{E89B2695-6797-442E-A90E-35FAFD33AD3E}"/>
              </a:ext>
            </a:extLst>
          </p:cNvPr>
          <p:cNvGrpSpPr/>
          <p:nvPr/>
        </p:nvGrpSpPr>
        <p:grpSpPr>
          <a:xfrm>
            <a:off x="2497264" y="2453207"/>
            <a:ext cx="4149471" cy="2497796"/>
            <a:chOff x="1259630" y="3553271"/>
            <a:chExt cx="5184578" cy="3267919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0F082CA-F5F1-44B2-989B-02407E8D4C1A}"/>
                </a:ext>
              </a:extLst>
            </p:cNvPr>
            <p:cNvSpPr txBox="1"/>
            <p:nvPr/>
          </p:nvSpPr>
          <p:spPr>
            <a:xfrm>
              <a:off x="2410269" y="6505601"/>
              <a:ext cx="720827" cy="31558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</a:rPr>
                <a:t>Важный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F2EEF00-C4A3-4C8A-B961-5925DCDF87EB}"/>
                </a:ext>
              </a:extLst>
            </p:cNvPr>
            <p:cNvSpPr txBox="1"/>
            <p:nvPr/>
          </p:nvSpPr>
          <p:spPr>
            <a:xfrm>
              <a:off x="3131841" y="6505601"/>
              <a:ext cx="864091" cy="31558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</a:rPr>
                <a:t>Срочный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1AB41D6-1A74-42CA-9AFD-2CB092AE59C0}"/>
                </a:ext>
              </a:extLst>
            </p:cNvPr>
            <p:cNvSpPr txBox="1"/>
            <p:nvPr/>
          </p:nvSpPr>
          <p:spPr>
            <a:xfrm>
              <a:off x="3995932" y="6505601"/>
              <a:ext cx="792087" cy="31558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</a:rPr>
                <a:t>Скучный</a:t>
              </a:r>
            </a:p>
          </p:txBody>
        </p:sp>
        <p:cxnSp>
          <p:nvCxnSpPr>
            <p:cNvPr id="50" name="Straight Arrow Connector 106">
              <a:extLst>
                <a:ext uri="{FF2B5EF4-FFF2-40B4-BE49-F238E27FC236}">
                  <a16:creationId xmlns:a16="http://schemas.microsoft.com/office/drawing/2014/main" id="{927BEC8E-9A71-4865-911A-F287A3D09657}"/>
                </a:ext>
              </a:extLst>
            </p:cNvPr>
            <p:cNvCxnSpPr/>
            <p:nvPr/>
          </p:nvCxnSpPr>
          <p:spPr>
            <a:xfrm flipH="1">
              <a:off x="2112615" y="6505599"/>
              <a:ext cx="299142" cy="302134"/>
            </a:xfrm>
            <a:prstGeom prst="straightConnector1">
              <a:avLst/>
            </a:prstGeom>
            <a:noFill/>
            <a:ln w="635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1" name="Cube 5">
              <a:extLst>
                <a:ext uri="{FF2B5EF4-FFF2-40B4-BE49-F238E27FC236}">
                  <a16:creationId xmlns:a16="http://schemas.microsoft.com/office/drawing/2014/main" id="{0D4260DD-2265-409E-8A0C-31AD96B14DBE}"/>
                </a:ext>
              </a:extLst>
            </p:cNvPr>
            <p:cNvSpPr/>
            <p:nvPr/>
          </p:nvSpPr>
          <p:spPr>
            <a:xfrm>
              <a:off x="2411758" y="3769295"/>
              <a:ext cx="3384378" cy="2736304"/>
            </a:xfrm>
            <a:prstGeom prst="cube">
              <a:avLst>
                <a:gd name="adj" fmla="val 36959"/>
              </a:avLst>
            </a:prstGeom>
            <a:noFill/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0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52" name="Straight Connector 14">
              <a:extLst>
                <a:ext uri="{FF2B5EF4-FFF2-40B4-BE49-F238E27FC236}">
                  <a16:creationId xmlns:a16="http://schemas.microsoft.com/office/drawing/2014/main" id="{849CD3B9-7145-4574-B543-6D6304A27C93}"/>
                </a:ext>
              </a:extLst>
            </p:cNvPr>
            <p:cNvCxnSpPr/>
            <p:nvPr/>
          </p:nvCxnSpPr>
          <p:spPr>
            <a:xfrm>
              <a:off x="3131840" y="4777407"/>
              <a:ext cx="0" cy="1728192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3" name="Straight Connector 37">
              <a:extLst>
                <a:ext uri="{FF2B5EF4-FFF2-40B4-BE49-F238E27FC236}">
                  <a16:creationId xmlns:a16="http://schemas.microsoft.com/office/drawing/2014/main" id="{CBA1D631-C746-4341-BA81-C96DA9EFB3DC}"/>
                </a:ext>
              </a:extLst>
            </p:cNvPr>
            <p:cNvCxnSpPr/>
            <p:nvPr/>
          </p:nvCxnSpPr>
          <p:spPr>
            <a:xfrm>
              <a:off x="3995936" y="4777407"/>
              <a:ext cx="0" cy="1728192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4" name="Straight Connector 44">
              <a:extLst>
                <a:ext uri="{FF2B5EF4-FFF2-40B4-BE49-F238E27FC236}">
                  <a16:creationId xmlns:a16="http://schemas.microsoft.com/office/drawing/2014/main" id="{311183DF-31DE-4AE8-9A5F-F7C4E391214E}"/>
                </a:ext>
              </a:extLst>
            </p:cNvPr>
            <p:cNvCxnSpPr/>
            <p:nvPr/>
          </p:nvCxnSpPr>
          <p:spPr>
            <a:xfrm flipV="1">
              <a:off x="3995932" y="3769295"/>
              <a:ext cx="936102" cy="1008112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5" name="Straight Connector 33">
              <a:extLst>
                <a:ext uri="{FF2B5EF4-FFF2-40B4-BE49-F238E27FC236}">
                  <a16:creationId xmlns:a16="http://schemas.microsoft.com/office/drawing/2014/main" id="{95F8FC54-7FDD-4FED-BA40-05418DE1DC5C}"/>
                </a:ext>
              </a:extLst>
            </p:cNvPr>
            <p:cNvCxnSpPr/>
            <p:nvPr/>
          </p:nvCxnSpPr>
          <p:spPr>
            <a:xfrm>
              <a:off x="2411759" y="5353471"/>
              <a:ext cx="2376263" cy="0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6" name="Straight Connector 47">
              <a:extLst>
                <a:ext uri="{FF2B5EF4-FFF2-40B4-BE49-F238E27FC236}">
                  <a16:creationId xmlns:a16="http://schemas.microsoft.com/office/drawing/2014/main" id="{CD37FE02-F93F-4D66-B81D-A29265A6F3F8}"/>
                </a:ext>
              </a:extLst>
            </p:cNvPr>
            <p:cNvCxnSpPr/>
            <p:nvPr/>
          </p:nvCxnSpPr>
          <p:spPr>
            <a:xfrm>
              <a:off x="2411758" y="5929535"/>
              <a:ext cx="2376263" cy="0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7" name="Straight Connector 38">
              <a:extLst>
                <a:ext uri="{FF2B5EF4-FFF2-40B4-BE49-F238E27FC236}">
                  <a16:creationId xmlns:a16="http://schemas.microsoft.com/office/drawing/2014/main" id="{9AFBBB2B-4FF1-4783-A504-6032CFB4FCCC}"/>
                </a:ext>
              </a:extLst>
            </p:cNvPr>
            <p:cNvCxnSpPr/>
            <p:nvPr/>
          </p:nvCxnSpPr>
          <p:spPr>
            <a:xfrm flipV="1">
              <a:off x="4788021" y="4345360"/>
              <a:ext cx="1008110" cy="1008111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8" name="Straight Connector 58">
              <a:extLst>
                <a:ext uri="{FF2B5EF4-FFF2-40B4-BE49-F238E27FC236}">
                  <a16:creationId xmlns:a16="http://schemas.microsoft.com/office/drawing/2014/main" id="{1759EF7C-96F7-4E3F-A097-94B7590538B9}"/>
                </a:ext>
              </a:extLst>
            </p:cNvPr>
            <p:cNvCxnSpPr/>
            <p:nvPr/>
          </p:nvCxnSpPr>
          <p:spPr>
            <a:xfrm flipV="1">
              <a:off x="4788019" y="4921423"/>
              <a:ext cx="1008112" cy="1008113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9" name="Straight Connector 65">
              <a:extLst>
                <a:ext uri="{FF2B5EF4-FFF2-40B4-BE49-F238E27FC236}">
                  <a16:creationId xmlns:a16="http://schemas.microsoft.com/office/drawing/2014/main" id="{1F7B326A-2C4C-48E0-B75C-0C19873A59B9}"/>
                </a:ext>
              </a:extLst>
            </p:cNvPr>
            <p:cNvCxnSpPr/>
            <p:nvPr/>
          </p:nvCxnSpPr>
          <p:spPr>
            <a:xfrm flipV="1">
              <a:off x="3131840" y="3769295"/>
              <a:ext cx="1008110" cy="1008112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60" name="Straight Connector 68">
              <a:extLst>
                <a:ext uri="{FF2B5EF4-FFF2-40B4-BE49-F238E27FC236}">
                  <a16:creationId xmlns:a16="http://schemas.microsoft.com/office/drawing/2014/main" id="{B618EE45-526E-4ED9-88B2-6A4AC70DFA07}"/>
                </a:ext>
              </a:extLst>
            </p:cNvPr>
            <p:cNvCxnSpPr/>
            <p:nvPr/>
          </p:nvCxnSpPr>
          <p:spPr>
            <a:xfrm>
              <a:off x="3131841" y="4057327"/>
              <a:ext cx="2376263" cy="0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61" name="Straight Connector 69">
              <a:extLst>
                <a:ext uri="{FF2B5EF4-FFF2-40B4-BE49-F238E27FC236}">
                  <a16:creationId xmlns:a16="http://schemas.microsoft.com/office/drawing/2014/main" id="{0CA0CD22-388B-4D62-91DD-A29B9D9F02EF}"/>
                </a:ext>
              </a:extLst>
            </p:cNvPr>
            <p:cNvCxnSpPr/>
            <p:nvPr/>
          </p:nvCxnSpPr>
          <p:spPr>
            <a:xfrm>
              <a:off x="2771800" y="4417367"/>
              <a:ext cx="2376264" cy="0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62" name="Straight Connector 73">
              <a:extLst>
                <a:ext uri="{FF2B5EF4-FFF2-40B4-BE49-F238E27FC236}">
                  <a16:creationId xmlns:a16="http://schemas.microsoft.com/office/drawing/2014/main" id="{E480A57B-64E8-4319-AB12-4CC3CAB23CCF}"/>
                </a:ext>
              </a:extLst>
            </p:cNvPr>
            <p:cNvCxnSpPr/>
            <p:nvPr/>
          </p:nvCxnSpPr>
          <p:spPr>
            <a:xfrm>
              <a:off x="5508104" y="4057327"/>
              <a:ext cx="0" cy="1728192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63" name="Straight Connector 77">
              <a:extLst>
                <a:ext uri="{FF2B5EF4-FFF2-40B4-BE49-F238E27FC236}">
                  <a16:creationId xmlns:a16="http://schemas.microsoft.com/office/drawing/2014/main" id="{8944DEA4-830E-41F3-9EDE-8CAFC0C75A9D}"/>
                </a:ext>
              </a:extLst>
            </p:cNvPr>
            <p:cNvCxnSpPr/>
            <p:nvPr/>
          </p:nvCxnSpPr>
          <p:spPr>
            <a:xfrm>
              <a:off x="5148064" y="4417367"/>
              <a:ext cx="0" cy="1728192"/>
            </a:xfrm>
            <a:prstGeom prst="line">
              <a:avLst/>
            </a:prstGeom>
            <a:noFill/>
            <a:ln w="1270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BF9651F-D087-4B04-9E3A-7138639F4D92}"/>
                </a:ext>
              </a:extLst>
            </p:cNvPr>
            <p:cNvSpPr txBox="1"/>
            <p:nvPr/>
          </p:nvSpPr>
          <p:spPr>
            <a:xfrm>
              <a:off x="1259630" y="4921425"/>
              <a:ext cx="1152127" cy="315588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</a:rPr>
                <a:t>Иванов И.И.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FD03801-2FE3-4DE6-8F14-40D9D438F21B}"/>
                </a:ext>
              </a:extLst>
            </p:cNvPr>
            <p:cNvSpPr txBox="1"/>
            <p:nvPr/>
          </p:nvSpPr>
          <p:spPr>
            <a:xfrm>
              <a:off x="1259630" y="5497488"/>
              <a:ext cx="1152127" cy="315588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</a:rPr>
                <a:t>Петров П.П.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091AF2B-E76A-46D6-8424-B8211BEED46A}"/>
                </a:ext>
              </a:extLst>
            </p:cNvPr>
            <p:cNvSpPr txBox="1"/>
            <p:nvPr/>
          </p:nvSpPr>
          <p:spPr>
            <a:xfrm>
              <a:off x="1259630" y="6073552"/>
              <a:ext cx="1150639" cy="315588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</a:rPr>
                <a:t>Сидоров С.С.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ADF2591-47E8-43FB-9196-A0FB14C8BB62}"/>
                </a:ext>
              </a:extLst>
            </p:cNvPr>
            <p:cNvSpPr txBox="1"/>
            <p:nvPr/>
          </p:nvSpPr>
          <p:spPr>
            <a:xfrm>
              <a:off x="2268488" y="3646767"/>
              <a:ext cx="1079372" cy="33812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</a:rPr>
                <a:t>менеджер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C93FA57-C957-4E28-88AA-6412BD66B90B}"/>
                </a:ext>
              </a:extLst>
            </p:cNvPr>
            <p:cNvSpPr txBox="1"/>
            <p:nvPr/>
          </p:nvSpPr>
          <p:spPr>
            <a:xfrm>
              <a:off x="1691681" y="3985321"/>
              <a:ext cx="1152127" cy="33812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</a:rPr>
                <a:t>ст. инженер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9B14309-5110-4C2C-B274-281E8DCF5C6F}"/>
                </a:ext>
              </a:extLst>
            </p:cNvPr>
            <p:cNvSpPr txBox="1"/>
            <p:nvPr/>
          </p:nvSpPr>
          <p:spPr>
            <a:xfrm>
              <a:off x="1621154" y="4345361"/>
              <a:ext cx="862612" cy="33812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</a:rPr>
                <a:t>инженер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BDAE585-477E-4B3E-BB93-DFF6F5B1931E}"/>
                </a:ext>
              </a:extLst>
            </p:cNvPr>
            <p:cNvSpPr txBox="1"/>
            <p:nvPr/>
          </p:nvSpPr>
          <p:spPr>
            <a:xfrm>
              <a:off x="2410269" y="4781168"/>
              <a:ext cx="720827" cy="568541"/>
            </a:xfrm>
            <a:prstGeom prst="rect">
              <a:avLst/>
            </a:prstGeom>
            <a:noFill/>
          </p:spPr>
          <p:txBody>
            <a:bodyPr wrap="square" lIns="36000" rIns="36000" rtlCol="0" anchor="ctr" anchorCtr="0">
              <a:no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</a:rPr>
                <a:t>True</a:t>
              </a:r>
              <a:endParaRPr kumimoji="0" lang="ru-RU" sz="9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38AD2B9-5FE7-4ABC-840A-3DF0727533CD}"/>
                </a:ext>
              </a:extLst>
            </p:cNvPr>
            <p:cNvSpPr txBox="1"/>
            <p:nvPr/>
          </p:nvSpPr>
          <p:spPr>
            <a:xfrm>
              <a:off x="2410269" y="5349709"/>
              <a:ext cx="720827" cy="576063"/>
            </a:xfrm>
            <a:prstGeom prst="rect">
              <a:avLst/>
            </a:prstGeom>
            <a:noFill/>
          </p:spPr>
          <p:txBody>
            <a:bodyPr wrap="square" lIns="36000" rIns="36000" rtlCol="0" anchor="ctr" anchorCtr="0">
              <a:no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</a:rPr>
                <a:t>True</a:t>
              </a:r>
              <a:endParaRPr kumimoji="0" lang="ru-RU" sz="9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B3FA7B0-5035-4EB6-82EA-8B5ED73FB46D}"/>
                </a:ext>
              </a:extLst>
            </p:cNvPr>
            <p:cNvSpPr txBox="1"/>
            <p:nvPr/>
          </p:nvSpPr>
          <p:spPr>
            <a:xfrm>
              <a:off x="2410269" y="5931416"/>
              <a:ext cx="720827" cy="576063"/>
            </a:xfrm>
            <a:prstGeom prst="rect">
              <a:avLst/>
            </a:prstGeom>
            <a:noFill/>
          </p:spPr>
          <p:txBody>
            <a:bodyPr wrap="square" lIns="36000" rIns="36000" rtlCol="0" anchor="ctr" anchorCtr="0">
              <a:no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</a:rPr>
                <a:t>False</a:t>
              </a:r>
              <a:endParaRPr kumimoji="0" lang="ru-RU" sz="9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5879B97-B389-456C-B5D4-A0709DD5DA01}"/>
                </a:ext>
              </a:extLst>
            </p:cNvPr>
            <p:cNvSpPr txBox="1"/>
            <p:nvPr/>
          </p:nvSpPr>
          <p:spPr>
            <a:xfrm>
              <a:off x="3130721" y="4781168"/>
              <a:ext cx="864466" cy="568541"/>
            </a:xfrm>
            <a:prstGeom prst="rect">
              <a:avLst/>
            </a:prstGeom>
            <a:noFill/>
          </p:spPr>
          <p:txBody>
            <a:bodyPr wrap="square" lIns="36000" rIns="36000" rtlCol="0" anchor="ctr" anchorCtr="0">
              <a:no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</a:rPr>
                <a:t>False</a:t>
              </a:r>
              <a:endParaRPr kumimoji="0" lang="ru-RU" sz="9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03F9067-34CF-4EFE-B8B2-08F1DA41A0D3}"/>
                </a:ext>
              </a:extLst>
            </p:cNvPr>
            <p:cNvSpPr txBox="1"/>
            <p:nvPr/>
          </p:nvSpPr>
          <p:spPr>
            <a:xfrm>
              <a:off x="3137428" y="5360053"/>
              <a:ext cx="864466" cy="568541"/>
            </a:xfrm>
            <a:prstGeom prst="rect">
              <a:avLst/>
            </a:prstGeom>
            <a:noFill/>
          </p:spPr>
          <p:txBody>
            <a:bodyPr wrap="square" lIns="36000" rIns="36000" rtlCol="0" anchor="ctr" anchorCtr="0">
              <a:no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</a:rPr>
                <a:t>True</a:t>
              </a:r>
              <a:endParaRPr kumimoji="0" lang="ru-RU" sz="9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4B5F839-3453-44B7-97C0-D2145BE49547}"/>
                </a:ext>
              </a:extLst>
            </p:cNvPr>
            <p:cNvSpPr txBox="1"/>
            <p:nvPr/>
          </p:nvSpPr>
          <p:spPr>
            <a:xfrm>
              <a:off x="3130721" y="5925772"/>
              <a:ext cx="864466" cy="568541"/>
            </a:xfrm>
            <a:prstGeom prst="rect">
              <a:avLst/>
            </a:prstGeom>
            <a:noFill/>
          </p:spPr>
          <p:txBody>
            <a:bodyPr wrap="square" lIns="36000" rIns="36000" rtlCol="0" anchor="ctr" anchorCtr="0">
              <a:no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</a:rPr>
                <a:t>True</a:t>
              </a:r>
              <a:endParaRPr kumimoji="0" lang="ru-RU" sz="9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B101763-5CBF-4CF5-AFB5-2F675E5AB29C}"/>
                </a:ext>
              </a:extLst>
            </p:cNvPr>
            <p:cNvSpPr txBox="1"/>
            <p:nvPr/>
          </p:nvSpPr>
          <p:spPr>
            <a:xfrm>
              <a:off x="3996306" y="4791040"/>
              <a:ext cx="791708" cy="568541"/>
            </a:xfrm>
            <a:prstGeom prst="rect">
              <a:avLst/>
            </a:prstGeom>
            <a:noFill/>
          </p:spPr>
          <p:txBody>
            <a:bodyPr wrap="square" lIns="36000" rIns="36000" rtlCol="0" anchor="ctr" anchorCtr="0">
              <a:no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</a:rPr>
                <a:t>False</a:t>
              </a:r>
              <a:endParaRPr kumimoji="0" lang="ru-RU" sz="9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3511B4F-D953-4631-ABF6-A965AC1C2DC5}"/>
                </a:ext>
              </a:extLst>
            </p:cNvPr>
            <p:cNvSpPr txBox="1"/>
            <p:nvPr/>
          </p:nvSpPr>
          <p:spPr>
            <a:xfrm>
              <a:off x="3996306" y="5363814"/>
              <a:ext cx="791708" cy="568541"/>
            </a:xfrm>
            <a:prstGeom prst="rect">
              <a:avLst/>
            </a:prstGeom>
            <a:noFill/>
          </p:spPr>
          <p:txBody>
            <a:bodyPr wrap="square" lIns="36000" rIns="36000" rtlCol="0" anchor="ctr" anchorCtr="0">
              <a:no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</a:rPr>
                <a:t>False</a:t>
              </a:r>
              <a:endParaRPr kumimoji="0" lang="ru-RU" sz="9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B2B0B58-9369-44F5-8876-0264CE516936}"/>
                </a:ext>
              </a:extLst>
            </p:cNvPr>
            <p:cNvSpPr txBox="1"/>
            <p:nvPr/>
          </p:nvSpPr>
          <p:spPr>
            <a:xfrm>
              <a:off x="3989604" y="5929533"/>
              <a:ext cx="791708" cy="568541"/>
            </a:xfrm>
            <a:prstGeom prst="rect">
              <a:avLst/>
            </a:prstGeom>
            <a:noFill/>
          </p:spPr>
          <p:txBody>
            <a:bodyPr wrap="square" lIns="36000" rIns="36000" rtlCol="0" anchor="ctr" anchorCtr="0">
              <a:no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</a:rPr>
                <a:t>False</a:t>
              </a:r>
              <a:endParaRPr kumimoji="0" lang="ru-RU" sz="9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endParaRPr>
            </a:p>
          </p:txBody>
        </p:sp>
        <p:cxnSp>
          <p:nvCxnSpPr>
            <p:cNvPr id="79" name="Straight Arrow Connector 81">
              <a:extLst>
                <a:ext uri="{FF2B5EF4-FFF2-40B4-BE49-F238E27FC236}">
                  <a16:creationId xmlns:a16="http://schemas.microsoft.com/office/drawing/2014/main" id="{8BC1626F-EA6D-49C4-B3EB-17A6344D8ACB}"/>
                </a:ext>
              </a:extLst>
            </p:cNvPr>
            <p:cNvCxnSpPr/>
            <p:nvPr/>
          </p:nvCxnSpPr>
          <p:spPr>
            <a:xfrm>
              <a:off x="5796131" y="5497487"/>
              <a:ext cx="648077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80" name="Straight Arrow Connector 113">
              <a:extLst>
                <a:ext uri="{FF2B5EF4-FFF2-40B4-BE49-F238E27FC236}">
                  <a16:creationId xmlns:a16="http://schemas.microsoft.com/office/drawing/2014/main" id="{70A794EE-0AE2-4C2A-80E2-39320210B12F}"/>
                </a:ext>
              </a:extLst>
            </p:cNvPr>
            <p:cNvCxnSpPr/>
            <p:nvPr/>
          </p:nvCxnSpPr>
          <p:spPr>
            <a:xfrm flipV="1">
              <a:off x="3419872" y="3553271"/>
              <a:ext cx="0" cy="216024"/>
            </a:xfrm>
            <a:prstGeom prst="straightConnector1">
              <a:avLst/>
            </a:prstGeom>
            <a:noFill/>
            <a:ln w="6350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597098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279" y="248818"/>
            <a:ext cx="76413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kern="1200" dirty="0">
                <a:solidFill>
                  <a:schemeClr val="accent3"/>
                </a:solidFill>
                <a:latin typeface="+mj-lt"/>
              </a:rPr>
              <a:t>Объектно-ориентированная модель (для </a:t>
            </a:r>
            <a:r>
              <a:rPr lang="en-US" sz="3200" kern="1200" dirty="0">
                <a:solidFill>
                  <a:schemeClr val="accent3"/>
                </a:solidFill>
                <a:latin typeface="+mj-lt"/>
              </a:rPr>
              <a:t>ORM)</a:t>
            </a:r>
            <a:endParaRPr lang="ru-RU" sz="32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77279" y="1326036"/>
            <a:ext cx="795553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b="1" dirty="0">
                <a:solidFill>
                  <a:schemeClr val="accent1"/>
                </a:solidFill>
                <a:latin typeface="+mn-lt"/>
              </a:rPr>
              <a:t>Структура – тоже дерево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sz="1600" b="1" dirty="0">
                <a:solidFill>
                  <a:schemeClr val="accent1"/>
                </a:solidFill>
                <a:latin typeface="+mn-lt"/>
              </a:rPr>
              <a:t>+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 удобная для работы с отдельными объектами, полноценно представляющими соответствующие сущности со всеми их связями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sz="1600" b="1" dirty="0">
                <a:solidFill>
                  <a:schemeClr val="accent1"/>
                </a:solidFill>
                <a:latin typeface="+mn-lt"/>
              </a:rPr>
              <a:t>- 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сложность алгоритмов и низкая скорость выполнения запросов для обработки совокупности разнотипных объектов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776" y="2711031"/>
            <a:ext cx="6086475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248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279" y="204750"/>
            <a:ext cx="79555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kern="1200" dirty="0">
                <a:solidFill>
                  <a:schemeClr val="accent3"/>
                </a:solidFill>
                <a:latin typeface="+mj-lt"/>
              </a:rPr>
              <a:t>Реляционная модель (то, что надо!)</a:t>
            </a:r>
            <a:endParaRPr lang="ru-RU" sz="36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77279" y="851081"/>
            <a:ext cx="756418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b="1" dirty="0">
                <a:solidFill>
                  <a:schemeClr val="accent1"/>
                </a:solidFill>
                <a:latin typeface="+mn-lt"/>
              </a:rPr>
              <a:t>Структура – таблицы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sz="1600" b="1" dirty="0">
                <a:solidFill>
                  <a:schemeClr val="accent1"/>
                </a:solidFill>
                <a:latin typeface="+mn-lt"/>
              </a:rPr>
              <a:t>+ 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удобная для понимания, физической реализации и оперативной обработки данных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sz="1600" b="1" dirty="0">
                <a:solidFill>
                  <a:schemeClr val="accent1"/>
                </a:solidFill>
                <a:latin typeface="+mn-lt"/>
              </a:rPr>
              <a:t>-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 в общем случае необходимо анализировать совокупность таблиц даже если модифицируются атрибуты отдельной сущности</a:t>
            </a: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7868A8FB-FA25-4ACC-881C-A10DEA8480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103157"/>
              </p:ext>
            </p:extLst>
          </p:nvPr>
        </p:nvGraphicFramePr>
        <p:xfrm>
          <a:off x="1476264" y="2270981"/>
          <a:ext cx="2523300" cy="1197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3" imgW="2429000" imgH="1152618" progId="Excel.Sheet.12">
                  <p:embed/>
                </p:oleObj>
              </mc:Choice>
              <mc:Fallback>
                <p:oleObj name="Лист" r:id="rId3" imgW="2429000" imgH="1152618" progId="Excel.Sheet.12">
                  <p:embed/>
                  <p:pic>
                    <p:nvPicPr>
                      <p:cNvPr id="29" name="Object 3">
                        <a:extLst>
                          <a:ext uri="{FF2B5EF4-FFF2-40B4-BE49-F238E27FC236}">
                            <a16:creationId xmlns:a16="http://schemas.microsoft.com/office/drawing/2014/main" id="{7868A8FB-FA25-4ACC-881C-A10DEA8480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6264" y="2270981"/>
                        <a:ext cx="2523300" cy="1197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BD1184D5-58CA-43FB-BBBA-B6BAC52CCB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432078"/>
              </p:ext>
            </p:extLst>
          </p:nvPr>
        </p:nvGraphicFramePr>
        <p:xfrm>
          <a:off x="4306641" y="3064257"/>
          <a:ext cx="1324081" cy="998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5" imgW="1276530" imgH="961968" progId="Excel.Sheet.12">
                  <p:embed/>
                </p:oleObj>
              </mc:Choice>
              <mc:Fallback>
                <p:oleObj name="Лист" r:id="rId5" imgW="1276530" imgH="961968" progId="Excel.Sheet.12">
                  <p:embed/>
                  <p:pic>
                    <p:nvPicPr>
                      <p:cNvPr id="30" name="Object 5">
                        <a:extLst>
                          <a:ext uri="{FF2B5EF4-FFF2-40B4-BE49-F238E27FC236}">
                            <a16:creationId xmlns:a16="http://schemas.microsoft.com/office/drawing/2014/main" id="{BD1184D5-58CA-43FB-BBBA-B6BAC52CCB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06641" y="3064257"/>
                        <a:ext cx="1324081" cy="9980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46744AFC-ECE2-427F-8215-18279CF013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008479"/>
              </p:ext>
            </p:extLst>
          </p:nvPr>
        </p:nvGraphicFramePr>
        <p:xfrm>
          <a:off x="5937799" y="2856629"/>
          <a:ext cx="1834207" cy="1405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7" imgW="1752723" imgH="1342889" progId="Excel.Sheet.12">
                  <p:embed/>
                </p:oleObj>
              </mc:Choice>
              <mc:Fallback>
                <p:oleObj name="Лист" r:id="rId7" imgW="1752723" imgH="1342889" progId="Excel.Sheet.12">
                  <p:embed/>
                  <p:pic>
                    <p:nvPicPr>
                      <p:cNvPr id="31" name="Object 7">
                        <a:extLst>
                          <a:ext uri="{FF2B5EF4-FFF2-40B4-BE49-F238E27FC236}">
                            <a16:creationId xmlns:a16="http://schemas.microsoft.com/office/drawing/2014/main" id="{46744AFC-ECE2-427F-8215-18279CF013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37799" y="2856629"/>
                        <a:ext cx="1834207" cy="14055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9">
            <a:extLst>
              <a:ext uri="{FF2B5EF4-FFF2-40B4-BE49-F238E27FC236}">
                <a16:creationId xmlns:a16="http://schemas.microsoft.com/office/drawing/2014/main" id="{106747DD-2EB8-46E8-90CB-1DEF3453C3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8044967"/>
              </p:ext>
            </p:extLst>
          </p:nvPr>
        </p:nvGraphicFramePr>
        <p:xfrm>
          <a:off x="1476264" y="3682821"/>
          <a:ext cx="2523300" cy="976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9" imgW="2257283" imgH="961968" progId="Excel.Sheet.12">
                  <p:embed/>
                </p:oleObj>
              </mc:Choice>
              <mc:Fallback>
                <p:oleObj name="Лист" r:id="rId9" imgW="2257283" imgH="961968" progId="Excel.Sheet.12">
                  <p:embed/>
                  <p:pic>
                    <p:nvPicPr>
                      <p:cNvPr id="32" name="Object 9">
                        <a:extLst>
                          <a:ext uri="{FF2B5EF4-FFF2-40B4-BE49-F238E27FC236}">
                            <a16:creationId xmlns:a16="http://schemas.microsoft.com/office/drawing/2014/main" id="{106747DD-2EB8-46E8-90CB-1DEF3453C3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76264" y="3682821"/>
                        <a:ext cx="2523300" cy="9765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3722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279" y="204750"/>
            <a:ext cx="79555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kern="1200" dirty="0">
                <a:solidFill>
                  <a:schemeClr val="accent3"/>
                </a:solidFill>
                <a:latin typeface="+mj-lt"/>
              </a:rPr>
              <a:t>Постреляционная модель </a:t>
            </a:r>
          </a:p>
          <a:p>
            <a:r>
              <a:rPr lang="ru-RU" sz="3600" kern="1200" dirty="0">
                <a:solidFill>
                  <a:schemeClr val="accent3"/>
                </a:solidFill>
                <a:latin typeface="+mj-lt"/>
              </a:rPr>
              <a:t>(лучшее – враг хорошего )</a:t>
            </a:r>
            <a:endParaRPr lang="ru-RU" sz="36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77279" y="1510976"/>
            <a:ext cx="795553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b="1" dirty="0">
                <a:solidFill>
                  <a:schemeClr val="accent1"/>
                </a:solidFill>
                <a:latin typeface="+mn-lt"/>
              </a:rPr>
              <a:t>Структура – таблицы с возможностью вложенности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sz="1600" dirty="0">
                <a:solidFill>
                  <a:schemeClr val="accent1"/>
                </a:solidFill>
                <a:latin typeface="+mn-lt"/>
              </a:rPr>
              <a:t>+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 можно заменить совокупность связанных реляционных таблиц одной постреляционной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sz="1600" b="1" dirty="0">
                <a:solidFill>
                  <a:schemeClr val="accent1"/>
                </a:solidFill>
                <a:latin typeface="+mn-lt"/>
              </a:rPr>
              <a:t>-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 сложно контролировать полноту и неизбыточность </a:t>
            </a:r>
          </a:p>
        </p:txBody>
      </p:sp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4050C19B-5A3D-4245-AEA3-8A1F56F08E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414913"/>
              </p:ext>
            </p:extLst>
          </p:nvPr>
        </p:nvGraphicFramePr>
        <p:xfrm>
          <a:off x="2792412" y="2570980"/>
          <a:ext cx="3559175" cy="2300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3" imgW="2371887" imgH="1533539" progId="Excel.Sheet.12">
                  <p:embed/>
                </p:oleObj>
              </mc:Choice>
              <mc:Fallback>
                <p:oleObj name="Лист" r:id="rId3" imgW="2371887" imgH="1533539" progId="Excel.Sheet.12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4050C19B-5A3D-4245-AEA3-8A1F56F08E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92412" y="2570980"/>
                        <a:ext cx="3559175" cy="23007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0793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279" y="204750"/>
            <a:ext cx="79555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kern="1200" dirty="0">
                <a:solidFill>
                  <a:schemeClr val="accent3"/>
                </a:solidFill>
                <a:latin typeface="+mj-lt"/>
              </a:rPr>
              <a:t>Метод ER-диаграмм для проектирования реляционной БД</a:t>
            </a:r>
            <a:endParaRPr lang="ru-RU" sz="3600" dirty="0">
              <a:solidFill>
                <a:schemeClr val="accent3"/>
              </a:solidFill>
              <a:latin typeface="+mj-lt"/>
            </a:endParaRPr>
          </a:p>
        </p:txBody>
      </p:sp>
      <p:grpSp>
        <p:nvGrpSpPr>
          <p:cNvPr id="51" name="Group 100">
            <a:extLst>
              <a:ext uri="{FF2B5EF4-FFF2-40B4-BE49-F238E27FC236}">
                <a16:creationId xmlns:a16="http://schemas.microsoft.com/office/drawing/2014/main" id="{4E1E7629-848B-48D8-8A90-F8EB35163726}"/>
              </a:ext>
            </a:extLst>
          </p:cNvPr>
          <p:cNvGrpSpPr/>
          <p:nvPr/>
        </p:nvGrpSpPr>
        <p:grpSpPr>
          <a:xfrm>
            <a:off x="1279520" y="1590495"/>
            <a:ext cx="2880319" cy="1378697"/>
            <a:chOff x="154492" y="2057104"/>
            <a:chExt cx="2880319" cy="1378697"/>
          </a:xfrm>
        </p:grpSpPr>
        <p:sp>
          <p:nvSpPr>
            <p:cNvPr id="52" name="Прямоугольник 4">
              <a:extLst>
                <a:ext uri="{FF2B5EF4-FFF2-40B4-BE49-F238E27FC236}">
                  <a16:creationId xmlns:a16="http://schemas.microsoft.com/office/drawing/2014/main" id="{E6270FFE-650B-4C50-BC12-C85F9EC902E8}"/>
                </a:ext>
              </a:extLst>
            </p:cNvPr>
            <p:cNvSpPr/>
            <p:nvPr/>
          </p:nvSpPr>
          <p:spPr>
            <a:xfrm>
              <a:off x="2051720" y="2086330"/>
              <a:ext cx="983091" cy="13449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sng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Проект</a:t>
              </a:r>
            </a:p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Важный 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Срочный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Скучный</a:t>
              </a:r>
            </a:p>
          </p:txBody>
        </p:sp>
        <p:sp>
          <p:nvSpPr>
            <p:cNvPr id="53" name="Прямоугольник 3">
              <a:extLst>
                <a:ext uri="{FF2B5EF4-FFF2-40B4-BE49-F238E27FC236}">
                  <a16:creationId xmlns:a16="http://schemas.microsoft.com/office/drawing/2014/main" id="{FAFA1072-D725-4DDE-94EB-3AF4B72AD128}"/>
                </a:ext>
              </a:extLst>
            </p:cNvPr>
            <p:cNvSpPr/>
            <p:nvPr/>
          </p:nvSpPr>
          <p:spPr>
            <a:xfrm>
              <a:off x="154492" y="2057104"/>
              <a:ext cx="1224135" cy="13786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sng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Сотрудник</a:t>
              </a:r>
            </a:p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Иванов И.И.</a:t>
              </a:r>
            </a:p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Петров П.П.</a:t>
              </a:r>
            </a:p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Сидоров С.С.</a:t>
              </a:r>
            </a:p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Егоров Е.Е.</a:t>
              </a:r>
            </a:p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Новый Н.Н.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cxnSp>
          <p:nvCxnSpPr>
            <p:cNvPr id="54" name="Прямая со стрелкой 6">
              <a:extLst>
                <a:ext uri="{FF2B5EF4-FFF2-40B4-BE49-F238E27FC236}">
                  <a16:creationId xmlns:a16="http://schemas.microsoft.com/office/drawing/2014/main" id="{91181B34-252E-4100-8A01-18B4F0BA3BB9}"/>
                </a:ext>
              </a:extLst>
            </p:cNvPr>
            <p:cNvCxnSpPr/>
            <p:nvPr/>
          </p:nvCxnSpPr>
          <p:spPr>
            <a:xfrm>
              <a:off x="1378627" y="2420888"/>
              <a:ext cx="673093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472C4">
                  <a:lumMod val="50000"/>
                </a:srgbClr>
              </a:solidFill>
              <a:prstDash val="solid"/>
              <a:miter lim="800000"/>
              <a:headEnd type="oval" w="med" len="med"/>
              <a:tailEnd type="oval" w="med" len="med"/>
            </a:ln>
          </p:spPr>
        </p:cxnSp>
        <p:cxnSp>
          <p:nvCxnSpPr>
            <p:cNvPr id="55" name="Прямая со стрелкой 5">
              <a:extLst>
                <a:ext uri="{FF2B5EF4-FFF2-40B4-BE49-F238E27FC236}">
                  <a16:creationId xmlns:a16="http://schemas.microsoft.com/office/drawing/2014/main" id="{7066D9D7-8645-4F9C-8472-CC7D21125D0C}"/>
                </a:ext>
              </a:extLst>
            </p:cNvPr>
            <p:cNvCxnSpPr/>
            <p:nvPr/>
          </p:nvCxnSpPr>
          <p:spPr>
            <a:xfrm flipV="1">
              <a:off x="1378627" y="2642681"/>
              <a:ext cx="673093" cy="192141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472C4">
                  <a:lumMod val="50000"/>
                </a:srgbClr>
              </a:solidFill>
              <a:prstDash val="solid"/>
              <a:miter lim="800000"/>
              <a:headEnd type="oval" w="med" len="med"/>
              <a:tailEnd type="oval" w="med" len="med"/>
            </a:ln>
          </p:spPr>
        </p:cxnSp>
        <p:cxnSp>
          <p:nvCxnSpPr>
            <p:cNvPr id="56" name="Прямая со стрелкой 2">
              <a:extLst>
                <a:ext uri="{FF2B5EF4-FFF2-40B4-BE49-F238E27FC236}">
                  <a16:creationId xmlns:a16="http://schemas.microsoft.com/office/drawing/2014/main" id="{14ACA150-F5A7-4E15-962F-6606F9836CA0}"/>
                </a:ext>
              </a:extLst>
            </p:cNvPr>
            <p:cNvCxnSpPr/>
            <p:nvPr/>
          </p:nvCxnSpPr>
          <p:spPr>
            <a:xfrm flipV="1">
              <a:off x="1378627" y="2468892"/>
              <a:ext cx="673093" cy="114038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472C4">
                  <a:lumMod val="50000"/>
                </a:srgbClr>
              </a:solidFill>
              <a:prstDash val="solid"/>
              <a:miter lim="800000"/>
              <a:headEnd type="oval" w="med" len="med"/>
              <a:tailEnd type="oval" w="med" len="med"/>
            </a:ln>
          </p:spPr>
        </p:cxnSp>
        <p:cxnSp>
          <p:nvCxnSpPr>
            <p:cNvPr id="57" name="Прямая со стрелкой 12">
              <a:extLst>
                <a:ext uri="{FF2B5EF4-FFF2-40B4-BE49-F238E27FC236}">
                  <a16:creationId xmlns:a16="http://schemas.microsoft.com/office/drawing/2014/main" id="{05E8D457-A8F1-4E42-B910-0E29CCD5F6D7}"/>
                </a:ext>
              </a:extLst>
            </p:cNvPr>
            <p:cNvCxnSpPr/>
            <p:nvPr/>
          </p:nvCxnSpPr>
          <p:spPr>
            <a:xfrm flipV="1">
              <a:off x="1378627" y="2637495"/>
              <a:ext cx="673093" cy="423866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472C4">
                  <a:lumMod val="50000"/>
                </a:srgbClr>
              </a:solidFill>
              <a:prstDash val="solid"/>
              <a:miter lim="800000"/>
              <a:headEnd type="oval" w="med" len="med"/>
              <a:tailEnd type="oval" w="med" len="med"/>
            </a:ln>
          </p:spPr>
        </p:cxnSp>
        <p:cxnSp>
          <p:nvCxnSpPr>
            <p:cNvPr id="58" name="Прямая со стрелкой 2">
              <a:extLst>
                <a:ext uri="{FF2B5EF4-FFF2-40B4-BE49-F238E27FC236}">
                  <a16:creationId xmlns:a16="http://schemas.microsoft.com/office/drawing/2014/main" id="{68934CAF-BD2F-4A04-974B-478606EE4E6B}"/>
                </a:ext>
              </a:extLst>
            </p:cNvPr>
            <p:cNvCxnSpPr/>
            <p:nvPr/>
          </p:nvCxnSpPr>
          <p:spPr>
            <a:xfrm>
              <a:off x="1378627" y="2600667"/>
              <a:ext cx="673093" cy="24277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472C4">
                  <a:lumMod val="50000"/>
                </a:srgbClr>
              </a:solidFill>
              <a:prstDash val="solid"/>
              <a:miter lim="800000"/>
              <a:headEnd type="oval" w="med" len="med"/>
              <a:tailEnd type="oval" w="med" len="med"/>
            </a:ln>
          </p:spPr>
        </p:cxnSp>
      </p:grpSp>
      <p:grpSp>
        <p:nvGrpSpPr>
          <p:cNvPr id="59" name="Group 102">
            <a:extLst>
              <a:ext uri="{FF2B5EF4-FFF2-40B4-BE49-F238E27FC236}">
                <a16:creationId xmlns:a16="http://schemas.microsoft.com/office/drawing/2014/main" id="{FE524628-F087-437B-A053-D5B1D35530FA}"/>
              </a:ext>
            </a:extLst>
          </p:cNvPr>
          <p:cNvGrpSpPr/>
          <p:nvPr/>
        </p:nvGrpSpPr>
        <p:grpSpPr>
          <a:xfrm>
            <a:off x="1147318" y="3012664"/>
            <a:ext cx="3221254" cy="1378697"/>
            <a:chOff x="154492" y="2057104"/>
            <a:chExt cx="2751005" cy="1378697"/>
          </a:xfrm>
        </p:grpSpPr>
        <p:sp>
          <p:nvSpPr>
            <p:cNvPr id="60" name="Прямоугольник 4">
              <a:extLst>
                <a:ext uri="{FF2B5EF4-FFF2-40B4-BE49-F238E27FC236}">
                  <a16:creationId xmlns:a16="http://schemas.microsoft.com/office/drawing/2014/main" id="{593EC485-9CF7-4F59-83CC-DDA91D2D3C22}"/>
                </a:ext>
              </a:extLst>
            </p:cNvPr>
            <p:cNvSpPr/>
            <p:nvPr/>
          </p:nvSpPr>
          <p:spPr>
            <a:xfrm>
              <a:off x="1859790" y="2057104"/>
              <a:ext cx="1045707" cy="13449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sng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Должность</a:t>
              </a:r>
            </a:p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инженер 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ст. инженер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вед. инженер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менеджер</a:t>
              </a:r>
            </a:p>
          </p:txBody>
        </p:sp>
        <p:sp>
          <p:nvSpPr>
            <p:cNvPr id="61" name="Прямоугольник 3">
              <a:extLst>
                <a:ext uri="{FF2B5EF4-FFF2-40B4-BE49-F238E27FC236}">
                  <a16:creationId xmlns:a16="http://schemas.microsoft.com/office/drawing/2014/main" id="{4426DBB0-CEC5-42EF-9C9B-48800AB92B01}"/>
                </a:ext>
              </a:extLst>
            </p:cNvPr>
            <p:cNvSpPr/>
            <p:nvPr/>
          </p:nvSpPr>
          <p:spPr>
            <a:xfrm>
              <a:off x="154492" y="2057104"/>
              <a:ext cx="1087606" cy="13786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sng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Сотрудник</a:t>
              </a:r>
            </a:p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Иванов И.И.</a:t>
              </a:r>
            </a:p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Петров П.П.</a:t>
              </a:r>
            </a:p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Сидоров С.С.</a:t>
              </a:r>
            </a:p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Егоров Е.Е.</a:t>
              </a:r>
            </a:p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</a:rPr>
                <a:t>Новый Н.Н.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cxnSp>
          <p:nvCxnSpPr>
            <p:cNvPr id="62" name="Прямая со стрелкой 6">
              <a:extLst>
                <a:ext uri="{FF2B5EF4-FFF2-40B4-BE49-F238E27FC236}">
                  <a16:creationId xmlns:a16="http://schemas.microsoft.com/office/drawing/2014/main" id="{3C3D9AC8-EA52-416E-ABB9-F239CB79C59E}"/>
                </a:ext>
              </a:extLst>
            </p:cNvPr>
            <p:cNvCxnSpPr/>
            <p:nvPr/>
          </p:nvCxnSpPr>
          <p:spPr>
            <a:xfrm flipV="1">
              <a:off x="1242098" y="2410956"/>
              <a:ext cx="617692" cy="388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472C4">
                  <a:lumMod val="50000"/>
                </a:srgbClr>
              </a:solidFill>
              <a:prstDash val="solid"/>
              <a:miter lim="800000"/>
              <a:headEnd type="oval" w="med" len="med"/>
              <a:tailEnd type="oval" w="med" len="med"/>
            </a:ln>
          </p:spPr>
        </p:cxnSp>
        <p:cxnSp>
          <p:nvCxnSpPr>
            <p:cNvPr id="63" name="Прямая со стрелкой 5">
              <a:extLst>
                <a:ext uri="{FF2B5EF4-FFF2-40B4-BE49-F238E27FC236}">
                  <a16:creationId xmlns:a16="http://schemas.microsoft.com/office/drawing/2014/main" id="{53BB9190-54B6-44B4-8045-0D303D3E379D}"/>
                </a:ext>
              </a:extLst>
            </p:cNvPr>
            <p:cNvCxnSpPr/>
            <p:nvPr/>
          </p:nvCxnSpPr>
          <p:spPr>
            <a:xfrm flipV="1">
              <a:off x="1242098" y="2500348"/>
              <a:ext cx="617692" cy="559957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472C4">
                  <a:lumMod val="50000"/>
                </a:srgbClr>
              </a:solidFill>
              <a:prstDash val="solid"/>
              <a:miter lim="800000"/>
              <a:headEnd type="oval" w="med" len="med"/>
              <a:tailEnd type="oval" w="med" len="med"/>
            </a:ln>
          </p:spPr>
        </p:cxnSp>
        <p:cxnSp>
          <p:nvCxnSpPr>
            <p:cNvPr id="64" name="Прямая со стрелкой 2">
              <a:extLst>
                <a:ext uri="{FF2B5EF4-FFF2-40B4-BE49-F238E27FC236}">
                  <a16:creationId xmlns:a16="http://schemas.microsoft.com/office/drawing/2014/main" id="{8D902EF9-6B77-467C-9D52-21A12CF34881}"/>
                </a:ext>
              </a:extLst>
            </p:cNvPr>
            <p:cNvCxnSpPr/>
            <p:nvPr/>
          </p:nvCxnSpPr>
          <p:spPr>
            <a:xfrm>
              <a:off x="1242098" y="2624793"/>
              <a:ext cx="617692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472C4">
                  <a:lumMod val="50000"/>
                </a:srgbClr>
              </a:solidFill>
              <a:prstDash val="solid"/>
              <a:miter lim="800000"/>
              <a:headEnd type="oval" w="med" len="med"/>
              <a:tailEnd type="oval" w="med" len="med"/>
            </a:ln>
          </p:spPr>
        </p:cxnSp>
        <p:cxnSp>
          <p:nvCxnSpPr>
            <p:cNvPr id="65" name="Прямая со стрелкой 12">
              <a:extLst>
                <a:ext uri="{FF2B5EF4-FFF2-40B4-BE49-F238E27FC236}">
                  <a16:creationId xmlns:a16="http://schemas.microsoft.com/office/drawing/2014/main" id="{168720CE-AA82-4941-884F-CA7DD2DBFD98}"/>
                </a:ext>
              </a:extLst>
            </p:cNvPr>
            <p:cNvCxnSpPr/>
            <p:nvPr/>
          </p:nvCxnSpPr>
          <p:spPr>
            <a:xfrm>
              <a:off x="1242098" y="2868127"/>
              <a:ext cx="617692" cy="192178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472C4">
                  <a:lumMod val="50000"/>
                </a:srgbClr>
              </a:solidFill>
              <a:prstDash val="solid"/>
              <a:miter lim="800000"/>
              <a:headEnd type="oval" w="med" len="med"/>
              <a:tailEnd type="oval" w="med" len="med"/>
            </a:ln>
          </p:spPr>
        </p:cxnSp>
        <p:cxnSp>
          <p:nvCxnSpPr>
            <p:cNvPr id="66" name="Прямая со стрелкой 2">
              <a:extLst>
                <a:ext uri="{FF2B5EF4-FFF2-40B4-BE49-F238E27FC236}">
                  <a16:creationId xmlns:a16="http://schemas.microsoft.com/office/drawing/2014/main" id="{D6BD53E8-4934-4214-97B1-8BB893209CF5}"/>
                </a:ext>
              </a:extLst>
            </p:cNvPr>
            <p:cNvCxnSpPr/>
            <p:nvPr/>
          </p:nvCxnSpPr>
          <p:spPr>
            <a:xfrm flipV="1">
              <a:off x="1242098" y="3128174"/>
              <a:ext cx="617692" cy="10774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472C4">
                  <a:lumMod val="50000"/>
                </a:srgbClr>
              </a:solidFill>
              <a:prstDash val="solid"/>
              <a:miter lim="800000"/>
              <a:headEnd type="oval" w="med" len="med"/>
              <a:tailEnd type="oval" w="med" len="med"/>
            </a:ln>
          </p:spPr>
        </p:cxnSp>
      </p:grpSp>
      <p:grpSp>
        <p:nvGrpSpPr>
          <p:cNvPr id="95" name="Group 101">
            <a:extLst>
              <a:ext uri="{FF2B5EF4-FFF2-40B4-BE49-F238E27FC236}">
                <a16:creationId xmlns:a16="http://schemas.microsoft.com/office/drawing/2014/main" id="{7A46ED67-6F14-4454-AFD6-0D354122FFFD}"/>
              </a:ext>
            </a:extLst>
          </p:cNvPr>
          <p:cNvGrpSpPr/>
          <p:nvPr/>
        </p:nvGrpSpPr>
        <p:grpSpPr>
          <a:xfrm>
            <a:off x="4463240" y="2202427"/>
            <a:ext cx="4069573" cy="528970"/>
            <a:chOff x="3910449" y="2212571"/>
            <a:chExt cx="4926579" cy="640365"/>
          </a:xfrm>
        </p:grpSpPr>
        <p:sp>
          <p:nvSpPr>
            <p:cNvPr id="96" name="Прямоугольник 78">
              <a:extLst>
                <a:ext uri="{FF2B5EF4-FFF2-40B4-BE49-F238E27FC236}">
                  <a16:creationId xmlns:a16="http://schemas.microsoft.com/office/drawing/2014/main" id="{47C3FF4E-52D1-43BC-AA10-F6EF80EA6DE9}"/>
                </a:ext>
              </a:extLst>
            </p:cNvPr>
            <p:cNvSpPr/>
            <p:nvPr/>
          </p:nvSpPr>
          <p:spPr>
            <a:xfrm>
              <a:off x="3910449" y="2445688"/>
              <a:ext cx="1074590" cy="27450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4472C4">
                  <a:lumMod val="5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  <a:ea typeface="Arial" panose="020B0604020202020204" pitchFamily="34" charset="0"/>
                  <a:cs typeface="Times New Roman" panose="02020603050405020304" pitchFamily="18" charset="0"/>
                </a:rPr>
                <a:t>Сотрудник</a:t>
              </a:r>
              <a:endParaRPr kumimoji="0" lang="ru-RU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oxima Nova Rg" panose="02000506030000020004" pitchFamily="2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Прямоугольник 79">
              <a:extLst>
                <a:ext uri="{FF2B5EF4-FFF2-40B4-BE49-F238E27FC236}">
                  <a16:creationId xmlns:a16="http://schemas.microsoft.com/office/drawing/2014/main" id="{61A4FE14-D914-4953-B8E4-53CCFB05A782}"/>
                </a:ext>
              </a:extLst>
            </p:cNvPr>
            <p:cNvSpPr/>
            <p:nvPr/>
          </p:nvSpPr>
          <p:spPr>
            <a:xfrm>
              <a:off x="7750702" y="2445688"/>
              <a:ext cx="1086326" cy="27450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4472C4">
                  <a:lumMod val="5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  <a:ea typeface="Arial" panose="020B0604020202020204" pitchFamily="34" charset="0"/>
                  <a:cs typeface="Times New Roman" panose="02020603050405020304" pitchFamily="18" charset="0"/>
                </a:rPr>
                <a:t>Проект</a:t>
              </a:r>
              <a:endParaRPr kumimoji="0" lang="ru-RU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oxima Nova Rg" panose="02000506030000020004" pitchFamily="2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Прямоугольник 80">
              <a:extLst>
                <a:ext uri="{FF2B5EF4-FFF2-40B4-BE49-F238E27FC236}">
                  <a16:creationId xmlns:a16="http://schemas.microsoft.com/office/drawing/2014/main" id="{99412878-0824-4BAA-B075-2AF676D2C9F9}"/>
                </a:ext>
              </a:extLst>
            </p:cNvPr>
            <p:cNvSpPr/>
            <p:nvPr/>
          </p:nvSpPr>
          <p:spPr>
            <a:xfrm>
              <a:off x="5013366" y="2212571"/>
              <a:ext cx="343224" cy="3827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kumimoji="0" lang="ru-RU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oxima Nova Rg" panose="02000506030000020004" pitchFamily="2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99" name="Прямоугольник 81">
              <a:extLst>
                <a:ext uri="{FF2B5EF4-FFF2-40B4-BE49-F238E27FC236}">
                  <a16:creationId xmlns:a16="http://schemas.microsoft.com/office/drawing/2014/main" id="{5974EADD-7300-4140-A74A-5C9BD654D737}"/>
                </a:ext>
              </a:extLst>
            </p:cNvPr>
            <p:cNvSpPr/>
            <p:nvPr/>
          </p:nvSpPr>
          <p:spPr>
            <a:xfrm>
              <a:off x="7381764" y="2212571"/>
              <a:ext cx="317587" cy="3770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  <a:ea typeface="Arial" panose="020B0604020202020204" pitchFamily="34" charset="0"/>
                  <a:cs typeface="Times New Roman" panose="02020603050405020304" pitchFamily="18" charset="0"/>
                </a:rPr>
                <a:t>N</a:t>
              </a:r>
              <a:endParaRPr kumimoji="0" lang="ru-RU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oxima Nova Rg" panose="02000506030000020004" pitchFamily="2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cxnSp>
          <p:nvCxnSpPr>
            <p:cNvPr id="100" name="Прямая со стрелкой 82">
              <a:extLst>
                <a:ext uri="{FF2B5EF4-FFF2-40B4-BE49-F238E27FC236}">
                  <a16:creationId xmlns:a16="http://schemas.microsoft.com/office/drawing/2014/main" id="{1CAD9CAC-377D-4EE8-B00A-C3A9D973FCB3}"/>
                </a:ext>
              </a:extLst>
            </p:cNvPr>
            <p:cNvCxnSpPr>
              <a:stCxn id="103" idx="3"/>
              <a:endCxn id="97" idx="1"/>
            </p:cNvCxnSpPr>
            <p:nvPr/>
          </p:nvCxnSpPr>
          <p:spPr>
            <a:xfrm flipV="1">
              <a:off x="7351617" y="2582941"/>
              <a:ext cx="399085" cy="828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472C4">
                  <a:lumMod val="5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01" name="Группа 83">
              <a:extLst>
                <a:ext uri="{FF2B5EF4-FFF2-40B4-BE49-F238E27FC236}">
                  <a16:creationId xmlns:a16="http://schemas.microsoft.com/office/drawing/2014/main" id="{EB1A194A-9658-4447-87A4-4E51D942E1B4}"/>
                </a:ext>
              </a:extLst>
            </p:cNvPr>
            <p:cNvGrpSpPr/>
            <p:nvPr/>
          </p:nvGrpSpPr>
          <p:grpSpPr>
            <a:xfrm>
              <a:off x="5335393" y="2329505"/>
              <a:ext cx="2016224" cy="523431"/>
              <a:chOff x="3600" y="5625"/>
              <a:chExt cx="2055" cy="870"/>
            </a:xfrm>
          </p:grpSpPr>
          <p:sp>
            <p:nvSpPr>
              <p:cNvPr id="103" name="Ромб 84">
                <a:extLst>
                  <a:ext uri="{FF2B5EF4-FFF2-40B4-BE49-F238E27FC236}">
                    <a16:creationId xmlns:a16="http://schemas.microsoft.com/office/drawing/2014/main" id="{D7A98961-9F31-4642-B465-08DFE0E1F731}"/>
                  </a:ext>
                </a:extLst>
              </p:cNvPr>
              <p:cNvSpPr/>
              <p:nvPr/>
            </p:nvSpPr>
            <p:spPr>
              <a:xfrm>
                <a:off x="3600" y="5625"/>
                <a:ext cx="2055" cy="870"/>
              </a:xfrm>
              <a:prstGeom prst="diamond">
                <a:avLst/>
              </a:prstGeom>
              <a:solidFill>
                <a:srgbClr val="FFFFFF"/>
              </a:solidFill>
              <a:ln w="9525" cap="flat" cmpd="sng">
                <a:solidFill>
                  <a:srgbClr val="4472C4">
                    <a:lumMod val="5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2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Proxima Nova Rg" panose="02000506030000020004" pitchFamily="2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04" name="Прямоугольник 85">
                <a:extLst>
                  <a:ext uri="{FF2B5EF4-FFF2-40B4-BE49-F238E27FC236}">
                    <a16:creationId xmlns:a16="http://schemas.microsoft.com/office/drawing/2014/main" id="{1CFBE5B0-C4ED-4F89-9DF9-16A492AD9CED}"/>
                  </a:ext>
                </a:extLst>
              </p:cNvPr>
              <p:cNvSpPr/>
              <p:nvPr/>
            </p:nvSpPr>
            <p:spPr>
              <a:xfrm>
                <a:off x="4004" y="5784"/>
                <a:ext cx="1172" cy="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1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Proxima Nova Rg" panose="02000506030000020004" pitchFamily="2" charset="0"/>
                    <a:ea typeface="Arial" panose="020B0604020202020204" pitchFamily="34" charset="0"/>
                    <a:cs typeface="Times New Roman" panose="02020603050405020304" pitchFamily="18" charset="0"/>
                  </a:rPr>
                  <a:t>участвует</a:t>
                </a:r>
                <a:endParaRPr kumimoji="0" lang="ru-RU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oxima Nova Rg" panose="02000506030000020004" pitchFamily="2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02" name="Прямая со стрелкой 86">
              <a:extLst>
                <a:ext uri="{FF2B5EF4-FFF2-40B4-BE49-F238E27FC236}">
                  <a16:creationId xmlns:a16="http://schemas.microsoft.com/office/drawing/2014/main" id="{EA231302-D3E1-4033-8A56-673EE22ED46F}"/>
                </a:ext>
              </a:extLst>
            </p:cNvPr>
            <p:cNvCxnSpPr>
              <a:stCxn id="96" idx="3"/>
              <a:endCxn id="103" idx="1"/>
            </p:cNvCxnSpPr>
            <p:nvPr/>
          </p:nvCxnSpPr>
          <p:spPr>
            <a:xfrm>
              <a:off x="4985039" y="2582941"/>
              <a:ext cx="350354" cy="828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4472C4">
                  <a:lumMod val="5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105" name="Rounded Rectangle 167">
            <a:extLst>
              <a:ext uri="{FF2B5EF4-FFF2-40B4-BE49-F238E27FC236}">
                <a16:creationId xmlns:a16="http://schemas.microsoft.com/office/drawing/2014/main" id="{5EF9EA93-4F48-441C-A394-D3289BF79474}"/>
              </a:ext>
            </a:extLst>
          </p:cNvPr>
          <p:cNvSpPr/>
          <p:nvPr/>
        </p:nvSpPr>
        <p:spPr>
          <a:xfrm>
            <a:off x="5661696" y="1467936"/>
            <a:ext cx="1625309" cy="303569"/>
          </a:xfrm>
          <a:prstGeom prst="roundRect">
            <a:avLst/>
          </a:prstGeom>
          <a:noFill/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100" b="1" kern="0" dirty="0">
                <a:latin typeface="Proxima Nova Rg" panose="02000506030000020004" pitchFamily="2" charset="0"/>
                <a:cs typeface="Times New Roman" panose="02020603050405020304" pitchFamily="18" charset="0"/>
              </a:rPr>
              <a:t>степень связи:</a:t>
            </a:r>
            <a:r>
              <a:rPr lang="ru-RU" sz="1100" kern="0" dirty="0">
                <a:latin typeface="Proxima Nova Rg" panose="02000506030000020004" pitchFamily="2" charset="0"/>
                <a:cs typeface="Times New Roman" panose="02020603050405020304" pitchFamily="18" charset="0"/>
              </a:rPr>
              <a:t> 1 или </a:t>
            </a:r>
            <a:r>
              <a:rPr lang="en-US" sz="1100" kern="0" dirty="0">
                <a:latin typeface="Proxima Nova Rg" panose="02000506030000020004" pitchFamily="2" charset="0"/>
                <a:cs typeface="Times New Roman" panose="02020603050405020304" pitchFamily="18" charset="0"/>
              </a:rPr>
              <a:t>N</a:t>
            </a:r>
            <a:endParaRPr lang="ru-RU" sz="1100" kern="0" dirty="0">
              <a:latin typeface="Proxima Nova Rg" panose="02000506030000020004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106" name="Elbow Connector 199">
            <a:extLst>
              <a:ext uri="{FF2B5EF4-FFF2-40B4-BE49-F238E27FC236}">
                <a16:creationId xmlns:a16="http://schemas.microsoft.com/office/drawing/2014/main" id="{60C30E66-9B9F-47DB-BD8F-6B3A4129D8D9}"/>
              </a:ext>
            </a:extLst>
          </p:cNvPr>
          <p:cNvCxnSpPr>
            <a:stCxn id="105" idx="2"/>
            <a:endCxn id="98" idx="0"/>
          </p:cNvCxnSpPr>
          <p:nvPr/>
        </p:nvCxnSpPr>
        <p:spPr>
          <a:xfrm rot="5400000">
            <a:off x="5779743" y="1507819"/>
            <a:ext cx="430922" cy="958294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206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7" name="Elbow Connector 203">
            <a:extLst>
              <a:ext uri="{FF2B5EF4-FFF2-40B4-BE49-F238E27FC236}">
                <a16:creationId xmlns:a16="http://schemas.microsoft.com/office/drawing/2014/main" id="{358E45E1-5ABD-4F33-8F30-E7C00DB541C4}"/>
              </a:ext>
            </a:extLst>
          </p:cNvPr>
          <p:cNvCxnSpPr>
            <a:stCxn id="105" idx="2"/>
            <a:endCxn id="99" idx="0"/>
          </p:cNvCxnSpPr>
          <p:nvPr/>
        </p:nvCxnSpPr>
        <p:spPr>
          <a:xfrm rot="16200000" flipH="1">
            <a:off x="6752650" y="1493206"/>
            <a:ext cx="430922" cy="98752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2060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57" name="Рисунок 1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093" y="2745874"/>
            <a:ext cx="4474515" cy="221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352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279" y="204750"/>
            <a:ext cx="79555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kern="1200" dirty="0">
                <a:solidFill>
                  <a:schemeClr val="accent3"/>
                </a:solidFill>
                <a:latin typeface="+mj-lt"/>
              </a:rPr>
              <a:t>Метод ER-диаграмм для проектирования реляционной БД</a:t>
            </a:r>
            <a:endParaRPr lang="ru-RU" sz="3600" dirty="0">
              <a:solidFill>
                <a:schemeClr val="accent3"/>
              </a:solidFill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232" y="1493214"/>
            <a:ext cx="6371536" cy="342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78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2" y="160682"/>
            <a:ext cx="79555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kern="1200" dirty="0">
                <a:solidFill>
                  <a:schemeClr val="accent3"/>
                </a:solidFill>
                <a:latin typeface="+mj-lt"/>
              </a:rPr>
              <a:t>Метод </a:t>
            </a:r>
            <a:r>
              <a:rPr lang="en-US" sz="4000" kern="1200" dirty="0">
                <a:solidFill>
                  <a:schemeClr val="accent3"/>
                </a:solidFill>
                <a:latin typeface="+mj-lt"/>
              </a:rPr>
              <a:t>ER-</a:t>
            </a:r>
            <a:r>
              <a:rPr lang="ru-RU" sz="4000" kern="1200" dirty="0">
                <a:solidFill>
                  <a:schemeClr val="accent3"/>
                </a:solidFill>
                <a:latin typeface="+mj-lt"/>
              </a:rPr>
              <a:t>диаграмм: 6 правил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66262" y="1251963"/>
            <a:ext cx="4572000" cy="320690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[1]:[1] = одно отношение</a:t>
            </a:r>
          </a:p>
          <a:p>
            <a:pPr marL="360000" indent="-36000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chemeClr val="accent1"/>
                </a:solidFill>
                <a:latin typeface="+mn-lt"/>
              </a:rPr>
              <a:t>1:[1] = два отношения</a:t>
            </a:r>
          </a:p>
          <a:p>
            <a:pPr marL="360000" indent="-36000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chemeClr val="accent1"/>
                </a:solidFill>
                <a:latin typeface="+mn-lt"/>
              </a:rPr>
              <a:t>1:[N] = два отношения</a:t>
            </a:r>
          </a:p>
          <a:p>
            <a:pPr marL="360000" indent="-36000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chemeClr val="accent5"/>
                </a:solidFill>
                <a:latin typeface="+mn-lt"/>
              </a:rPr>
              <a:t>1:1 = три отношения</a:t>
            </a:r>
          </a:p>
          <a:p>
            <a:pPr marL="360000" indent="-36000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chemeClr val="accent5"/>
                </a:solidFill>
                <a:latin typeface="+mn-lt"/>
              </a:rPr>
              <a:t>1:N = три отношения</a:t>
            </a:r>
          </a:p>
          <a:p>
            <a:pPr marL="360000" indent="-360000" algn="just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chemeClr val="accent5"/>
                </a:solidFill>
                <a:latin typeface="+mn-lt"/>
              </a:rPr>
              <a:t>N:N = три отношения</a:t>
            </a:r>
          </a:p>
        </p:txBody>
      </p:sp>
    </p:spTree>
    <p:extLst>
      <p:ext uri="{BB962C8B-B14F-4D97-AF65-F5344CB8AC3E}">
        <p14:creationId xmlns:p14="http://schemas.microsoft.com/office/powerpoint/2010/main" val="2246319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2" y="160682"/>
            <a:ext cx="72116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kern="1200" dirty="0">
                <a:solidFill>
                  <a:schemeClr val="accent3"/>
                </a:solidFill>
                <a:latin typeface="+mj-lt"/>
              </a:rPr>
              <a:t>Метод </a:t>
            </a:r>
            <a:r>
              <a:rPr lang="en-US" sz="4000" kern="1200" dirty="0">
                <a:solidFill>
                  <a:schemeClr val="accent3"/>
                </a:solidFill>
                <a:latin typeface="+mj-lt"/>
              </a:rPr>
              <a:t>ER-</a:t>
            </a:r>
            <a:r>
              <a:rPr lang="ru-RU" sz="4000" kern="1200" dirty="0">
                <a:solidFill>
                  <a:schemeClr val="accent3"/>
                </a:solidFill>
                <a:latin typeface="+mj-lt"/>
              </a:rPr>
              <a:t>диаграмм: результат проектирования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6335567E-4153-4D9D-996F-161C62FAC2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667329"/>
              </p:ext>
            </p:extLst>
          </p:nvPr>
        </p:nvGraphicFramePr>
        <p:xfrm>
          <a:off x="1334840" y="3362050"/>
          <a:ext cx="1418568" cy="1069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3" imgW="1276530" imgH="961968" progId="Excel.Sheet.12">
                  <p:embed/>
                </p:oleObj>
              </mc:Choice>
              <mc:Fallback>
                <p:oleObj name="Лист" r:id="rId3" imgW="1276530" imgH="961968" progId="Excel.Sheet.12">
                  <p:embed/>
                  <p:pic>
                    <p:nvPicPr>
                      <p:cNvPr id="49" name="Object 5">
                        <a:extLst>
                          <a:ext uri="{FF2B5EF4-FFF2-40B4-BE49-F238E27FC236}">
                            <a16:creationId xmlns:a16="http://schemas.microsoft.com/office/drawing/2014/main" id="{6335567E-4153-4D9D-996F-161C62FAC2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4840" y="3362050"/>
                        <a:ext cx="1418568" cy="10692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BB86D6CE-A9CF-4DE3-B1AC-1A532D6D79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803346"/>
              </p:ext>
            </p:extLst>
          </p:nvPr>
        </p:nvGraphicFramePr>
        <p:xfrm>
          <a:off x="6060583" y="3362050"/>
          <a:ext cx="1858870" cy="1424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5" imgW="1752723" imgH="1342889" progId="Excel.Sheet.12">
                  <p:embed/>
                </p:oleObj>
              </mc:Choice>
              <mc:Fallback>
                <p:oleObj name="Лист" r:id="rId5" imgW="1752723" imgH="1342889" progId="Excel.Sheet.12">
                  <p:embed/>
                  <p:pic>
                    <p:nvPicPr>
                      <p:cNvPr id="94" name="Object 7">
                        <a:extLst>
                          <a:ext uri="{FF2B5EF4-FFF2-40B4-BE49-F238E27FC236}">
                            <a16:creationId xmlns:a16="http://schemas.microsoft.com/office/drawing/2014/main" id="{BB86D6CE-A9CF-4DE3-B1AC-1A532D6D7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60583" y="3362050"/>
                        <a:ext cx="1858870" cy="14244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9A50E4A8-7474-4ED0-BDC6-12E5242A00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160349"/>
              </p:ext>
            </p:extLst>
          </p:nvPr>
        </p:nvGraphicFramePr>
        <p:xfrm>
          <a:off x="1872868" y="1619278"/>
          <a:ext cx="5580690" cy="1420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7" imgW="5276702" imgH="1342889" progId="Excel.Sheet.12">
                  <p:embed/>
                </p:oleObj>
              </mc:Choice>
              <mc:Fallback>
                <p:oleObj name="Лист" r:id="rId7" imgW="5276702" imgH="1342889" progId="Excel.Sheet.12">
                  <p:embed/>
                  <p:pic>
                    <p:nvPicPr>
                      <p:cNvPr id="95" name="Object 4">
                        <a:extLst>
                          <a:ext uri="{FF2B5EF4-FFF2-40B4-BE49-F238E27FC236}">
                            <a16:creationId xmlns:a16="http://schemas.microsoft.com/office/drawing/2014/main" id="{9A50E4A8-7474-4ED0-BDC6-12E5242A00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72868" y="1619278"/>
                        <a:ext cx="5580690" cy="14203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309B8ACC-3953-40C6-A64F-D9B1481139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6996124"/>
              </p:ext>
            </p:extLst>
          </p:nvPr>
        </p:nvGraphicFramePr>
        <p:xfrm>
          <a:off x="3236669" y="3362050"/>
          <a:ext cx="2450822" cy="125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9" imgW="2257283" imgH="1152618" progId="Excel.Sheet.12">
                  <p:embed/>
                </p:oleObj>
              </mc:Choice>
              <mc:Fallback>
                <p:oleObj name="Лист" r:id="rId9" imgW="2257283" imgH="1152618" progId="Excel.Sheet.12">
                  <p:embed/>
                  <p:pic>
                    <p:nvPicPr>
                      <p:cNvPr id="96" name="Object 8">
                        <a:extLst>
                          <a:ext uri="{FF2B5EF4-FFF2-40B4-BE49-F238E27FC236}">
                            <a16:creationId xmlns:a16="http://schemas.microsoft.com/office/drawing/2014/main" id="{309B8ACC-3953-40C6-A64F-D9B1481139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36669" y="3362050"/>
                        <a:ext cx="2450822" cy="1251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3351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2" y="204750"/>
            <a:ext cx="76633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kern="1200" dirty="0">
                <a:solidFill>
                  <a:schemeClr val="accent3"/>
                </a:solidFill>
                <a:latin typeface="+mj-lt"/>
              </a:rPr>
              <a:t>Первичный ключ – уникальный идентификатор записи</a:t>
            </a:r>
            <a:endParaRPr lang="ru-RU" sz="3600" dirty="0">
              <a:solidFill>
                <a:schemeClr val="accent3"/>
              </a:solidFill>
              <a:latin typeface="+mj-lt"/>
            </a:endParaRP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175E459A-A1CD-4DB9-BDE7-729BBF7663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688136"/>
              </p:ext>
            </p:extLst>
          </p:nvPr>
        </p:nvGraphicFramePr>
        <p:xfrm>
          <a:off x="708519" y="3366566"/>
          <a:ext cx="1567400" cy="1181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3" imgW="1276530" imgH="961968" progId="Excel.Sheet.12">
                  <p:embed/>
                </p:oleObj>
              </mc:Choice>
              <mc:Fallback>
                <p:oleObj name="Лист" r:id="rId3" imgW="1276530" imgH="961968" progId="Excel.Sheet.12">
                  <p:embed/>
                  <p:pic>
                    <p:nvPicPr>
                      <p:cNvPr id="25" name="Object 5">
                        <a:extLst>
                          <a:ext uri="{FF2B5EF4-FFF2-40B4-BE49-F238E27FC236}">
                            <a16:creationId xmlns:a16="http://schemas.microsoft.com/office/drawing/2014/main" id="{175E459A-A1CD-4DB9-BDE7-729BBF7663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8519" y="3366566"/>
                        <a:ext cx="1567400" cy="11813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>
            <a:extLst>
              <a:ext uri="{FF2B5EF4-FFF2-40B4-BE49-F238E27FC236}">
                <a16:creationId xmlns:a16="http://schemas.microsoft.com/office/drawing/2014/main" id="{7350374E-E59B-425F-83F3-FC7BE7413C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123768"/>
              </p:ext>
            </p:extLst>
          </p:nvPr>
        </p:nvGraphicFramePr>
        <p:xfrm>
          <a:off x="6479189" y="3366566"/>
          <a:ext cx="2053624" cy="1574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5" imgW="1752723" imgH="1342889" progId="Excel.Sheet.12">
                  <p:embed/>
                </p:oleObj>
              </mc:Choice>
              <mc:Fallback>
                <p:oleObj name="Лист" r:id="rId5" imgW="1752723" imgH="1342889" progId="Excel.Sheet.12">
                  <p:embed/>
                  <p:pic>
                    <p:nvPicPr>
                      <p:cNvPr id="26" name="Object 7">
                        <a:extLst>
                          <a:ext uri="{FF2B5EF4-FFF2-40B4-BE49-F238E27FC236}">
                            <a16:creationId xmlns:a16="http://schemas.microsoft.com/office/drawing/2014/main" id="{7350374E-E59B-425F-83F3-FC7BE7413C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79189" y="3366566"/>
                        <a:ext cx="2053624" cy="1574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F08E8C20-9B01-4CF0-8E2E-40D067678D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802688"/>
              </p:ext>
            </p:extLst>
          </p:nvPr>
        </p:nvGraphicFramePr>
        <p:xfrm>
          <a:off x="1633865" y="1477224"/>
          <a:ext cx="6166201" cy="1569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7" imgW="5276702" imgH="1342889" progId="Excel.Sheet.12">
                  <p:embed/>
                </p:oleObj>
              </mc:Choice>
              <mc:Fallback>
                <p:oleObj name="Лист" r:id="rId7" imgW="5276702" imgH="1342889" progId="Excel.Sheet.12">
                  <p:embed/>
                  <p:pic>
                    <p:nvPicPr>
                      <p:cNvPr id="27" name="Object 4">
                        <a:extLst>
                          <a:ext uri="{FF2B5EF4-FFF2-40B4-BE49-F238E27FC236}">
                            <a16:creationId xmlns:a16="http://schemas.microsoft.com/office/drawing/2014/main" id="{F08E8C20-9B01-4CF0-8E2E-40D067678D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33865" y="1477224"/>
                        <a:ext cx="6166201" cy="15693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ounded Rectangle 1">
            <a:extLst>
              <a:ext uri="{FF2B5EF4-FFF2-40B4-BE49-F238E27FC236}">
                <a16:creationId xmlns:a16="http://schemas.microsoft.com/office/drawing/2014/main" id="{8FCBA0CA-2FD5-481A-BEC9-9BA8000BBC98}"/>
              </a:ext>
            </a:extLst>
          </p:cNvPr>
          <p:cNvSpPr/>
          <p:nvPr/>
        </p:nvSpPr>
        <p:spPr>
          <a:xfrm>
            <a:off x="1600201" y="1869790"/>
            <a:ext cx="943035" cy="1234667"/>
          </a:xfrm>
          <a:prstGeom prst="roundRect">
            <a:avLst/>
          </a:prstGeom>
          <a:noFill/>
          <a:ln w="2857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26CA5BBD-05B2-4F06-BD47-4176B9964DE5}"/>
              </a:ext>
            </a:extLst>
          </p:cNvPr>
          <p:cNvSpPr/>
          <p:nvPr/>
        </p:nvSpPr>
        <p:spPr>
          <a:xfrm>
            <a:off x="6396687" y="3771291"/>
            <a:ext cx="2190101" cy="312959"/>
          </a:xfrm>
          <a:prstGeom prst="roundRect">
            <a:avLst/>
          </a:prstGeom>
          <a:noFill/>
          <a:ln w="2857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0">
            <a:extLst>
              <a:ext uri="{FF2B5EF4-FFF2-40B4-BE49-F238E27FC236}">
                <a16:creationId xmlns:a16="http://schemas.microsoft.com/office/drawing/2014/main" id="{3A0E954E-2CFE-4C6F-A37A-5ED36B13408B}"/>
              </a:ext>
            </a:extLst>
          </p:cNvPr>
          <p:cNvSpPr/>
          <p:nvPr/>
        </p:nvSpPr>
        <p:spPr>
          <a:xfrm>
            <a:off x="3107531" y="3787926"/>
            <a:ext cx="1499087" cy="1034776"/>
          </a:xfrm>
          <a:prstGeom prst="roundRect">
            <a:avLst/>
          </a:prstGeom>
          <a:noFill/>
          <a:ln w="2857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9" name="Object 11">
            <a:extLst>
              <a:ext uri="{FF2B5EF4-FFF2-40B4-BE49-F238E27FC236}">
                <a16:creationId xmlns:a16="http://schemas.microsoft.com/office/drawing/2014/main" id="{78B4345D-AADB-4CA1-B159-CEA6522A2D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870598"/>
              </p:ext>
            </p:extLst>
          </p:nvPr>
        </p:nvGraphicFramePr>
        <p:xfrm>
          <a:off x="3163139" y="3366566"/>
          <a:ext cx="2707956" cy="1382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9" imgW="2257283" imgH="1152618" progId="Excel.Sheet.12">
                  <p:embed/>
                </p:oleObj>
              </mc:Choice>
              <mc:Fallback>
                <p:oleObj name="Лист" r:id="rId9" imgW="2257283" imgH="1152618" progId="Excel.Sheet.12">
                  <p:embed/>
                  <p:pic>
                    <p:nvPicPr>
                      <p:cNvPr id="32" name="Object 11">
                        <a:extLst>
                          <a:ext uri="{FF2B5EF4-FFF2-40B4-BE49-F238E27FC236}">
                            <a16:creationId xmlns:a16="http://schemas.microsoft.com/office/drawing/2014/main" id="{78B4345D-AADB-4CA1-B159-CEA6522A2D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63139" y="3366566"/>
                        <a:ext cx="2707956" cy="1382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ounded Rectangle 12">
            <a:extLst>
              <a:ext uri="{FF2B5EF4-FFF2-40B4-BE49-F238E27FC236}">
                <a16:creationId xmlns:a16="http://schemas.microsoft.com/office/drawing/2014/main" id="{8F424B5D-AC64-4F56-8943-39A7ABEF1CAE}"/>
              </a:ext>
            </a:extLst>
          </p:cNvPr>
          <p:cNvSpPr/>
          <p:nvPr/>
        </p:nvSpPr>
        <p:spPr>
          <a:xfrm>
            <a:off x="646906" y="3757004"/>
            <a:ext cx="643973" cy="886550"/>
          </a:xfrm>
          <a:prstGeom prst="roundRect">
            <a:avLst/>
          </a:prstGeom>
          <a:noFill/>
          <a:ln w="2857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1898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2" y="204750"/>
            <a:ext cx="80489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kern="1200" dirty="0">
                <a:solidFill>
                  <a:schemeClr val="accent3"/>
                </a:solidFill>
                <a:latin typeface="+mj-lt"/>
              </a:rPr>
              <a:t>Внешний ключ – </a:t>
            </a:r>
          </a:p>
          <a:p>
            <a:r>
              <a:rPr lang="ru-RU" sz="3600" kern="1200" dirty="0">
                <a:solidFill>
                  <a:schemeClr val="accent3"/>
                </a:solidFill>
                <a:latin typeface="+mj-lt"/>
              </a:rPr>
              <a:t>для связи двух отношений</a:t>
            </a:r>
            <a:endParaRPr lang="ru-RU" sz="3600" dirty="0">
              <a:solidFill>
                <a:schemeClr val="accent3"/>
              </a:solidFill>
              <a:latin typeface="+mj-lt"/>
            </a:endParaRPr>
          </a:p>
        </p:txBody>
      </p:sp>
      <p:graphicFrame>
        <p:nvGraphicFramePr>
          <p:cNvPr id="27" name="Object 4">
            <a:extLst>
              <a:ext uri="{FF2B5EF4-FFF2-40B4-BE49-F238E27FC236}">
                <a16:creationId xmlns:a16="http://schemas.microsoft.com/office/drawing/2014/main" id="{F01D1072-1253-4398-970E-76D5C2CA2A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3435834"/>
              </p:ext>
            </p:extLst>
          </p:nvPr>
        </p:nvGraphicFramePr>
        <p:xfrm>
          <a:off x="1473776" y="1487484"/>
          <a:ext cx="6249047" cy="1612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3" imgW="5276702" imgH="1342889" progId="Excel.Sheet.12">
                  <p:embed/>
                </p:oleObj>
              </mc:Choice>
              <mc:Fallback>
                <p:oleObj name="Лист" r:id="rId3" imgW="5276702" imgH="1342889" progId="Excel.Sheet.12">
                  <p:embed/>
                  <p:pic>
                    <p:nvPicPr>
                      <p:cNvPr id="18" name="Object 4">
                        <a:extLst>
                          <a:ext uri="{FF2B5EF4-FFF2-40B4-BE49-F238E27FC236}">
                            <a16:creationId xmlns:a16="http://schemas.microsoft.com/office/drawing/2014/main" id="{F01D1072-1253-4398-970E-76D5C2CA2A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3776" y="1487484"/>
                        <a:ext cx="6249047" cy="16129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ounded Rectangle 12">
            <a:extLst>
              <a:ext uri="{FF2B5EF4-FFF2-40B4-BE49-F238E27FC236}">
                <a16:creationId xmlns:a16="http://schemas.microsoft.com/office/drawing/2014/main" id="{AC65D39B-340E-47A0-B153-A7061FFFB0F7}"/>
              </a:ext>
            </a:extLst>
          </p:cNvPr>
          <p:cNvSpPr/>
          <p:nvPr/>
        </p:nvSpPr>
        <p:spPr>
          <a:xfrm>
            <a:off x="3295116" y="1675448"/>
            <a:ext cx="1668571" cy="1491089"/>
          </a:xfrm>
          <a:prstGeom prst="roundRect">
            <a:avLst/>
          </a:prstGeom>
          <a:noFill/>
          <a:ln w="2857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9" name="Object 5">
            <a:extLst>
              <a:ext uri="{FF2B5EF4-FFF2-40B4-BE49-F238E27FC236}">
                <a16:creationId xmlns:a16="http://schemas.microsoft.com/office/drawing/2014/main" id="{3116C4FA-5A47-4089-BB34-8301AE5ECF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479502"/>
              </p:ext>
            </p:extLst>
          </p:nvPr>
        </p:nvGraphicFramePr>
        <p:xfrm>
          <a:off x="757296" y="3370906"/>
          <a:ext cx="1561741" cy="1177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5" imgW="1276530" imgH="961968" progId="Excel.Sheet.12">
                  <p:embed/>
                </p:oleObj>
              </mc:Choice>
              <mc:Fallback>
                <p:oleObj name="Лист" r:id="rId5" imgW="1276530" imgH="961968" progId="Excel.Sheet.12">
                  <p:embed/>
                  <p:pic>
                    <p:nvPicPr>
                      <p:cNvPr id="16" name="Object 5">
                        <a:extLst>
                          <a:ext uri="{FF2B5EF4-FFF2-40B4-BE49-F238E27FC236}">
                            <a16:creationId xmlns:a16="http://schemas.microsoft.com/office/drawing/2014/main" id="{3116C4FA-5A47-4089-BB34-8301AE5ECF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7296" y="3370906"/>
                        <a:ext cx="1561741" cy="11771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7">
            <a:extLst>
              <a:ext uri="{FF2B5EF4-FFF2-40B4-BE49-F238E27FC236}">
                <a16:creationId xmlns:a16="http://schemas.microsoft.com/office/drawing/2014/main" id="{323C8FA7-CFB5-4E72-8360-05B57B8949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066220"/>
              </p:ext>
            </p:extLst>
          </p:nvPr>
        </p:nvGraphicFramePr>
        <p:xfrm>
          <a:off x="6360486" y="3370804"/>
          <a:ext cx="2046483" cy="1568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7" imgW="1752723" imgH="1342889" progId="Excel.Sheet.12">
                  <p:embed/>
                </p:oleObj>
              </mc:Choice>
              <mc:Fallback>
                <p:oleObj name="Лист" r:id="rId7" imgW="1752723" imgH="1342889" progId="Excel.Sheet.12">
                  <p:embed/>
                  <p:pic>
                    <p:nvPicPr>
                      <p:cNvPr id="17" name="Object 7">
                        <a:extLst>
                          <a:ext uri="{FF2B5EF4-FFF2-40B4-BE49-F238E27FC236}">
                            <a16:creationId xmlns:a16="http://schemas.microsoft.com/office/drawing/2014/main" id="{323C8FA7-CFB5-4E72-8360-05B57B8949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60486" y="3370804"/>
                        <a:ext cx="2046483" cy="15682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ounded Rectangle 1">
            <a:extLst>
              <a:ext uri="{FF2B5EF4-FFF2-40B4-BE49-F238E27FC236}">
                <a16:creationId xmlns:a16="http://schemas.microsoft.com/office/drawing/2014/main" id="{4CD2476C-18E3-4847-AB42-2FC918BC26AF}"/>
              </a:ext>
            </a:extLst>
          </p:cNvPr>
          <p:cNvSpPr/>
          <p:nvPr/>
        </p:nvSpPr>
        <p:spPr>
          <a:xfrm>
            <a:off x="7639582" y="3790712"/>
            <a:ext cx="841064" cy="1220330"/>
          </a:xfrm>
          <a:prstGeom prst="roundRect">
            <a:avLst/>
          </a:prstGeom>
          <a:noFill/>
          <a:ln w="2857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oxima Nova Rg" panose="02000506030000020004" pitchFamily="2" charset="0"/>
              <a:ea typeface="+mn-ea"/>
              <a:cs typeface="+mn-cs"/>
            </a:endParaRPr>
          </a:p>
        </p:txBody>
      </p:sp>
      <p:sp>
        <p:nvSpPr>
          <p:cNvPr id="32" name="Rounded Rectangle 9">
            <a:extLst>
              <a:ext uri="{FF2B5EF4-FFF2-40B4-BE49-F238E27FC236}">
                <a16:creationId xmlns:a16="http://schemas.microsoft.com/office/drawing/2014/main" id="{7E5C1482-75BD-4C60-BA8F-803B814B6A1D}"/>
              </a:ext>
            </a:extLst>
          </p:cNvPr>
          <p:cNvSpPr/>
          <p:nvPr/>
        </p:nvSpPr>
        <p:spPr>
          <a:xfrm>
            <a:off x="6247737" y="3790712"/>
            <a:ext cx="1325025" cy="1220330"/>
          </a:xfrm>
          <a:prstGeom prst="roundRect">
            <a:avLst/>
          </a:prstGeom>
          <a:noFill/>
          <a:ln w="28575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oxima Nova Rg" panose="02000506030000020004" pitchFamily="2" charset="0"/>
              <a:ea typeface="+mn-ea"/>
              <a:cs typeface="+mn-cs"/>
            </a:endParaRPr>
          </a:p>
        </p:txBody>
      </p:sp>
      <p:graphicFrame>
        <p:nvGraphicFramePr>
          <p:cNvPr id="33" name="Object 11">
            <a:extLst>
              <a:ext uri="{FF2B5EF4-FFF2-40B4-BE49-F238E27FC236}">
                <a16:creationId xmlns:a16="http://schemas.microsoft.com/office/drawing/2014/main" id="{80FE56F2-1CD2-42A1-9548-D3EC91B077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918863"/>
              </p:ext>
            </p:extLst>
          </p:nvPr>
        </p:nvGraphicFramePr>
        <p:xfrm>
          <a:off x="2934297" y="3370804"/>
          <a:ext cx="2698180" cy="1377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9" imgW="2257283" imgH="1152618" progId="Excel.Sheet.12">
                  <p:embed/>
                </p:oleObj>
              </mc:Choice>
              <mc:Fallback>
                <p:oleObj name="Лист" r:id="rId9" imgW="2257283" imgH="1152618" progId="Excel.Sheet.12">
                  <p:embed/>
                  <p:pic>
                    <p:nvPicPr>
                      <p:cNvPr id="21" name="Object 11">
                        <a:extLst>
                          <a:ext uri="{FF2B5EF4-FFF2-40B4-BE49-F238E27FC236}">
                            <a16:creationId xmlns:a16="http://schemas.microsoft.com/office/drawing/2014/main" id="{80FE56F2-1CD2-42A1-9548-D3EC91B077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34297" y="3370804"/>
                        <a:ext cx="2698180" cy="13775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1968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901619"/>
            <a:ext cx="9144000" cy="7068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2" y="160682"/>
            <a:ext cx="79555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kern="1200" dirty="0">
                <a:solidFill>
                  <a:schemeClr val="accent3"/>
                </a:solidFill>
                <a:latin typeface="+mj-lt"/>
              </a:rPr>
              <a:t>SQL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66261" y="993431"/>
            <a:ext cx="79665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dirty="0">
                <a:solidFill>
                  <a:schemeClr val="tx1"/>
                </a:solidFill>
                <a:latin typeface="+mn-lt"/>
              </a:rPr>
              <a:t>Сервер реляционной базы данных, как правило, понимает команды на языке </a:t>
            </a:r>
            <a:r>
              <a:rPr lang="ru-RU" altLang="ru-RU" b="1" dirty="0">
                <a:solidFill>
                  <a:schemeClr val="tx1"/>
                </a:solidFill>
                <a:latin typeface="+mn-lt"/>
              </a:rPr>
              <a:t>SQL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, который </a:t>
            </a:r>
            <a:r>
              <a:rPr lang="ru-RU" altLang="ru-RU" b="1" dirty="0">
                <a:solidFill>
                  <a:schemeClr val="tx1"/>
                </a:solidFill>
                <a:latin typeface="+mn-lt"/>
              </a:rPr>
              <a:t>де-факто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 стал стандартом управления данными в реляционных базах данных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66261" y="1760231"/>
            <a:ext cx="814808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sz="1300" b="1" dirty="0">
                <a:solidFill>
                  <a:schemeClr val="accent1"/>
                </a:solidFill>
                <a:latin typeface="+mn-lt"/>
              </a:rPr>
              <a:t>SQL (Structured Query Language </a:t>
            </a:r>
            <a:r>
              <a:rPr lang="ru-RU" altLang="ru-RU" sz="1300" dirty="0">
                <a:solidFill>
                  <a:schemeClr val="tx1"/>
                </a:solidFill>
                <a:latin typeface="+mn-lt"/>
              </a:rPr>
              <a:t>— язык структурированных запросов) позволяет осуществлять следующие операции:</a:t>
            </a:r>
          </a:p>
          <a:p>
            <a:pPr marL="360000" indent="-36000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300" dirty="0">
                <a:solidFill>
                  <a:schemeClr val="tx1"/>
                </a:solidFill>
                <a:latin typeface="+mn-lt"/>
              </a:rPr>
              <a:t>создание баз данных и отдельных таблиц с полным описанием их структуры</a:t>
            </a:r>
          </a:p>
          <a:p>
            <a:pPr marL="360000" indent="-36000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300" dirty="0">
                <a:solidFill>
                  <a:schemeClr val="tx1"/>
                </a:solidFill>
                <a:latin typeface="+mn-lt"/>
              </a:rPr>
              <a:t>выполнение основных операций манипулирования данными (такие как вставка, модификация и удаление данных из таблиц)</a:t>
            </a:r>
          </a:p>
          <a:p>
            <a:pPr marL="360000" indent="-36000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300" dirty="0">
                <a:solidFill>
                  <a:schemeClr val="tx1"/>
                </a:solidFill>
                <a:latin typeface="+mn-lt"/>
              </a:rPr>
              <a:t>выполнение простых и сложных запросов</a:t>
            </a:r>
            <a:endParaRPr lang="ru-RU" altLang="ru-RU" sz="100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ru-RU" altLang="ru-RU" sz="1300" dirty="0">
                <a:solidFill>
                  <a:schemeClr val="tx1"/>
                </a:solidFill>
                <a:latin typeface="+mn-lt"/>
              </a:rPr>
              <a:t>В соответствии с этим </a:t>
            </a:r>
            <a:r>
              <a:rPr lang="ru-RU" altLang="ru-RU" sz="1300" b="1" dirty="0">
                <a:solidFill>
                  <a:schemeClr val="accent1"/>
                </a:solidFill>
                <a:latin typeface="+mn-lt"/>
              </a:rPr>
              <a:t>SQL</a:t>
            </a:r>
            <a:r>
              <a:rPr lang="ru-RU" altLang="ru-RU" sz="1300" dirty="0">
                <a:solidFill>
                  <a:schemeClr val="tx1"/>
                </a:solidFill>
                <a:latin typeface="+mn-lt"/>
              </a:rPr>
              <a:t> условно подразделяется на</a:t>
            </a:r>
            <a:r>
              <a:rPr lang="en-US" altLang="ru-RU" sz="13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altLang="ru-RU" sz="1300" dirty="0">
                <a:solidFill>
                  <a:schemeClr val="tx1"/>
                </a:solidFill>
                <a:latin typeface="+mn-lt"/>
              </a:rPr>
              <a:t>несколько подъязыков</a:t>
            </a:r>
            <a:r>
              <a:rPr lang="en-US" altLang="ru-RU" sz="1300" dirty="0">
                <a:solidFill>
                  <a:schemeClr val="tx1"/>
                </a:solidFill>
                <a:latin typeface="+mn-lt"/>
              </a:rPr>
              <a:t>:</a:t>
            </a:r>
          </a:p>
          <a:p>
            <a:pPr marL="360000" indent="-36000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300" b="1" dirty="0">
                <a:solidFill>
                  <a:schemeClr val="accent1"/>
                </a:solidFill>
                <a:latin typeface="+mn-lt"/>
              </a:rPr>
              <a:t>DDL</a:t>
            </a:r>
            <a:r>
              <a:rPr lang="ru-RU" altLang="ru-RU" sz="1300" dirty="0">
                <a:solidFill>
                  <a:schemeClr val="tx1"/>
                </a:solidFill>
                <a:latin typeface="+mn-lt"/>
              </a:rPr>
              <a:t> – </a:t>
            </a:r>
            <a:r>
              <a:rPr lang="ru-RU" altLang="ru-RU" sz="1300" b="1" dirty="0">
                <a:solidFill>
                  <a:schemeClr val="accent1"/>
                </a:solidFill>
                <a:latin typeface="+mn-lt"/>
              </a:rPr>
              <a:t>Data Definition</a:t>
            </a:r>
            <a:r>
              <a:rPr lang="en-US" altLang="ru-RU" sz="1300" b="1" dirty="0">
                <a:solidFill>
                  <a:schemeClr val="accent1"/>
                </a:solidFill>
                <a:latin typeface="+mn-lt"/>
              </a:rPr>
              <a:t> Language</a:t>
            </a:r>
            <a:r>
              <a:rPr lang="ru-RU" altLang="ru-RU" sz="13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ru-RU" altLang="ru-RU" sz="1300" dirty="0">
                <a:solidFill>
                  <a:schemeClr val="tx1"/>
                </a:solidFill>
                <a:latin typeface="+mn-lt"/>
              </a:rPr>
              <a:t>– определение данных</a:t>
            </a:r>
            <a:r>
              <a:rPr lang="en-US" altLang="ru-RU" sz="13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altLang="ru-RU" sz="1300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altLang="ru-RU" sz="1300" dirty="0">
                <a:solidFill>
                  <a:schemeClr val="tx1"/>
                </a:solidFill>
                <a:latin typeface="+mn-lt"/>
              </a:rPr>
              <a:t>CREATE, ALTER, DROP)</a:t>
            </a:r>
          </a:p>
          <a:p>
            <a:pPr marL="360000" indent="-36000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300" b="1" dirty="0">
                <a:solidFill>
                  <a:schemeClr val="accent1"/>
                </a:solidFill>
                <a:latin typeface="+mn-lt"/>
              </a:rPr>
              <a:t>DML</a:t>
            </a:r>
            <a:r>
              <a:rPr lang="ru-RU" altLang="ru-RU" sz="1300" dirty="0">
                <a:solidFill>
                  <a:schemeClr val="tx1"/>
                </a:solidFill>
                <a:latin typeface="+mn-lt"/>
              </a:rPr>
              <a:t> – </a:t>
            </a:r>
            <a:r>
              <a:rPr lang="ru-RU" altLang="ru-RU" sz="1300" b="1" dirty="0">
                <a:solidFill>
                  <a:schemeClr val="accent1"/>
                </a:solidFill>
                <a:latin typeface="+mn-lt"/>
              </a:rPr>
              <a:t>Data Manipulation</a:t>
            </a:r>
            <a:r>
              <a:rPr lang="en-US" altLang="ru-RU" sz="1300" b="1" dirty="0">
                <a:solidFill>
                  <a:schemeClr val="accent1"/>
                </a:solidFill>
                <a:latin typeface="+mn-lt"/>
              </a:rPr>
              <a:t> Language</a:t>
            </a:r>
            <a:r>
              <a:rPr lang="ru-RU" altLang="ru-RU" sz="13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ru-RU" altLang="ru-RU" sz="1300" dirty="0">
                <a:solidFill>
                  <a:schemeClr val="tx1"/>
                </a:solidFill>
                <a:latin typeface="+mn-lt"/>
              </a:rPr>
              <a:t>– манипулирование данными</a:t>
            </a:r>
            <a:r>
              <a:rPr lang="en-US" altLang="ru-RU" sz="13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altLang="ru-RU" sz="1300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altLang="ru-RU" sz="1300" dirty="0">
                <a:solidFill>
                  <a:schemeClr val="tx1"/>
                </a:solidFill>
                <a:latin typeface="+mn-lt"/>
              </a:rPr>
              <a:t>SELECT, INSERT, UPDATE, DELETE)</a:t>
            </a:r>
          </a:p>
          <a:p>
            <a:pPr marL="360000" indent="-36000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300" b="1" dirty="0">
                <a:solidFill>
                  <a:schemeClr val="accent1"/>
                </a:solidFill>
                <a:latin typeface="+mn-lt"/>
              </a:rPr>
              <a:t>DCL</a:t>
            </a:r>
            <a:r>
              <a:rPr lang="ru-RU" altLang="ru-RU" sz="1300" dirty="0">
                <a:solidFill>
                  <a:schemeClr val="tx1"/>
                </a:solidFill>
                <a:latin typeface="+mn-lt"/>
              </a:rPr>
              <a:t> – </a:t>
            </a:r>
            <a:r>
              <a:rPr lang="ru-RU" altLang="ru-RU" sz="1300" b="1" dirty="0">
                <a:solidFill>
                  <a:schemeClr val="accent1"/>
                </a:solidFill>
                <a:latin typeface="+mn-lt"/>
              </a:rPr>
              <a:t>Data Control</a:t>
            </a:r>
            <a:r>
              <a:rPr lang="en-US" altLang="ru-RU" sz="1300" b="1" dirty="0">
                <a:solidFill>
                  <a:schemeClr val="accent1"/>
                </a:solidFill>
                <a:latin typeface="+mn-lt"/>
              </a:rPr>
              <a:t> Language</a:t>
            </a:r>
            <a:r>
              <a:rPr lang="ru-RU" altLang="ru-RU" sz="13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ru-RU" altLang="ru-RU" sz="1300" dirty="0">
                <a:solidFill>
                  <a:schemeClr val="tx1"/>
                </a:solidFill>
                <a:latin typeface="+mn-lt"/>
              </a:rPr>
              <a:t>– управление доступом к данным</a:t>
            </a:r>
            <a:r>
              <a:rPr lang="en-US" altLang="ru-RU" sz="13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altLang="ru-RU" sz="1300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altLang="ru-RU" sz="1300" dirty="0">
                <a:solidFill>
                  <a:schemeClr val="tx1"/>
                </a:solidFill>
                <a:latin typeface="+mn-lt"/>
              </a:rPr>
              <a:t>GRANT, REVOKE, DENY)</a:t>
            </a:r>
          </a:p>
          <a:p>
            <a:pPr marL="360000" indent="-36000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300" b="1" dirty="0">
                <a:solidFill>
                  <a:schemeClr val="accent1"/>
                </a:solidFill>
                <a:latin typeface="+mn-lt"/>
              </a:rPr>
              <a:t>TCL</a:t>
            </a:r>
            <a:r>
              <a:rPr lang="ru-RU" altLang="ru-RU" sz="1300" dirty="0">
                <a:solidFill>
                  <a:schemeClr val="tx1"/>
                </a:solidFill>
                <a:latin typeface="+mn-lt"/>
              </a:rPr>
              <a:t> – </a:t>
            </a:r>
            <a:r>
              <a:rPr lang="ru-RU" altLang="ru-RU" sz="1300" b="1" dirty="0">
                <a:solidFill>
                  <a:schemeClr val="accent1"/>
                </a:solidFill>
                <a:latin typeface="+mn-lt"/>
              </a:rPr>
              <a:t>Transaction Control</a:t>
            </a:r>
            <a:r>
              <a:rPr lang="en-US" altLang="ru-RU" sz="1300" b="1" dirty="0">
                <a:solidFill>
                  <a:schemeClr val="accent1"/>
                </a:solidFill>
                <a:latin typeface="+mn-lt"/>
              </a:rPr>
              <a:t> Language</a:t>
            </a:r>
            <a:r>
              <a:rPr lang="ru-RU" altLang="ru-RU" sz="13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ru-RU" altLang="ru-RU" sz="1300" dirty="0">
                <a:solidFill>
                  <a:schemeClr val="tx1"/>
                </a:solidFill>
                <a:latin typeface="+mn-lt"/>
              </a:rPr>
              <a:t>– управление транзакциями</a:t>
            </a:r>
            <a:r>
              <a:rPr lang="en-US" altLang="ru-RU" sz="13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altLang="ru-RU" sz="1300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altLang="ru-RU" sz="1300" dirty="0">
                <a:solidFill>
                  <a:schemeClr val="tx1"/>
                </a:solidFill>
                <a:latin typeface="+mn-lt"/>
              </a:rPr>
              <a:t>COMMIT, ROLLBACK, SAVEPOINT)</a:t>
            </a:r>
            <a:endParaRPr lang="ru-RU" altLang="ru-RU" sz="13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96316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2" y="160682"/>
            <a:ext cx="79555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kern="1200" dirty="0">
                <a:solidFill>
                  <a:schemeClr val="accent3"/>
                </a:solidFill>
                <a:latin typeface="+mj-lt"/>
              </a:rPr>
              <a:t>Выбор реляционной СУБД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grpSp>
        <p:nvGrpSpPr>
          <p:cNvPr id="6" name="Group 8">
            <a:extLst>
              <a:ext uri="{FF2B5EF4-FFF2-40B4-BE49-F238E27FC236}">
                <a16:creationId xmlns:a16="http://schemas.microsoft.com/office/drawing/2014/main" id="{8A9FF422-6A4E-4CCE-86B0-3C80C8F08F2F}"/>
              </a:ext>
            </a:extLst>
          </p:cNvPr>
          <p:cNvGrpSpPr/>
          <p:nvPr/>
        </p:nvGrpSpPr>
        <p:grpSpPr>
          <a:xfrm>
            <a:off x="1263891" y="1017953"/>
            <a:ext cx="6638251" cy="3837338"/>
            <a:chOff x="753456" y="2137840"/>
            <a:chExt cx="7778984" cy="4320482"/>
          </a:xfrm>
        </p:grpSpPr>
        <p:pic>
          <p:nvPicPr>
            <p:cNvPr id="7" name="Picture 1">
              <a:extLst>
                <a:ext uri="{FF2B5EF4-FFF2-40B4-BE49-F238E27FC236}">
                  <a16:creationId xmlns:a16="http://schemas.microsoft.com/office/drawing/2014/main" id="{578775E1-11EA-4EDB-B3A8-99FD316E46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641"/>
            <a:stretch/>
          </p:blipFill>
          <p:spPr>
            <a:xfrm>
              <a:off x="753456" y="2137841"/>
              <a:ext cx="2676525" cy="2160240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799C7828-A4BE-4E00-A2C0-8E1FD56C96B6}"/>
                </a:ext>
              </a:extLst>
            </p:cNvPr>
            <p:cNvSpPr/>
            <p:nvPr/>
          </p:nvSpPr>
          <p:spPr>
            <a:xfrm>
              <a:off x="755576" y="2137840"/>
              <a:ext cx="7776864" cy="4320482"/>
            </a:xfrm>
            <a:prstGeom prst="rect">
              <a:avLst/>
            </a:prstGeom>
            <a:noFill/>
            <a:ln w="28575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" name="Picture 11">
              <a:extLst>
                <a:ext uri="{FF2B5EF4-FFF2-40B4-BE49-F238E27FC236}">
                  <a16:creationId xmlns:a16="http://schemas.microsoft.com/office/drawing/2014/main" id="{5417E62B-F612-4C2D-8FE1-3A5CC73861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1" t="54641"/>
            <a:stretch/>
          </p:blipFill>
          <p:spPr>
            <a:xfrm>
              <a:off x="782848" y="4298082"/>
              <a:ext cx="2636343" cy="2160240"/>
            </a:xfrm>
            <a:prstGeom prst="rect">
              <a:avLst/>
            </a:prstGeom>
            <a:ln w="38100">
              <a:noFill/>
            </a:ln>
          </p:spPr>
        </p:pic>
        <p:cxnSp>
          <p:nvCxnSpPr>
            <p:cNvPr id="10" name="Straight Connector 12">
              <a:extLst>
                <a:ext uri="{FF2B5EF4-FFF2-40B4-BE49-F238E27FC236}">
                  <a16:creationId xmlns:a16="http://schemas.microsoft.com/office/drawing/2014/main" id="{BA3D8075-EBF4-491A-83F7-EB4A88C04820}"/>
                </a:ext>
              </a:extLst>
            </p:cNvPr>
            <p:cNvCxnSpPr/>
            <p:nvPr/>
          </p:nvCxnSpPr>
          <p:spPr>
            <a:xfrm>
              <a:off x="755576" y="4298082"/>
              <a:ext cx="7776864" cy="0"/>
            </a:xfrm>
            <a:prstGeom prst="line">
              <a:avLst/>
            </a:prstGeom>
            <a:noFill/>
            <a:ln w="28575" cap="flat" cmpd="sng" algn="ctr">
              <a:solidFill>
                <a:srgbClr val="4472C4">
                  <a:lumMod val="75000"/>
                </a:srgbClr>
              </a:solidFill>
              <a:prstDash val="solid"/>
              <a:miter lim="800000"/>
            </a:ln>
            <a:effectLst/>
          </p:spPr>
        </p:cxnSp>
        <p:pic>
          <p:nvPicPr>
            <p:cNvPr id="11" name="Shape 29">
              <a:extLst>
                <a:ext uri="{FF2B5EF4-FFF2-40B4-BE49-F238E27FC236}">
                  <a16:creationId xmlns:a16="http://schemas.microsoft.com/office/drawing/2014/main" id="{54CCB2F8-640B-4BE8-8F21-5599452C4BE4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72000" y="4653136"/>
              <a:ext cx="2986957" cy="13441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Picture 2" descr="https://www.aplanadc.ru/dms/czrpo-docs/images/Opener/Oracle-Logo-HD.png">
              <a:extLst>
                <a:ext uri="{FF2B5EF4-FFF2-40B4-BE49-F238E27FC236}">
                  <a16:creationId xmlns:a16="http://schemas.microsoft.com/office/drawing/2014/main" id="{A0D52295-D004-4DED-ACA0-B2345A470D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729" y="2308347"/>
              <a:ext cx="1954325" cy="4034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http://cart.softline.ru/pictures/nodes/9b/46/35/a3/0f/3f/f9/b4/f8/origin.png">
              <a:extLst>
                <a:ext uri="{FF2B5EF4-FFF2-40B4-BE49-F238E27FC236}">
                  <a16:creationId xmlns:a16="http://schemas.microsoft.com/office/drawing/2014/main" id="{4747DBAF-5579-4D57-8579-138EA30E49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61162" y="2447267"/>
              <a:ext cx="1632548" cy="13417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6" descr="https://commons.bmstu.wiki/images/b/b5/Postgresql.png">
              <a:extLst>
                <a:ext uri="{FF2B5EF4-FFF2-40B4-BE49-F238E27FC236}">
                  <a16:creationId xmlns:a16="http://schemas.microsoft.com/office/drawing/2014/main" id="{D6DC0C4B-C860-4EFA-A791-763465D8E0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4423" y="2561866"/>
              <a:ext cx="1221488" cy="1083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8" descr="https://upload.wikimedia.org/wikipedia/ru/d/d3/Mysql.png">
              <a:extLst>
                <a:ext uri="{FF2B5EF4-FFF2-40B4-BE49-F238E27FC236}">
                  <a16:creationId xmlns:a16="http://schemas.microsoft.com/office/drawing/2014/main" id="{57FA8784-58C1-45F8-8D69-237439667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729" y="3273616"/>
              <a:ext cx="1686159" cy="8715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34250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901618"/>
            <a:ext cx="9144000" cy="9271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2" y="160682"/>
            <a:ext cx="79555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kern="1200" dirty="0">
                <a:solidFill>
                  <a:schemeClr val="accent3"/>
                </a:solidFill>
                <a:latin typeface="+mj-lt"/>
              </a:rPr>
              <a:t>SQLite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66262" y="995876"/>
            <a:ext cx="795553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b="1" dirty="0">
                <a:solidFill>
                  <a:schemeClr val="accent1"/>
                </a:solidFill>
                <a:latin typeface="+mn-lt"/>
              </a:rPr>
              <a:t>SQLite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 это библиотека, написанная на языке </a:t>
            </a:r>
            <a:r>
              <a:rPr lang="ru-RU" altLang="ru-RU" b="1" dirty="0">
                <a:solidFill>
                  <a:schemeClr val="tx1"/>
                </a:solidFill>
                <a:latin typeface="+mn-lt"/>
              </a:rPr>
              <a:t>C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, предоставляющая легковесную файловую базу данных, не требующую отдельного серверного процесса и понимающую обращения на одном из диалектов </a:t>
            </a:r>
            <a:r>
              <a:rPr lang="ru-RU" altLang="ru-RU" b="1" dirty="0">
                <a:solidFill>
                  <a:schemeClr val="accent1"/>
                </a:solidFill>
                <a:latin typeface="+mn-lt"/>
              </a:rPr>
              <a:t>SQL</a:t>
            </a:r>
            <a:endParaRPr lang="ru-RU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66262" y="2028887"/>
            <a:ext cx="355636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Приложения могут использовать </a:t>
            </a:r>
            <a:r>
              <a:rPr lang="ru-RU" altLang="ru-RU" sz="1200" b="1" dirty="0">
                <a:solidFill>
                  <a:schemeClr val="tx1"/>
                </a:solidFill>
                <a:latin typeface="+mn-lt"/>
              </a:rPr>
              <a:t>SQLite</a:t>
            </a: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 для хранения внутренних данных. Также </a:t>
            </a:r>
            <a:r>
              <a:rPr lang="ru-RU" altLang="ru-RU" sz="1200" b="1" dirty="0">
                <a:solidFill>
                  <a:schemeClr val="tx1"/>
                </a:solidFill>
                <a:latin typeface="+mn-lt"/>
              </a:rPr>
              <a:t>SQLite</a:t>
            </a: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 позволяет эффективно и быстро создавать прототипы приложений, использующих базы данных, а затем портировать код для работы с более сложными базами данных, такими как </a:t>
            </a:r>
            <a:r>
              <a:rPr lang="ru-RU" altLang="ru-RU" sz="1200" b="1" dirty="0">
                <a:solidFill>
                  <a:schemeClr val="tx1"/>
                </a:solidFill>
                <a:latin typeface="+mn-lt"/>
              </a:rPr>
              <a:t>PostgreSQL</a:t>
            </a: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 или </a:t>
            </a:r>
            <a:r>
              <a:rPr lang="ru-RU" altLang="ru-RU" sz="1200" b="1" dirty="0">
                <a:solidFill>
                  <a:schemeClr val="tx1"/>
                </a:solidFill>
                <a:latin typeface="+mn-lt"/>
              </a:rPr>
              <a:t>Oracle</a:t>
            </a:r>
            <a:endParaRPr lang="ru-RU" sz="12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66262" y="3471552"/>
            <a:ext cx="35981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1200" dirty="0">
                <a:solidFill>
                  <a:schemeClr val="tx1"/>
                </a:solidFill>
                <a:latin typeface="Proxima Nova Rg" panose="02000506030000020004" pitchFamily="2" charset="0"/>
              </a:rPr>
              <a:t>На данный момент актуальной является третья версия библиотеки – </a:t>
            </a:r>
            <a:r>
              <a:rPr lang="en-US" altLang="ru-RU" sz="1200" b="1" dirty="0">
                <a:solidFill>
                  <a:schemeClr val="tx1"/>
                </a:solidFill>
                <a:latin typeface="Proxima Nova Rg" panose="02000506030000020004" pitchFamily="2" charset="0"/>
              </a:rPr>
              <a:t>sqliite3</a:t>
            </a:r>
            <a:endParaRPr lang="ru-RU" sz="1200" b="1" dirty="0">
              <a:solidFill>
                <a:schemeClr val="tx1"/>
              </a:solidFill>
              <a:latin typeface="Proxima Nova Rg" panose="02000506030000020004" pitchFamily="2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66262" y="3989476"/>
            <a:ext cx="35981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Для установки </a:t>
            </a:r>
            <a:r>
              <a:rPr lang="ru-RU" altLang="ru-RU" sz="1200" b="1" dirty="0">
                <a:solidFill>
                  <a:schemeClr val="tx1"/>
                </a:solidFill>
                <a:latin typeface="+mn-lt"/>
              </a:rPr>
              <a:t>sqlite3</a:t>
            </a: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 консоли в Windows надо использовать инсталлятор, который можно скачать здесь: </a:t>
            </a:r>
            <a:r>
              <a:rPr lang="ru-RU" altLang="ru-RU" sz="1200" dirty="0">
                <a:solidFill>
                  <a:schemeClr val="accent1"/>
                </a:solidFill>
                <a:latin typeface="+mn-lt"/>
                <a:hlinkClick r:id="rId3"/>
              </a:rPr>
              <a:t>https://www.sqlite.org/download.html</a:t>
            </a:r>
            <a:r>
              <a:rPr lang="en-US" altLang="ru-RU" sz="1200" dirty="0">
                <a:solidFill>
                  <a:schemeClr val="accent1"/>
                </a:solidFill>
                <a:latin typeface="+mn-lt"/>
              </a:rPr>
              <a:t> </a:t>
            </a:r>
            <a:endParaRPr lang="ru-RU" altLang="ru-RU" sz="12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466235" y="1905743"/>
            <a:ext cx="31574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В Linux (Ubuntu), если консоль не предустановлена, надо воспользоваться </a:t>
            </a:r>
            <a:r>
              <a:rPr lang="ru-RU" altLang="ru-RU" sz="1200" b="1" dirty="0">
                <a:solidFill>
                  <a:schemeClr val="tx1"/>
                </a:solidFill>
                <a:latin typeface="+mn-lt"/>
              </a:rPr>
              <a:t>apt-get</a:t>
            </a: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, выполнив команду:</a:t>
            </a:r>
            <a:endParaRPr lang="en-US" altLang="ru-RU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573170" y="2590546"/>
            <a:ext cx="1925527" cy="26161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solidFill>
                  <a:schemeClr val="accent1"/>
                </a:solidFill>
                <a:latin typeface="Proxima Nova Rg" panose="02000506030000020004" pitchFamily="2" charset="0"/>
                <a:cs typeface="Courier New" panose="02070309020205020404" pitchFamily="49" charset="0"/>
              </a:rPr>
              <a:t>$ sudo apt-get install sqlite</a:t>
            </a:r>
            <a:r>
              <a:rPr lang="ru-RU" sz="1100" kern="1200" dirty="0">
                <a:solidFill>
                  <a:schemeClr val="accent1"/>
                </a:solidFill>
                <a:latin typeface="Proxima Nova Rg" panose="02000506030000020004" pitchFamily="2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466235" y="2928475"/>
            <a:ext cx="3267607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Для установки </a:t>
            </a:r>
            <a:r>
              <a:rPr lang="ru-RU" altLang="ru-RU" sz="1200" b="1" dirty="0">
                <a:solidFill>
                  <a:schemeClr val="tx1"/>
                </a:solidFill>
                <a:latin typeface="+mn-lt"/>
              </a:rPr>
              <a:t>sqlite3</a:t>
            </a: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 браузера в Windows надо использовать инсталлятор, который можно скачать здесь: </a:t>
            </a:r>
            <a:r>
              <a:rPr lang="ru-RU" altLang="ru-RU" sz="1200" dirty="0">
                <a:solidFill>
                  <a:schemeClr val="tx1"/>
                </a:solidFill>
                <a:latin typeface="+mn-lt"/>
                <a:hlinkClick r:id="rId4"/>
              </a:rPr>
              <a:t>https://sqlitebrowser.org/</a:t>
            </a:r>
            <a:r>
              <a:rPr lang="en-US" altLang="ru-RU" sz="1200" dirty="0">
                <a:solidFill>
                  <a:schemeClr val="tx1"/>
                </a:solidFill>
                <a:latin typeface="+mn-lt"/>
              </a:rPr>
              <a:t> </a:t>
            </a:r>
            <a:endParaRPr lang="ru-RU" altLang="ru-RU" sz="1200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В Linux (Ubuntu) надо выполнить следующие команды:</a:t>
            </a:r>
            <a:endParaRPr lang="en-US" altLang="ru-RU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4573170" y="4300007"/>
            <a:ext cx="3722532" cy="60016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$ sudo add-apt-repository -y ppa:linuxgndu/sqlitebrowser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$ sudo apt-get update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$ sudo apt-get install sqlitebrowser</a:t>
            </a:r>
            <a:endParaRPr lang="ru-RU" altLang="ru-RU" sz="1600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7130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901619"/>
            <a:ext cx="9144000" cy="725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2" y="160682"/>
            <a:ext cx="79555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kern="1200" dirty="0">
                <a:solidFill>
                  <a:schemeClr val="accent3"/>
                </a:solidFill>
                <a:latin typeface="+mj-lt"/>
              </a:rPr>
              <a:t>Конфигурирование таблиц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66262" y="1002609"/>
            <a:ext cx="80929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Прежде, чем начать работать непосредственно с данными, нам нужно сконфигурировать структуру их хранения (таблицы)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77279" y="1727809"/>
            <a:ext cx="79555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Создадим хотя бы одну таблицу с помощью оператора </a:t>
            </a:r>
            <a:r>
              <a:rPr lang="en-US" altLang="ru-RU" sz="1200" b="1" dirty="0">
                <a:solidFill>
                  <a:schemeClr val="tx1"/>
                </a:solidFill>
                <a:latin typeface="+mn-lt"/>
              </a:rPr>
              <a:t>CREATE</a:t>
            </a: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 (в консоли </a:t>
            </a:r>
            <a:r>
              <a:rPr lang="ru-RU" altLang="ru-RU" sz="1200" b="1" dirty="0">
                <a:solidFill>
                  <a:schemeClr val="tx1"/>
                </a:solidFill>
                <a:latin typeface="+mn-lt"/>
              </a:rPr>
              <a:t>sqlite3</a:t>
            </a: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altLang="ru-RU" sz="1200" b="1" dirty="0">
                <a:solidFill>
                  <a:schemeClr val="tx1"/>
                </a:solidFill>
                <a:latin typeface="+mn-lt"/>
              </a:rPr>
              <a:t>.exit </a:t>
            </a:r>
            <a:r>
              <a:rPr lang="ru-RU" altLang="ru-RU" sz="1200" dirty="0">
                <a:solidFill>
                  <a:schemeClr val="tx1"/>
                </a:solidFill>
                <a:latin typeface="+mn-lt"/>
              </a:rPr>
              <a:t>– для выхода):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684213" y="2105798"/>
            <a:ext cx="7545387" cy="26161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sqlite&gt; CREATE TABLE films </a:t>
            </a:r>
            <a:r>
              <a:rPr lang="ru-RU" sz="11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sz="11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id INTEGER PRIMARY KEY NOT NULL, name CHAR(128) NOT NULL, desc TEXT);</a:t>
            </a:r>
            <a:endParaRPr lang="ru-RU" sz="16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77279" y="2457381"/>
            <a:ext cx="8081979" cy="515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  <a:buClrTx/>
              <a:defRPr/>
            </a:pPr>
            <a:r>
              <a:rPr lang="ru-RU" altLang="ru-RU" sz="1200" dirty="0">
                <a:solidFill>
                  <a:schemeClr val="tx1"/>
                </a:solidFill>
                <a:latin typeface="Proxima Nova Rg" panose="02000506030000020004" pitchFamily="2" charset="0"/>
              </a:rPr>
              <a:t>Также таблицу можно создать (и просмотреть), используя </a:t>
            </a:r>
            <a:r>
              <a:rPr lang="en-US" altLang="ru-RU" sz="1200" b="1" dirty="0">
                <a:solidFill>
                  <a:schemeClr val="tx1"/>
                </a:solidFill>
                <a:latin typeface="Proxima Nova Rg" panose="02000506030000020004" pitchFamily="2" charset="0"/>
              </a:rPr>
              <a:t>SQLite</a:t>
            </a:r>
            <a:r>
              <a:rPr lang="en-US" altLang="ru-RU" sz="1200" dirty="0">
                <a:solidFill>
                  <a:schemeClr val="tx1"/>
                </a:solidFill>
                <a:latin typeface="Proxima Nova Rg" panose="02000506030000020004" pitchFamily="2" charset="0"/>
              </a:rPr>
              <a:t> </a:t>
            </a:r>
            <a:r>
              <a:rPr lang="ru-RU" altLang="ru-RU" sz="1200" dirty="0">
                <a:solidFill>
                  <a:schemeClr val="tx1"/>
                </a:solidFill>
                <a:latin typeface="Proxima Nova Rg" panose="02000506030000020004" pitchFamily="2" charset="0"/>
              </a:rPr>
              <a:t>браузер</a:t>
            </a:r>
            <a:r>
              <a:rPr lang="ru-RU" altLang="ru-RU" sz="1200" kern="1200" dirty="0">
                <a:solidFill>
                  <a:schemeClr val="tx1"/>
                </a:solidFill>
                <a:latin typeface="Proxima Nova Rg" panose="02000506030000020004" pitchFamily="2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000" kern="1200" dirty="0">
              <a:solidFill>
                <a:schemeClr val="tx1"/>
              </a:solidFill>
              <a:latin typeface="Proxima Nova Rg" panose="02000506030000020004" pitchFamily="2" charset="0"/>
              <a:cs typeface="Courier New" panose="02070309020205020404" pitchFamily="49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4D19630-413A-4CBD-8FD3-E28940F04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60" y="2809155"/>
            <a:ext cx="7848599" cy="1488334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577279" y="4308506"/>
            <a:ext cx="808197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200" dirty="0">
                <a:solidFill>
                  <a:schemeClr val="tx1"/>
                </a:solidFill>
                <a:latin typeface="+mn-lt"/>
              </a:rPr>
              <a:t>Удалить таблицу (при необходимости) так же просто:</a:t>
            </a:r>
            <a:endParaRPr lang="en-US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684213" y="4648497"/>
            <a:ext cx="1803699" cy="26161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kern="1200" dirty="0">
                <a:solidFill>
                  <a:schemeClr val="accent1"/>
                </a:solidFill>
                <a:latin typeface="Proxima Nova Rg" panose="02000506030000020004" pitchFamily="2" charset="0"/>
                <a:cs typeface="Courier New" panose="02070309020205020404" pitchFamily="49" charset="0"/>
              </a:rPr>
              <a:t>sqlite&gt; DROP TABLE films;</a:t>
            </a:r>
            <a:endParaRPr lang="en-US" sz="1600" dirty="0">
              <a:solidFill>
                <a:schemeClr val="accent1"/>
              </a:solidFill>
              <a:latin typeface="Proxima Nova Rg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417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2" y="83563"/>
            <a:ext cx="79555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kern="1200" dirty="0">
                <a:solidFill>
                  <a:schemeClr val="accent3"/>
                </a:solidFill>
                <a:latin typeface="+mj-lt"/>
              </a:rPr>
              <a:t>Операторы </a:t>
            </a:r>
            <a:r>
              <a:rPr lang="en-US" sz="3600" kern="1200" dirty="0">
                <a:solidFill>
                  <a:schemeClr val="accent3"/>
                </a:solidFill>
                <a:latin typeface="+mj-lt"/>
              </a:rPr>
              <a:t>CRUD</a:t>
            </a:r>
            <a:endParaRPr lang="ru-RU" sz="36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77279" y="692296"/>
            <a:ext cx="62917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tx1"/>
                </a:solidFill>
                <a:latin typeface="+mn-lt"/>
              </a:rPr>
              <a:t>После создания необходимых таблиц, мы можем вносить в них данные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77278" y="978039"/>
            <a:ext cx="81040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tx1"/>
                </a:solidFill>
                <a:latin typeface="+mn-lt"/>
              </a:rPr>
              <a:t>Для обозначения основных действий с данными (записями) существует специальная аббревиатура — 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CRUD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 (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create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read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update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delete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 — 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создать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прочесть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обновить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удалить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) — акроним, обозначающий четыре базовые функции, используемые при работе с персистентными хранилищами данных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77278" y="1613999"/>
            <a:ext cx="629173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200" dirty="0">
                <a:solidFill>
                  <a:schemeClr val="tx1"/>
                </a:solidFill>
                <a:latin typeface="+mn-lt"/>
              </a:rPr>
              <a:t>В соответствии с 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CRUD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 в 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SQL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 имеются следующие операторы: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566261" y="1924695"/>
            <a:ext cx="82913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chemeClr val="accent1"/>
                </a:solidFill>
                <a:latin typeface="+mn-lt"/>
              </a:rPr>
              <a:t>INSERT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 - оператор языка SQL, который позволяет добавить строку со значениями в таблицу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952959" y="2177387"/>
            <a:ext cx="5370723" cy="2308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9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sqlite&gt; INSERT INTO films (name, desc) VALUES ('Cool Film', 'SHORT LONG STORY');</a:t>
            </a:r>
            <a:endParaRPr lang="ru-RU" sz="900" kern="1200" dirty="0">
              <a:solidFill>
                <a:schemeClr val="accent1"/>
              </a:solidFill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66261" y="2471101"/>
            <a:ext cx="82913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chemeClr val="accent1"/>
                </a:solidFill>
                <a:latin typeface="+mn-lt"/>
              </a:rPr>
              <a:t>SELECT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 - оператор запроса в языке SQL, возвращающий набор данных (выборку) из базы   данных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952959" y="2748544"/>
            <a:ext cx="4819879" cy="5078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ru-RU" sz="9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</a:t>
            </a:r>
            <a:r>
              <a:rPr lang="en-US" sz="9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sqlite&gt; SELECT * FROM films;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sz="9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</a:t>
            </a:r>
            <a:r>
              <a:rPr lang="en-US" sz="9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# или</a:t>
            </a:r>
            <a:r>
              <a:rPr lang="ru-RU" sz="9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:</a:t>
            </a:r>
            <a:endParaRPr lang="en-US" sz="900" kern="1200" dirty="0">
              <a:solidFill>
                <a:schemeClr val="accent1"/>
              </a:solidFill>
              <a:latin typeface="+mn-lt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sz="9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</a:t>
            </a:r>
            <a:r>
              <a:rPr lang="en-US" sz="9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sqlite&gt; SELECT id, name FROM films WHERE id &gt; 3 ORDER BY id DESC LIMIT 5;</a:t>
            </a:r>
            <a:endParaRPr lang="ru-RU" sz="9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566261" y="3307524"/>
            <a:ext cx="763028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chemeClr val="accent1"/>
                </a:solidFill>
                <a:latin typeface="+mn-lt"/>
              </a:rPr>
              <a:t>UPDATE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 — оператор языка SQL, позволяющий обновить значения в заданных столбцах таблицы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952959" y="3566753"/>
            <a:ext cx="4572000" cy="2308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9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sqlite&gt; UPDATE films SET name = 'New Film Name' WHERE id = </a:t>
            </a:r>
            <a:r>
              <a:rPr lang="ru-RU" sz="9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1</a:t>
            </a:r>
            <a:r>
              <a:rPr lang="en-US" sz="9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566261" y="3843752"/>
            <a:ext cx="79665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/>
                </a:solidFill>
                <a:latin typeface="+mn-lt"/>
              </a:rPr>
              <a:t>D</a:t>
            </a:r>
            <a:r>
              <a:rPr lang="ru-RU" sz="1200" b="1" dirty="0">
                <a:solidFill>
                  <a:schemeClr val="accent1"/>
                </a:solidFill>
                <a:latin typeface="+mn-lt"/>
              </a:rPr>
              <a:t>ELETE 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— в языках, подобных SQL, операция удаления записей из таблицы. Критерий отбора записей       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для удаления определяется выражением 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where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. В случае, если критерий отбора не определён, 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выполняется удаление всех записей: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952959" y="4490083"/>
            <a:ext cx="4572000" cy="5078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9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</a:t>
            </a:r>
            <a:r>
              <a:rPr lang="en-US" sz="9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sqlite&gt; DELETE FROM films WHERE id = 6;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9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</a:t>
            </a:r>
            <a:r>
              <a:rPr lang="en-US" sz="9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# или</a:t>
            </a:r>
            <a:r>
              <a:rPr lang="ru-RU" sz="9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:</a:t>
            </a:r>
            <a:endParaRPr lang="en-US" sz="900" kern="1200" dirty="0">
              <a:solidFill>
                <a:schemeClr val="accent1"/>
              </a:solidFill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9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</a:t>
            </a:r>
            <a:r>
              <a:rPr lang="en-US" sz="900" kern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sqlite&gt; DELETE FROM films;</a:t>
            </a:r>
            <a:endParaRPr lang="ru-RU" sz="900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42910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2" y="160682"/>
            <a:ext cx="79555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kern="1200" dirty="0">
                <a:solidFill>
                  <a:schemeClr val="accent3"/>
                </a:solidFill>
                <a:latin typeface="+mj-lt"/>
              </a:rPr>
              <a:t>Python DB-API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66261" y="934670"/>
            <a:ext cx="796655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b="1" dirty="0">
                <a:solidFill>
                  <a:schemeClr val="tx1"/>
                </a:solidFill>
                <a:latin typeface="+mn-lt"/>
              </a:rPr>
              <a:t>PEP 249 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определяет </a:t>
            </a:r>
            <a:r>
              <a:rPr lang="ru-RU" altLang="ru-RU" b="1" dirty="0">
                <a:solidFill>
                  <a:schemeClr val="tx1"/>
                </a:solidFill>
                <a:latin typeface="+mn-lt"/>
              </a:rPr>
              <a:t>DB-API</a:t>
            </a:r>
            <a:r>
              <a:rPr lang="en-US" altLang="ru-RU" dirty="0">
                <a:solidFill>
                  <a:schemeClr val="tx1"/>
                </a:solidFill>
                <a:latin typeface="+mn-lt"/>
              </a:rPr>
              <a:t> – 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набор методов и интерфейсов для работы с базами данных </a:t>
            </a:r>
          </a:p>
        </p:txBody>
      </p:sp>
      <p:pic>
        <p:nvPicPr>
          <p:cNvPr id="13" name="Picture 2" descr="https://s3.amazonaws.com/media-p.slid.es/uploads/456598/images/4048238/38a503ff27b846e4aac2411fb0fdf614.png">
            <a:extLst>
              <a:ext uri="{FF2B5EF4-FFF2-40B4-BE49-F238E27FC236}">
                <a16:creationId xmlns:a16="http://schemas.microsoft.com/office/drawing/2014/main" id="{3EE33B91-8A77-4805-BC04-2F6BEC232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074" y="1389034"/>
            <a:ext cx="5327852" cy="3378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969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1" y="160682"/>
            <a:ext cx="82141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kern="1200" dirty="0">
                <a:solidFill>
                  <a:schemeClr val="accent3"/>
                </a:solidFill>
                <a:latin typeface="+mj-lt"/>
              </a:rPr>
              <a:t>Работа с БД через Python DB-API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66261" y="925628"/>
            <a:ext cx="74540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+mn-lt"/>
              </a:rPr>
              <a:t>Рассмотрим общий порядок работы с этой библиотекой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на примере задачи построения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БД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организации: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16389" y="1554420"/>
            <a:ext cx="8113923" cy="3339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kern="1200" dirty="0">
                <a:solidFill>
                  <a:srgbClr val="008000"/>
                </a:solidFill>
                <a:latin typeface="+mn-lt"/>
              </a:rPr>
              <a:t># Импортируем библиотеку, соответствующую типу нашей базы данных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100" kern="1200" dirty="0">
                <a:latin typeface="+mn-lt"/>
              </a:rPr>
              <a:t> sqlite3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900" kern="1200" dirty="0">
              <a:solidFill>
                <a:srgbClr val="008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100" kern="1200" dirty="0">
                <a:solidFill>
                  <a:srgbClr val="008000"/>
                </a:solidFill>
                <a:latin typeface="+mn-lt"/>
              </a:rPr>
              <a:t>Файл базы данных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100" kern="1200" dirty="0">
                <a:solidFill>
                  <a:srgbClr val="008000"/>
                </a:solidFill>
                <a:latin typeface="+mn-lt"/>
              </a:rPr>
              <a:t>Если вместо файла указать </a:t>
            </a:r>
            <a:r>
              <a:rPr lang="en-US" sz="1100" kern="1200" dirty="0">
                <a:solidFill>
                  <a:srgbClr val="008000"/>
                </a:solidFill>
                <a:latin typeface="+mn-lt"/>
              </a:rPr>
              <a:t>:memory:, </a:t>
            </a:r>
            <a:r>
              <a:rPr lang="ru-RU" sz="1100" kern="1200" dirty="0">
                <a:solidFill>
                  <a:srgbClr val="008000"/>
                </a:solidFill>
                <a:latin typeface="+mn-lt"/>
              </a:rPr>
              <a:t>то база будет создана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100" kern="1200" dirty="0">
                <a:solidFill>
                  <a:srgbClr val="008000"/>
                </a:solidFill>
                <a:latin typeface="+mn-lt"/>
              </a:rPr>
              <a:t>в оперативной памяти, а не в файле.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</a:rPr>
              <a:t>db_name 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kern="1200" dirty="0">
                <a:latin typeface="+mn-lt"/>
              </a:rPr>
              <a:t> </a:t>
            </a:r>
            <a:r>
              <a:rPr lang="en-US" sz="1100" kern="1200" dirty="0">
                <a:solidFill>
                  <a:srgbClr val="808080"/>
                </a:solidFill>
                <a:latin typeface="+mn-lt"/>
              </a:rPr>
              <a:t>"example.db"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ru-RU" sz="900" kern="1200" dirty="0">
              <a:solidFill>
                <a:srgbClr val="008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100" kern="1200" dirty="0">
                <a:solidFill>
                  <a:srgbClr val="008000"/>
                </a:solidFill>
                <a:latin typeface="+mn-lt"/>
              </a:rPr>
              <a:t>Создаем соединение с нашей базой данных</a:t>
            </a:r>
            <a:r>
              <a:rPr lang="ru-RU" sz="110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kern="1200" dirty="0">
                <a:solidFill>
                  <a:srgbClr val="008000"/>
                </a:solidFill>
                <a:latin typeface="+mn-lt"/>
              </a:rPr>
              <a:t># Если файл базы данных еще не создан, он создастся автоматически.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</a:rPr>
              <a:t>conn 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kern="1200" dirty="0">
                <a:latin typeface="+mn-lt"/>
              </a:rPr>
              <a:t> sqlite3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kern="1200" dirty="0">
                <a:latin typeface="+mn-lt"/>
              </a:rPr>
              <a:t>connect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kern="1200" dirty="0">
                <a:latin typeface="+mn-lt"/>
              </a:rPr>
              <a:t>db_name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kern="1200" dirty="0">
                <a:latin typeface="+mn-lt"/>
              </a:rPr>
              <a:t>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ru-RU" sz="9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100" kern="1200" dirty="0">
                <a:solidFill>
                  <a:srgbClr val="008000"/>
                </a:solidFill>
                <a:latin typeface="+mn-lt"/>
              </a:rPr>
              <a:t>При необходимости меняем тип </a:t>
            </a:r>
            <a:r>
              <a:rPr lang="en-US" sz="1100" kern="1200" dirty="0">
                <a:solidFill>
                  <a:srgbClr val="008000"/>
                </a:solidFill>
                <a:latin typeface="+mn-lt"/>
              </a:rPr>
              <a:t>row_factory</a:t>
            </a:r>
            <a:r>
              <a:rPr lang="ru-RU" sz="1100" kern="1200" dirty="0">
                <a:solidFill>
                  <a:srgbClr val="008000"/>
                </a:solidFill>
                <a:latin typeface="+mn-lt"/>
              </a:rPr>
              <a:t>, чтоб в ответах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100" kern="1200" dirty="0">
                <a:solidFill>
                  <a:srgbClr val="008000"/>
                </a:solidFill>
                <a:latin typeface="+mn-lt"/>
              </a:rPr>
              <a:t>базы данных отображались названия атрибутов.</a:t>
            </a:r>
            <a:r>
              <a:rPr lang="ru-RU" sz="110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</a:rPr>
              <a:t>conn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kern="1200" dirty="0">
                <a:latin typeface="+mn-lt"/>
              </a:rPr>
              <a:t>row_factory 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kern="1200" dirty="0">
                <a:latin typeface="+mn-lt"/>
              </a:rPr>
              <a:t> sqlite3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kern="1200" dirty="0">
                <a:latin typeface="+mn-lt"/>
              </a:rPr>
              <a:t>Row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ru-RU" sz="9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100" kern="1200" dirty="0">
                <a:solidFill>
                  <a:srgbClr val="008000"/>
                </a:solidFill>
                <a:latin typeface="+mn-lt"/>
              </a:rPr>
              <a:t>РАБОТАЕМ С БАЗОЙ</a:t>
            </a:r>
            <a:r>
              <a:rPr lang="ru-RU" sz="110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9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kern="1200" dirty="0">
                <a:solidFill>
                  <a:srgbClr val="008000"/>
                </a:solidFill>
                <a:latin typeface="+mn-lt"/>
              </a:rPr>
              <a:t># Не забываем закрыть соединение с базой данных</a:t>
            </a:r>
            <a:r>
              <a:rPr lang="en-US" sz="1100" kern="12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100" kern="1200" dirty="0">
                <a:solidFill>
                  <a:srgbClr val="008000"/>
                </a:solidFill>
                <a:latin typeface="+mn-lt"/>
              </a:rPr>
              <a:t>после работы</a:t>
            </a:r>
            <a:r>
              <a:rPr lang="ru-RU" sz="110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</a:rPr>
              <a:t>conn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kern="1200" dirty="0">
                <a:latin typeface="+mn-lt"/>
              </a:rPr>
              <a:t>close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()</a:t>
            </a:r>
            <a:endParaRPr lang="en-US" sz="1100" kern="1200" dirty="0">
              <a:solidFill>
                <a:prstClr val="black"/>
              </a:solidFill>
              <a:latin typeface="+mn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684704" y="2029128"/>
            <a:ext cx="3459296" cy="1639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5942766" y="2587262"/>
            <a:ext cx="29943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+mn-lt"/>
              </a:rPr>
              <a:t>Для работы с SQLite в Python используется библиотека sqlite3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25221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9541" y="383304"/>
            <a:ext cx="4674459" cy="46192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Конфигурирование базы данных (если необходимо выполнить в скрипте)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configure_db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cur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conn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cursor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Создаем таблицу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Employees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cur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execute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"CREATE TABLE Employees"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   (Id        INTEGER    PRIMARY KEY  AUTOINCREMENT,"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    Name      CHAR(128)  NOT NULL,"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    Position  CHAR(64)   NOT NULL,"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    Bonus     INTEGER    DEFAULT 0,"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    Login     CHAR(16)   NOT NULL,"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    Password  CHAR(16)   NOT NULL)"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#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Создаем таблицу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cur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execute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"CREATE TABLE Projects"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   (Id        INTEGER    PRIMARY KEY  AUTOINCREMENT,"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    Name      CHAR(128)  NOT NULL)"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Создаем таблицу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PositionSalary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cur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execute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"CREATE TABLE PositionSalary"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   (Position  CHAR(64)   PRIMARY KEY  NOT NULL,"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    Salary    INTEGER    NOT NULL)"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#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Создаем таблицу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EmployeeProject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cur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execute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"CREATE TABLE EmployeeProject"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   (EmployeeId  INTEGER,"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    ProjectId   INTEGER,"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    PRIMARY KEY (EmployeeId, ProjectId))"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lang="ru-RU" altLang="ru-RU" dirty="0">
              <a:solidFill>
                <a:srgbClr val="002060"/>
              </a:solidFill>
              <a:latin typeface="+mn-lt"/>
            </a:endParaRPr>
          </a:p>
          <a:p>
            <a:pPr algn="just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endParaRPr lang="ru-RU" altLang="ru-RU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1792963"/>
            <a:ext cx="429217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kern="1200" dirty="0">
                <a:solidFill>
                  <a:schemeClr val="bg1"/>
                </a:solidFill>
                <a:latin typeface="+mj-lt"/>
              </a:rPr>
              <a:t>Скрипт конфигурирования БД: </a:t>
            </a:r>
            <a:r>
              <a:rPr lang="en-US" sz="3200" kern="1200" dirty="0">
                <a:solidFill>
                  <a:schemeClr val="bg1"/>
                </a:solidFill>
                <a:latin typeface="+mj-lt"/>
              </a:rPr>
              <a:t>CREATE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76902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1" y="160682"/>
            <a:ext cx="82141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kern="1200" dirty="0">
                <a:solidFill>
                  <a:schemeClr val="accent3"/>
                </a:solidFill>
                <a:latin typeface="+mj-lt"/>
              </a:rPr>
              <a:t>Добавление записей: </a:t>
            </a:r>
            <a:r>
              <a:rPr lang="en-US" sz="4000" kern="1200" dirty="0">
                <a:solidFill>
                  <a:schemeClr val="accent3"/>
                </a:solidFill>
                <a:latin typeface="+mj-lt"/>
              </a:rPr>
              <a:t>INSERT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261" y="1010354"/>
            <a:ext cx="5776463" cy="399130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Добавление записей в таблицу Проекты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insert_project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conn, name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Создаем курсор - специальный объект,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# который делает запросы и получает их результаты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cursor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Делаем INSERT запрос к базе данных, используя обычный SQL-синтаксис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execute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"INSERT INTO Projects (Name)"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VALUES (:name)"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{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'name'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name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Если мы не просто читаем, но и вносим изменения в базу данных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# - необходимо сохранить транзакцию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commit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Добавление записей в таблицу ДолжностьОклад</a:t>
            </a: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insert_position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conn, position, salary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conn.cursor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execute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"INSERT INTO PositionSalary (Position, Salary)"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VALUES (:position, :salary)"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{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'position'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position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'salary'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salary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commit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73736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1" y="160682"/>
            <a:ext cx="82141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kern="1200" dirty="0">
                <a:solidFill>
                  <a:schemeClr val="accent3"/>
                </a:solidFill>
                <a:latin typeface="+mj-lt"/>
              </a:rPr>
              <a:t>Добавление записей: </a:t>
            </a:r>
            <a:r>
              <a:rPr lang="en-US" sz="4000" kern="1200" dirty="0">
                <a:solidFill>
                  <a:schemeClr val="accent3"/>
                </a:solidFill>
                <a:latin typeface="+mj-lt"/>
              </a:rPr>
              <a:t>INSERT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261" y="1237726"/>
            <a:ext cx="7550179" cy="33853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Добавление записей в таблицу Сотрудники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insert_employee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name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position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bonus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login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pwd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cur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cursor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execute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"INSERT INTO Employees (Name, Position, Bonus, Login, Password)"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VALUES (:name, :position, :bonus, :login, :pwd)"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{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'name'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name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'position'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position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'bonus'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bonus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'login'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login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'pwd'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pwd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commit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Добавление записей в таблицу СотрудникиПроекты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add_employee_to_project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employee_id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project_id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cur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cursor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execute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"INSERT INTO EmployeeProject (EmployeeId, ProjectId)"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VALUES (:employeeId, :projectId)"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{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'employeeId'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employee_id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'projectId'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project_id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commit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	</a:t>
            </a:r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5D9172F-2E60-4ACC-83F6-3441C1F02586}"/>
              </a:ext>
            </a:extLst>
          </p:cNvPr>
          <p:cNvGrpSpPr/>
          <p:nvPr/>
        </p:nvGrpSpPr>
        <p:grpSpPr>
          <a:xfrm flipH="1">
            <a:off x="5376180" y="2555912"/>
            <a:ext cx="4505739" cy="2730423"/>
            <a:chOff x="-903210" y="2512248"/>
            <a:chExt cx="4553212" cy="2759191"/>
          </a:xfrm>
        </p:grpSpPr>
        <p:sp>
          <p:nvSpPr>
            <p:cNvPr id="6" name="Google Shape;1738;p44">
              <a:extLst>
                <a:ext uri="{FF2B5EF4-FFF2-40B4-BE49-F238E27FC236}">
                  <a16:creationId xmlns:a16="http://schemas.microsoft.com/office/drawing/2014/main" id="{E4F90094-185A-445E-9205-70C3F0974390}"/>
                </a:ext>
              </a:extLst>
            </p:cNvPr>
            <p:cNvSpPr/>
            <p:nvPr/>
          </p:nvSpPr>
          <p:spPr>
            <a:xfrm>
              <a:off x="-903210" y="2621786"/>
              <a:ext cx="4553212" cy="2649653"/>
            </a:xfrm>
            <a:custGeom>
              <a:avLst/>
              <a:gdLst/>
              <a:ahLst/>
              <a:cxnLst/>
              <a:rect l="l" t="t" r="r" b="b"/>
              <a:pathLst>
                <a:path w="79073" h="46015" extrusionOk="0">
                  <a:moveTo>
                    <a:pt x="29262" y="1"/>
                  </a:moveTo>
                  <a:cubicBezTo>
                    <a:pt x="18282" y="1"/>
                    <a:pt x="9382" y="8902"/>
                    <a:pt x="9382" y="19881"/>
                  </a:cubicBezTo>
                  <a:cubicBezTo>
                    <a:pt x="9382" y="20126"/>
                    <a:pt x="9392" y="20367"/>
                    <a:pt x="9401" y="20611"/>
                  </a:cubicBezTo>
                  <a:cubicBezTo>
                    <a:pt x="3976" y="22156"/>
                    <a:pt x="0" y="27139"/>
                    <a:pt x="0" y="33059"/>
                  </a:cubicBezTo>
                  <a:cubicBezTo>
                    <a:pt x="0" y="39606"/>
                    <a:pt x="4862" y="45004"/>
                    <a:pt x="11168" y="45877"/>
                  </a:cubicBezTo>
                  <a:lnTo>
                    <a:pt x="11168" y="46015"/>
                  </a:lnTo>
                  <a:lnTo>
                    <a:pt x="69691" y="46015"/>
                  </a:lnTo>
                  <a:cubicBezTo>
                    <a:pt x="74872" y="46015"/>
                    <a:pt x="79072" y="41814"/>
                    <a:pt x="79072" y="36633"/>
                  </a:cubicBezTo>
                  <a:cubicBezTo>
                    <a:pt x="79072" y="31666"/>
                    <a:pt x="75209" y="27611"/>
                    <a:pt x="70325" y="27283"/>
                  </a:cubicBezTo>
                  <a:cubicBezTo>
                    <a:pt x="70488" y="26404"/>
                    <a:pt x="70585" y="25499"/>
                    <a:pt x="70585" y="24571"/>
                  </a:cubicBezTo>
                  <a:cubicBezTo>
                    <a:pt x="70585" y="16429"/>
                    <a:pt x="63985" y="9829"/>
                    <a:pt x="55842" y="9829"/>
                  </a:cubicBezTo>
                  <a:cubicBezTo>
                    <a:pt x="55835" y="9829"/>
                    <a:pt x="55828" y="9829"/>
                    <a:pt x="55820" y="9829"/>
                  </a:cubicBezTo>
                  <a:cubicBezTo>
                    <a:pt x="52910" y="9829"/>
                    <a:pt x="50065" y="10696"/>
                    <a:pt x="47648" y="12318"/>
                  </a:cubicBezTo>
                  <a:cubicBezTo>
                    <a:pt x="44672" y="5091"/>
                    <a:pt x="37563" y="1"/>
                    <a:pt x="2926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654;p44">
              <a:extLst>
                <a:ext uri="{FF2B5EF4-FFF2-40B4-BE49-F238E27FC236}">
                  <a16:creationId xmlns:a16="http://schemas.microsoft.com/office/drawing/2014/main" id="{6AF7BBD7-F5E6-4D68-859D-15E0F6D02ACE}"/>
                </a:ext>
              </a:extLst>
            </p:cNvPr>
            <p:cNvSpPr/>
            <p:nvPr/>
          </p:nvSpPr>
          <p:spPr>
            <a:xfrm>
              <a:off x="773574" y="4698724"/>
              <a:ext cx="300810" cy="117942"/>
            </a:xfrm>
            <a:custGeom>
              <a:avLst/>
              <a:gdLst/>
              <a:ahLst/>
              <a:cxnLst/>
              <a:rect l="l" t="t" r="r" b="b"/>
              <a:pathLst>
                <a:path w="20404" h="8000" extrusionOk="0">
                  <a:moveTo>
                    <a:pt x="8645" y="1"/>
                  </a:moveTo>
                  <a:lnTo>
                    <a:pt x="948" y="823"/>
                  </a:lnTo>
                  <a:cubicBezTo>
                    <a:pt x="948" y="823"/>
                    <a:pt x="1" y="4548"/>
                    <a:pt x="592" y="5967"/>
                  </a:cubicBezTo>
                  <a:cubicBezTo>
                    <a:pt x="1052" y="7074"/>
                    <a:pt x="1846" y="7222"/>
                    <a:pt x="2985" y="7222"/>
                  </a:cubicBezTo>
                  <a:cubicBezTo>
                    <a:pt x="3307" y="7222"/>
                    <a:pt x="3657" y="7210"/>
                    <a:pt x="4035" y="7204"/>
                  </a:cubicBezTo>
                  <a:cubicBezTo>
                    <a:pt x="4052" y="7204"/>
                    <a:pt x="4071" y="7204"/>
                    <a:pt x="4089" y="7204"/>
                  </a:cubicBezTo>
                  <a:cubicBezTo>
                    <a:pt x="5612" y="7204"/>
                    <a:pt x="11444" y="7999"/>
                    <a:pt x="14477" y="7999"/>
                  </a:cubicBezTo>
                  <a:cubicBezTo>
                    <a:pt x="15077" y="7999"/>
                    <a:pt x="15568" y="7968"/>
                    <a:pt x="15894" y="7894"/>
                  </a:cubicBezTo>
                  <a:cubicBezTo>
                    <a:pt x="17886" y="7437"/>
                    <a:pt x="19873" y="6552"/>
                    <a:pt x="20138" y="5121"/>
                  </a:cubicBezTo>
                  <a:cubicBezTo>
                    <a:pt x="20403" y="3690"/>
                    <a:pt x="16698" y="4170"/>
                    <a:pt x="14837" y="3768"/>
                  </a:cubicBezTo>
                  <a:cubicBezTo>
                    <a:pt x="12975" y="3367"/>
                    <a:pt x="8645" y="1"/>
                    <a:pt x="86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55;p44">
              <a:extLst>
                <a:ext uri="{FF2B5EF4-FFF2-40B4-BE49-F238E27FC236}">
                  <a16:creationId xmlns:a16="http://schemas.microsoft.com/office/drawing/2014/main" id="{F1118712-334A-499A-A569-34EDAF69C2D1}"/>
                </a:ext>
              </a:extLst>
            </p:cNvPr>
            <p:cNvSpPr/>
            <p:nvPr/>
          </p:nvSpPr>
          <p:spPr>
            <a:xfrm>
              <a:off x="769255" y="4694523"/>
              <a:ext cx="306103" cy="126330"/>
            </a:xfrm>
            <a:custGeom>
              <a:avLst/>
              <a:gdLst/>
              <a:ahLst/>
              <a:cxnLst/>
              <a:rect l="l" t="t" r="r" b="b"/>
              <a:pathLst>
                <a:path w="20763" h="8569" extrusionOk="0">
                  <a:moveTo>
                    <a:pt x="8854" y="582"/>
                  </a:moveTo>
                  <a:cubicBezTo>
                    <a:pt x="9508" y="1084"/>
                    <a:pt x="13296" y="3950"/>
                    <a:pt x="15069" y="4332"/>
                  </a:cubicBezTo>
                  <a:cubicBezTo>
                    <a:pt x="15679" y="4464"/>
                    <a:pt x="16477" y="4504"/>
                    <a:pt x="17248" y="4543"/>
                  </a:cubicBezTo>
                  <a:cubicBezTo>
                    <a:pt x="18430" y="4603"/>
                    <a:pt x="19771" y="4670"/>
                    <a:pt x="20096" y="5080"/>
                  </a:cubicBezTo>
                  <a:cubicBezTo>
                    <a:pt x="20135" y="5131"/>
                    <a:pt x="20178" y="5207"/>
                    <a:pt x="20150" y="5354"/>
                  </a:cubicBezTo>
                  <a:cubicBezTo>
                    <a:pt x="19950" y="6433"/>
                    <a:pt x="18483" y="7360"/>
                    <a:pt x="16122" y="7900"/>
                  </a:cubicBezTo>
                  <a:cubicBezTo>
                    <a:pt x="15819" y="7970"/>
                    <a:pt x="15355" y="7999"/>
                    <a:pt x="14783" y="7999"/>
                  </a:cubicBezTo>
                  <a:cubicBezTo>
                    <a:pt x="13010" y="7999"/>
                    <a:pt x="10210" y="7719"/>
                    <a:pt x="8021" y="7501"/>
                  </a:cubicBezTo>
                  <a:cubicBezTo>
                    <a:pt x="6419" y="7342"/>
                    <a:pt x="5028" y="7203"/>
                    <a:pt x="4380" y="7203"/>
                  </a:cubicBezTo>
                  <a:lnTo>
                    <a:pt x="4324" y="7203"/>
                  </a:lnTo>
                  <a:lnTo>
                    <a:pt x="3895" y="7212"/>
                  </a:lnTo>
                  <a:cubicBezTo>
                    <a:pt x="3690" y="7216"/>
                    <a:pt x="3499" y="7220"/>
                    <a:pt x="3322" y="7220"/>
                  </a:cubicBezTo>
                  <a:cubicBezTo>
                    <a:pt x="2132" y="7220"/>
                    <a:pt x="1537" y="7076"/>
                    <a:pt x="1148" y="6142"/>
                  </a:cubicBezTo>
                  <a:cubicBezTo>
                    <a:pt x="720" y="5115"/>
                    <a:pt x="1198" y="2512"/>
                    <a:pt x="1470" y="1371"/>
                  </a:cubicBezTo>
                  <a:lnTo>
                    <a:pt x="8854" y="582"/>
                  </a:lnTo>
                  <a:close/>
                  <a:moveTo>
                    <a:pt x="8940" y="0"/>
                  </a:moveTo>
                  <a:cubicBezTo>
                    <a:pt x="8929" y="0"/>
                    <a:pt x="8918" y="1"/>
                    <a:pt x="8907" y="2"/>
                  </a:cubicBezTo>
                  <a:lnTo>
                    <a:pt x="1210" y="824"/>
                  </a:lnTo>
                  <a:cubicBezTo>
                    <a:pt x="1092" y="837"/>
                    <a:pt x="993" y="922"/>
                    <a:pt x="963" y="1038"/>
                  </a:cubicBezTo>
                  <a:cubicBezTo>
                    <a:pt x="924" y="1194"/>
                    <a:pt x="0" y="4873"/>
                    <a:pt x="621" y="6363"/>
                  </a:cubicBezTo>
                  <a:cubicBezTo>
                    <a:pt x="1145" y="7622"/>
                    <a:pt x="2079" y="7792"/>
                    <a:pt x="3268" y="7792"/>
                  </a:cubicBezTo>
                  <a:cubicBezTo>
                    <a:pt x="3474" y="7792"/>
                    <a:pt x="3688" y="7787"/>
                    <a:pt x="3908" y="7782"/>
                  </a:cubicBezTo>
                  <a:lnTo>
                    <a:pt x="4332" y="7774"/>
                  </a:lnTo>
                  <a:cubicBezTo>
                    <a:pt x="4931" y="7779"/>
                    <a:pt x="6332" y="7907"/>
                    <a:pt x="7965" y="8070"/>
                  </a:cubicBezTo>
                  <a:cubicBezTo>
                    <a:pt x="10260" y="8298"/>
                    <a:pt x="12971" y="8569"/>
                    <a:pt x="14765" y="8569"/>
                  </a:cubicBezTo>
                  <a:cubicBezTo>
                    <a:pt x="15391" y="8569"/>
                    <a:pt x="15905" y="8535"/>
                    <a:pt x="16251" y="8457"/>
                  </a:cubicBezTo>
                  <a:cubicBezTo>
                    <a:pt x="17774" y="8108"/>
                    <a:pt x="20379" y="7255"/>
                    <a:pt x="20711" y="5459"/>
                  </a:cubicBezTo>
                  <a:cubicBezTo>
                    <a:pt x="20762" y="5184"/>
                    <a:pt x="20705" y="4930"/>
                    <a:pt x="20544" y="4727"/>
                  </a:cubicBezTo>
                  <a:cubicBezTo>
                    <a:pt x="20059" y="4114"/>
                    <a:pt x="18708" y="4045"/>
                    <a:pt x="17276" y="3972"/>
                  </a:cubicBezTo>
                  <a:cubicBezTo>
                    <a:pt x="16528" y="3936"/>
                    <a:pt x="15755" y="3896"/>
                    <a:pt x="15190" y="3775"/>
                  </a:cubicBezTo>
                  <a:cubicBezTo>
                    <a:pt x="13413" y="3390"/>
                    <a:pt x="9156" y="94"/>
                    <a:pt x="9113" y="61"/>
                  </a:cubicBezTo>
                  <a:cubicBezTo>
                    <a:pt x="9064" y="21"/>
                    <a:pt x="9003" y="0"/>
                    <a:pt x="89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56;p44">
              <a:extLst>
                <a:ext uri="{FF2B5EF4-FFF2-40B4-BE49-F238E27FC236}">
                  <a16:creationId xmlns:a16="http://schemas.microsoft.com/office/drawing/2014/main" id="{9F6C208C-B0C7-4212-817B-B294BD426DDE}"/>
                </a:ext>
              </a:extLst>
            </p:cNvPr>
            <p:cNvSpPr/>
            <p:nvPr/>
          </p:nvSpPr>
          <p:spPr>
            <a:xfrm>
              <a:off x="883702" y="4698724"/>
              <a:ext cx="76367" cy="50744"/>
            </a:xfrm>
            <a:custGeom>
              <a:avLst/>
              <a:gdLst/>
              <a:ahLst/>
              <a:cxnLst/>
              <a:rect l="l" t="t" r="r" b="b"/>
              <a:pathLst>
                <a:path w="5180" h="3442" extrusionOk="0">
                  <a:moveTo>
                    <a:pt x="1175" y="1"/>
                  </a:moveTo>
                  <a:lnTo>
                    <a:pt x="248" y="100"/>
                  </a:lnTo>
                  <a:lnTo>
                    <a:pt x="0" y="1112"/>
                  </a:lnTo>
                  <a:cubicBezTo>
                    <a:pt x="0" y="1112"/>
                    <a:pt x="1738" y="2800"/>
                    <a:pt x="3268" y="3350"/>
                  </a:cubicBezTo>
                  <a:cubicBezTo>
                    <a:pt x="3445" y="3414"/>
                    <a:pt x="3615" y="3442"/>
                    <a:pt x="3779" y="3442"/>
                  </a:cubicBezTo>
                  <a:cubicBezTo>
                    <a:pt x="4336" y="3442"/>
                    <a:pt x="4816" y="3119"/>
                    <a:pt x="5180" y="2759"/>
                  </a:cubicBezTo>
                  <a:cubicBezTo>
                    <a:pt x="3275" y="1633"/>
                    <a:pt x="1175" y="1"/>
                    <a:pt x="11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57;p44">
              <a:extLst>
                <a:ext uri="{FF2B5EF4-FFF2-40B4-BE49-F238E27FC236}">
                  <a16:creationId xmlns:a16="http://schemas.microsoft.com/office/drawing/2014/main" id="{2644D6BA-B538-4870-840A-85AF7301ED3D}"/>
                </a:ext>
              </a:extLst>
            </p:cNvPr>
            <p:cNvSpPr/>
            <p:nvPr/>
          </p:nvSpPr>
          <p:spPr>
            <a:xfrm>
              <a:off x="879265" y="4694508"/>
              <a:ext cx="85729" cy="59177"/>
            </a:xfrm>
            <a:custGeom>
              <a:avLst/>
              <a:gdLst/>
              <a:ahLst/>
              <a:cxnLst/>
              <a:rect l="l" t="t" r="r" b="b"/>
              <a:pathLst>
                <a:path w="5815" h="4014" extrusionOk="0">
                  <a:moveTo>
                    <a:pt x="1393" y="583"/>
                  </a:moveTo>
                  <a:cubicBezTo>
                    <a:pt x="1792" y="888"/>
                    <a:pt x="3423" y="2120"/>
                    <a:pt x="4999" y="3089"/>
                  </a:cubicBezTo>
                  <a:cubicBezTo>
                    <a:pt x="4691" y="3324"/>
                    <a:pt x="4383" y="3441"/>
                    <a:pt x="4079" y="3441"/>
                  </a:cubicBezTo>
                  <a:cubicBezTo>
                    <a:pt x="3940" y="3441"/>
                    <a:pt x="3802" y="3417"/>
                    <a:pt x="3665" y="3368"/>
                  </a:cubicBezTo>
                  <a:cubicBezTo>
                    <a:pt x="2433" y="2925"/>
                    <a:pt x="1029" y="1683"/>
                    <a:pt x="619" y="1305"/>
                  </a:cubicBezTo>
                  <a:lnTo>
                    <a:pt x="780" y="649"/>
                  </a:lnTo>
                  <a:lnTo>
                    <a:pt x="1393" y="583"/>
                  </a:lnTo>
                  <a:close/>
                  <a:moveTo>
                    <a:pt x="1472" y="1"/>
                  </a:moveTo>
                  <a:cubicBezTo>
                    <a:pt x="1463" y="1"/>
                    <a:pt x="1454" y="1"/>
                    <a:pt x="1445" y="2"/>
                  </a:cubicBezTo>
                  <a:lnTo>
                    <a:pt x="519" y="102"/>
                  </a:lnTo>
                  <a:cubicBezTo>
                    <a:pt x="399" y="114"/>
                    <a:pt x="300" y="201"/>
                    <a:pt x="272" y="317"/>
                  </a:cubicBezTo>
                  <a:lnTo>
                    <a:pt x="24" y="1330"/>
                  </a:lnTo>
                  <a:cubicBezTo>
                    <a:pt x="0" y="1428"/>
                    <a:pt x="30" y="1532"/>
                    <a:pt x="103" y="1602"/>
                  </a:cubicBezTo>
                  <a:cubicBezTo>
                    <a:pt x="175" y="1673"/>
                    <a:pt x="1902" y="3341"/>
                    <a:pt x="3473" y="3905"/>
                  </a:cubicBezTo>
                  <a:cubicBezTo>
                    <a:pt x="3667" y="3976"/>
                    <a:pt x="3873" y="4013"/>
                    <a:pt x="4080" y="4014"/>
                  </a:cubicBezTo>
                  <a:cubicBezTo>
                    <a:pt x="4626" y="4014"/>
                    <a:pt x="5170" y="3755"/>
                    <a:pt x="5682" y="3247"/>
                  </a:cubicBezTo>
                  <a:cubicBezTo>
                    <a:pt x="5814" y="3116"/>
                    <a:pt x="5787" y="2894"/>
                    <a:pt x="5625" y="2799"/>
                  </a:cubicBezTo>
                  <a:cubicBezTo>
                    <a:pt x="3760" y="1695"/>
                    <a:pt x="1671" y="77"/>
                    <a:pt x="1651" y="61"/>
                  </a:cubicBezTo>
                  <a:cubicBezTo>
                    <a:pt x="1599" y="22"/>
                    <a:pt x="1536" y="1"/>
                    <a:pt x="1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58;p44">
              <a:extLst>
                <a:ext uri="{FF2B5EF4-FFF2-40B4-BE49-F238E27FC236}">
                  <a16:creationId xmlns:a16="http://schemas.microsoft.com/office/drawing/2014/main" id="{B67B09EE-A524-46B3-8DC3-658D3F880853}"/>
                </a:ext>
              </a:extLst>
            </p:cNvPr>
            <p:cNvSpPr/>
            <p:nvPr/>
          </p:nvSpPr>
          <p:spPr>
            <a:xfrm>
              <a:off x="780754" y="4770757"/>
              <a:ext cx="289945" cy="45909"/>
            </a:xfrm>
            <a:custGeom>
              <a:avLst/>
              <a:gdLst/>
              <a:ahLst/>
              <a:cxnLst/>
              <a:rect l="l" t="t" r="r" b="b"/>
              <a:pathLst>
                <a:path w="19667" h="3114" extrusionOk="0">
                  <a:moveTo>
                    <a:pt x="19655" y="1"/>
                  </a:moveTo>
                  <a:lnTo>
                    <a:pt x="19655" y="1"/>
                  </a:lnTo>
                  <a:cubicBezTo>
                    <a:pt x="19010" y="364"/>
                    <a:pt x="17816" y="950"/>
                    <a:pt x="16098" y="1427"/>
                  </a:cubicBezTo>
                  <a:cubicBezTo>
                    <a:pt x="15225" y="1670"/>
                    <a:pt x="14275" y="1765"/>
                    <a:pt x="13244" y="1765"/>
                  </a:cubicBezTo>
                  <a:cubicBezTo>
                    <a:pt x="11086" y="1765"/>
                    <a:pt x="8574" y="1349"/>
                    <a:pt x="5671" y="1003"/>
                  </a:cubicBezTo>
                  <a:cubicBezTo>
                    <a:pt x="3774" y="778"/>
                    <a:pt x="2218" y="715"/>
                    <a:pt x="1070" y="715"/>
                  </a:cubicBezTo>
                  <a:cubicBezTo>
                    <a:pt x="661" y="715"/>
                    <a:pt x="303" y="723"/>
                    <a:pt x="1" y="734"/>
                  </a:cubicBezTo>
                  <a:cubicBezTo>
                    <a:pt x="25" y="853"/>
                    <a:pt x="59" y="969"/>
                    <a:pt x="104" y="1082"/>
                  </a:cubicBezTo>
                  <a:cubicBezTo>
                    <a:pt x="565" y="2188"/>
                    <a:pt x="1358" y="2336"/>
                    <a:pt x="2497" y="2336"/>
                  </a:cubicBezTo>
                  <a:cubicBezTo>
                    <a:pt x="2820" y="2336"/>
                    <a:pt x="3170" y="2324"/>
                    <a:pt x="3548" y="2318"/>
                  </a:cubicBezTo>
                  <a:cubicBezTo>
                    <a:pt x="3565" y="2318"/>
                    <a:pt x="3583" y="2318"/>
                    <a:pt x="3602" y="2318"/>
                  </a:cubicBezTo>
                  <a:cubicBezTo>
                    <a:pt x="5124" y="2318"/>
                    <a:pt x="10957" y="3113"/>
                    <a:pt x="13990" y="3113"/>
                  </a:cubicBezTo>
                  <a:cubicBezTo>
                    <a:pt x="14590" y="3113"/>
                    <a:pt x="15081" y="3082"/>
                    <a:pt x="15407" y="3008"/>
                  </a:cubicBezTo>
                  <a:cubicBezTo>
                    <a:pt x="17398" y="2551"/>
                    <a:pt x="19384" y="1666"/>
                    <a:pt x="19650" y="235"/>
                  </a:cubicBezTo>
                  <a:cubicBezTo>
                    <a:pt x="19665" y="158"/>
                    <a:pt x="19666" y="79"/>
                    <a:pt x="196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59;p44">
              <a:extLst>
                <a:ext uri="{FF2B5EF4-FFF2-40B4-BE49-F238E27FC236}">
                  <a16:creationId xmlns:a16="http://schemas.microsoft.com/office/drawing/2014/main" id="{E9353192-2F6E-4DBC-818D-7FBEF9D0E085}"/>
                </a:ext>
              </a:extLst>
            </p:cNvPr>
            <p:cNvSpPr/>
            <p:nvPr/>
          </p:nvSpPr>
          <p:spPr>
            <a:xfrm>
              <a:off x="776081" y="4766541"/>
              <a:ext cx="298864" cy="54312"/>
            </a:xfrm>
            <a:custGeom>
              <a:avLst/>
              <a:gdLst/>
              <a:ahLst/>
              <a:cxnLst/>
              <a:rect l="l" t="t" r="r" b="b"/>
              <a:pathLst>
                <a:path w="20272" h="3684" extrusionOk="0">
                  <a:moveTo>
                    <a:pt x="19574" y="820"/>
                  </a:moveTo>
                  <a:lnTo>
                    <a:pt x="19574" y="820"/>
                  </a:lnTo>
                  <a:cubicBezTo>
                    <a:pt x="19151" y="1748"/>
                    <a:pt x="17759" y="2535"/>
                    <a:pt x="15659" y="3015"/>
                  </a:cubicBezTo>
                  <a:cubicBezTo>
                    <a:pt x="15356" y="3085"/>
                    <a:pt x="14892" y="3114"/>
                    <a:pt x="14321" y="3114"/>
                  </a:cubicBezTo>
                  <a:cubicBezTo>
                    <a:pt x="12548" y="3114"/>
                    <a:pt x="9748" y="2834"/>
                    <a:pt x="7558" y="2616"/>
                  </a:cubicBezTo>
                  <a:cubicBezTo>
                    <a:pt x="5956" y="2457"/>
                    <a:pt x="4565" y="2318"/>
                    <a:pt x="3917" y="2318"/>
                  </a:cubicBezTo>
                  <a:lnTo>
                    <a:pt x="3861" y="2318"/>
                  </a:lnTo>
                  <a:lnTo>
                    <a:pt x="3432" y="2327"/>
                  </a:lnTo>
                  <a:cubicBezTo>
                    <a:pt x="3221" y="2332"/>
                    <a:pt x="3026" y="2335"/>
                    <a:pt x="2844" y="2335"/>
                  </a:cubicBezTo>
                  <a:cubicBezTo>
                    <a:pt x="1680" y="2335"/>
                    <a:pt x="1089" y="2191"/>
                    <a:pt x="700" y="1294"/>
                  </a:cubicBezTo>
                  <a:cubicBezTo>
                    <a:pt x="914" y="1289"/>
                    <a:pt x="1148" y="1286"/>
                    <a:pt x="1400" y="1286"/>
                  </a:cubicBezTo>
                  <a:cubicBezTo>
                    <a:pt x="2548" y="1286"/>
                    <a:pt x="4088" y="1351"/>
                    <a:pt x="5955" y="1573"/>
                  </a:cubicBezTo>
                  <a:cubicBezTo>
                    <a:pt x="6670" y="1657"/>
                    <a:pt x="7361" y="1748"/>
                    <a:pt x="8030" y="1834"/>
                  </a:cubicBezTo>
                  <a:cubicBezTo>
                    <a:pt x="10050" y="2094"/>
                    <a:pt x="11901" y="2334"/>
                    <a:pt x="13563" y="2334"/>
                  </a:cubicBezTo>
                  <a:cubicBezTo>
                    <a:pt x="14618" y="2334"/>
                    <a:pt x="15596" y="2237"/>
                    <a:pt x="16492" y="1988"/>
                  </a:cubicBezTo>
                  <a:cubicBezTo>
                    <a:pt x="17825" y="1617"/>
                    <a:pt x="18851" y="1183"/>
                    <a:pt x="19574" y="820"/>
                  </a:cubicBezTo>
                  <a:close/>
                  <a:moveTo>
                    <a:pt x="19972" y="1"/>
                  </a:moveTo>
                  <a:cubicBezTo>
                    <a:pt x="19925" y="1"/>
                    <a:pt x="19877" y="12"/>
                    <a:pt x="19832" y="38"/>
                  </a:cubicBezTo>
                  <a:cubicBezTo>
                    <a:pt x="19149" y="424"/>
                    <a:pt x="17990" y="979"/>
                    <a:pt x="16339" y="1439"/>
                  </a:cubicBezTo>
                  <a:cubicBezTo>
                    <a:pt x="15489" y="1675"/>
                    <a:pt x="14569" y="1768"/>
                    <a:pt x="13564" y="1768"/>
                  </a:cubicBezTo>
                  <a:cubicBezTo>
                    <a:pt x="11973" y="1768"/>
                    <a:pt x="10171" y="1535"/>
                    <a:pt x="8103" y="1267"/>
                  </a:cubicBezTo>
                  <a:cubicBezTo>
                    <a:pt x="7433" y="1181"/>
                    <a:pt x="6739" y="1091"/>
                    <a:pt x="6022" y="1006"/>
                  </a:cubicBezTo>
                  <a:cubicBezTo>
                    <a:pt x="4119" y="780"/>
                    <a:pt x="2551" y="715"/>
                    <a:pt x="1381" y="715"/>
                  </a:cubicBezTo>
                  <a:cubicBezTo>
                    <a:pt x="974" y="715"/>
                    <a:pt x="615" y="723"/>
                    <a:pt x="307" y="735"/>
                  </a:cubicBezTo>
                  <a:cubicBezTo>
                    <a:pt x="130" y="741"/>
                    <a:pt x="0" y="907"/>
                    <a:pt x="39" y="1081"/>
                  </a:cubicBezTo>
                  <a:cubicBezTo>
                    <a:pt x="68" y="1217"/>
                    <a:pt x="107" y="1350"/>
                    <a:pt x="158" y="1478"/>
                  </a:cubicBezTo>
                  <a:cubicBezTo>
                    <a:pt x="682" y="2737"/>
                    <a:pt x="1616" y="2907"/>
                    <a:pt x="2805" y="2907"/>
                  </a:cubicBezTo>
                  <a:cubicBezTo>
                    <a:pt x="3011" y="2907"/>
                    <a:pt x="3225" y="2902"/>
                    <a:pt x="3445" y="2897"/>
                  </a:cubicBezTo>
                  <a:lnTo>
                    <a:pt x="3869" y="2889"/>
                  </a:lnTo>
                  <a:cubicBezTo>
                    <a:pt x="4468" y="2894"/>
                    <a:pt x="5869" y="3022"/>
                    <a:pt x="7502" y="3185"/>
                  </a:cubicBezTo>
                  <a:cubicBezTo>
                    <a:pt x="9797" y="3413"/>
                    <a:pt x="12508" y="3684"/>
                    <a:pt x="14302" y="3684"/>
                  </a:cubicBezTo>
                  <a:cubicBezTo>
                    <a:pt x="14928" y="3684"/>
                    <a:pt x="15442" y="3650"/>
                    <a:pt x="15788" y="3572"/>
                  </a:cubicBezTo>
                  <a:cubicBezTo>
                    <a:pt x="17311" y="3223"/>
                    <a:pt x="19916" y="2370"/>
                    <a:pt x="20248" y="573"/>
                  </a:cubicBezTo>
                  <a:cubicBezTo>
                    <a:pt x="20269" y="464"/>
                    <a:pt x="20271" y="353"/>
                    <a:pt x="20254" y="243"/>
                  </a:cubicBezTo>
                  <a:cubicBezTo>
                    <a:pt x="20232" y="96"/>
                    <a:pt x="20106" y="1"/>
                    <a:pt x="19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60;p44">
              <a:extLst>
                <a:ext uri="{FF2B5EF4-FFF2-40B4-BE49-F238E27FC236}">
                  <a16:creationId xmlns:a16="http://schemas.microsoft.com/office/drawing/2014/main" id="{C8D1E53B-CF0B-4B4B-9FA0-2BD7721C207A}"/>
                </a:ext>
              </a:extLst>
            </p:cNvPr>
            <p:cNvSpPr/>
            <p:nvPr/>
          </p:nvSpPr>
          <p:spPr>
            <a:xfrm>
              <a:off x="543101" y="3520738"/>
              <a:ext cx="432006" cy="1190798"/>
            </a:xfrm>
            <a:custGeom>
              <a:avLst/>
              <a:gdLst/>
              <a:ahLst/>
              <a:cxnLst/>
              <a:rect l="l" t="t" r="r" b="b"/>
              <a:pathLst>
                <a:path w="29303" h="80772" extrusionOk="0">
                  <a:moveTo>
                    <a:pt x="1166" y="0"/>
                  </a:moveTo>
                  <a:cubicBezTo>
                    <a:pt x="1166" y="0"/>
                    <a:pt x="1076" y="13849"/>
                    <a:pt x="1007" y="19132"/>
                  </a:cubicBezTo>
                  <a:cubicBezTo>
                    <a:pt x="940" y="24415"/>
                    <a:pt x="2288" y="43816"/>
                    <a:pt x="2012" y="44535"/>
                  </a:cubicBezTo>
                  <a:cubicBezTo>
                    <a:pt x="1737" y="45252"/>
                    <a:pt x="1" y="57928"/>
                    <a:pt x="902" y="61056"/>
                  </a:cubicBezTo>
                  <a:cubicBezTo>
                    <a:pt x="1802" y="64184"/>
                    <a:pt x="3304" y="80772"/>
                    <a:pt x="3304" y="80772"/>
                  </a:cubicBezTo>
                  <a:lnTo>
                    <a:pt x="10439" y="80528"/>
                  </a:lnTo>
                  <a:cubicBezTo>
                    <a:pt x="10439" y="80528"/>
                    <a:pt x="11241" y="56390"/>
                    <a:pt x="12072" y="54665"/>
                  </a:cubicBezTo>
                  <a:cubicBezTo>
                    <a:pt x="12905" y="52941"/>
                    <a:pt x="13214" y="44513"/>
                    <a:pt x="13608" y="42081"/>
                  </a:cubicBezTo>
                  <a:cubicBezTo>
                    <a:pt x="14002" y="39648"/>
                    <a:pt x="15785" y="24348"/>
                    <a:pt x="15785" y="24348"/>
                  </a:cubicBezTo>
                  <a:cubicBezTo>
                    <a:pt x="15785" y="24348"/>
                    <a:pt x="18043" y="42732"/>
                    <a:pt x="17681" y="47448"/>
                  </a:cubicBezTo>
                  <a:cubicBezTo>
                    <a:pt x="17320" y="52163"/>
                    <a:pt x="15241" y="56618"/>
                    <a:pt x="15871" y="60750"/>
                  </a:cubicBezTo>
                  <a:cubicBezTo>
                    <a:pt x="16500" y="64881"/>
                    <a:pt x="16581" y="80726"/>
                    <a:pt x="16581" y="80726"/>
                  </a:cubicBezTo>
                  <a:lnTo>
                    <a:pt x="23688" y="78628"/>
                  </a:lnTo>
                  <a:cubicBezTo>
                    <a:pt x="23688" y="78628"/>
                    <a:pt x="25156" y="71326"/>
                    <a:pt x="25134" y="69756"/>
                  </a:cubicBezTo>
                  <a:cubicBezTo>
                    <a:pt x="25111" y="68186"/>
                    <a:pt x="24921" y="64762"/>
                    <a:pt x="25178" y="62760"/>
                  </a:cubicBezTo>
                  <a:cubicBezTo>
                    <a:pt x="25435" y="60758"/>
                    <a:pt x="29072" y="45288"/>
                    <a:pt x="29150" y="40719"/>
                  </a:cubicBezTo>
                  <a:cubicBezTo>
                    <a:pt x="29228" y="36150"/>
                    <a:pt x="29302" y="888"/>
                    <a:pt x="29302" y="887"/>
                  </a:cubicBezTo>
                  <a:lnTo>
                    <a:pt x="29302" y="887"/>
                  </a:lnTo>
                  <a:cubicBezTo>
                    <a:pt x="29302" y="887"/>
                    <a:pt x="23480" y="2458"/>
                    <a:pt x="15937" y="2458"/>
                  </a:cubicBezTo>
                  <a:cubicBezTo>
                    <a:pt x="11343" y="2458"/>
                    <a:pt x="6110" y="1876"/>
                    <a:pt x="11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61;p44">
              <a:extLst>
                <a:ext uri="{FF2B5EF4-FFF2-40B4-BE49-F238E27FC236}">
                  <a16:creationId xmlns:a16="http://schemas.microsoft.com/office/drawing/2014/main" id="{1F022B7D-A5E4-422D-8F65-0D06D3890FAE}"/>
                </a:ext>
              </a:extLst>
            </p:cNvPr>
            <p:cNvSpPr/>
            <p:nvPr/>
          </p:nvSpPr>
          <p:spPr>
            <a:xfrm>
              <a:off x="538708" y="3516506"/>
              <a:ext cx="440601" cy="1199246"/>
            </a:xfrm>
            <a:custGeom>
              <a:avLst/>
              <a:gdLst/>
              <a:ahLst/>
              <a:cxnLst/>
              <a:rect l="l" t="t" r="r" b="b"/>
              <a:pathLst>
                <a:path w="29886" h="81345" extrusionOk="0">
                  <a:moveTo>
                    <a:pt x="1747" y="697"/>
                  </a:moveTo>
                  <a:cubicBezTo>
                    <a:pt x="6586" y="2462"/>
                    <a:pt x="11700" y="3016"/>
                    <a:pt x="16210" y="3016"/>
                  </a:cubicBezTo>
                  <a:cubicBezTo>
                    <a:pt x="22690" y="3016"/>
                    <a:pt x="27925" y="1873"/>
                    <a:pt x="29313" y="1539"/>
                  </a:cubicBezTo>
                  <a:lnTo>
                    <a:pt x="29313" y="1539"/>
                  </a:lnTo>
                  <a:cubicBezTo>
                    <a:pt x="29305" y="5306"/>
                    <a:pt x="29235" y="36737"/>
                    <a:pt x="29161" y="41001"/>
                  </a:cubicBezTo>
                  <a:cubicBezTo>
                    <a:pt x="29108" y="44166"/>
                    <a:pt x="27334" y="52597"/>
                    <a:pt x="26160" y="58176"/>
                  </a:cubicBezTo>
                  <a:cubicBezTo>
                    <a:pt x="25643" y="60626"/>
                    <a:pt x="25271" y="62396"/>
                    <a:pt x="25192" y="63011"/>
                  </a:cubicBezTo>
                  <a:cubicBezTo>
                    <a:pt x="24988" y="64598"/>
                    <a:pt x="25060" y="67022"/>
                    <a:pt x="25114" y="68793"/>
                  </a:cubicBezTo>
                  <a:cubicBezTo>
                    <a:pt x="25128" y="69276"/>
                    <a:pt x="25141" y="69705"/>
                    <a:pt x="25146" y="70047"/>
                  </a:cubicBezTo>
                  <a:cubicBezTo>
                    <a:pt x="25166" y="71437"/>
                    <a:pt x="23958" y="77587"/>
                    <a:pt x="23740" y="78690"/>
                  </a:cubicBezTo>
                  <a:lnTo>
                    <a:pt x="17161" y="80631"/>
                  </a:lnTo>
                  <a:cubicBezTo>
                    <a:pt x="17144" y="78143"/>
                    <a:pt x="17029" y="64792"/>
                    <a:pt x="16450" y="60994"/>
                  </a:cubicBezTo>
                  <a:cubicBezTo>
                    <a:pt x="16082" y="58580"/>
                    <a:pt x="16661" y="56048"/>
                    <a:pt x="17273" y="53366"/>
                  </a:cubicBezTo>
                  <a:cubicBezTo>
                    <a:pt x="17687" y="51552"/>
                    <a:pt x="18116" y="49677"/>
                    <a:pt x="18264" y="47756"/>
                  </a:cubicBezTo>
                  <a:cubicBezTo>
                    <a:pt x="18623" y="43066"/>
                    <a:pt x="16458" y="25351"/>
                    <a:pt x="16365" y="24600"/>
                  </a:cubicBezTo>
                  <a:cubicBezTo>
                    <a:pt x="16348" y="24456"/>
                    <a:pt x="16226" y="24349"/>
                    <a:pt x="16083" y="24349"/>
                  </a:cubicBezTo>
                  <a:lnTo>
                    <a:pt x="16082" y="24349"/>
                  </a:lnTo>
                  <a:cubicBezTo>
                    <a:pt x="15937" y="24349"/>
                    <a:pt x="15815" y="24458"/>
                    <a:pt x="15799" y="24601"/>
                  </a:cubicBezTo>
                  <a:cubicBezTo>
                    <a:pt x="15782" y="24754"/>
                    <a:pt x="14013" y="39924"/>
                    <a:pt x="13625" y="42321"/>
                  </a:cubicBezTo>
                  <a:cubicBezTo>
                    <a:pt x="13486" y="43180"/>
                    <a:pt x="13361" y="44734"/>
                    <a:pt x="13215" y="46532"/>
                  </a:cubicBezTo>
                  <a:cubicBezTo>
                    <a:pt x="12956" y="49749"/>
                    <a:pt x="12633" y="53752"/>
                    <a:pt x="12114" y="54828"/>
                  </a:cubicBezTo>
                  <a:cubicBezTo>
                    <a:pt x="11303" y="56508"/>
                    <a:pt x="10556" y="77760"/>
                    <a:pt x="10460" y="80539"/>
                  </a:cubicBezTo>
                  <a:lnTo>
                    <a:pt x="3862" y="80764"/>
                  </a:lnTo>
                  <a:cubicBezTo>
                    <a:pt x="3658" y="78536"/>
                    <a:pt x="2320" y="64201"/>
                    <a:pt x="1474" y="61264"/>
                  </a:cubicBezTo>
                  <a:cubicBezTo>
                    <a:pt x="606" y="58248"/>
                    <a:pt x="2276" y="45709"/>
                    <a:pt x="2576" y="44923"/>
                  </a:cubicBezTo>
                  <a:cubicBezTo>
                    <a:pt x="2719" y="44553"/>
                    <a:pt x="2576" y="41541"/>
                    <a:pt x="2192" y="34234"/>
                  </a:cubicBezTo>
                  <a:cubicBezTo>
                    <a:pt x="1895" y="28556"/>
                    <a:pt x="1556" y="22120"/>
                    <a:pt x="1591" y="19423"/>
                  </a:cubicBezTo>
                  <a:cubicBezTo>
                    <a:pt x="1652" y="14708"/>
                    <a:pt x="1731" y="3030"/>
                    <a:pt x="1747" y="697"/>
                  </a:cubicBezTo>
                  <a:close/>
                  <a:moveTo>
                    <a:pt x="1464" y="1"/>
                  </a:moveTo>
                  <a:cubicBezTo>
                    <a:pt x="1313" y="1"/>
                    <a:pt x="1179" y="122"/>
                    <a:pt x="1178" y="286"/>
                  </a:cubicBezTo>
                  <a:cubicBezTo>
                    <a:pt x="1178" y="424"/>
                    <a:pt x="1088" y="14193"/>
                    <a:pt x="1021" y="19415"/>
                  </a:cubicBezTo>
                  <a:cubicBezTo>
                    <a:pt x="985" y="22131"/>
                    <a:pt x="1324" y="28577"/>
                    <a:pt x="1623" y="34264"/>
                  </a:cubicBezTo>
                  <a:cubicBezTo>
                    <a:pt x="1880" y="39188"/>
                    <a:pt x="2149" y="44279"/>
                    <a:pt x="2044" y="44719"/>
                  </a:cubicBezTo>
                  <a:cubicBezTo>
                    <a:pt x="1734" y="45529"/>
                    <a:pt x="1" y="58213"/>
                    <a:pt x="925" y="61423"/>
                  </a:cubicBezTo>
                  <a:cubicBezTo>
                    <a:pt x="1809" y="64488"/>
                    <a:pt x="3303" y="80918"/>
                    <a:pt x="3318" y="81084"/>
                  </a:cubicBezTo>
                  <a:cubicBezTo>
                    <a:pt x="3332" y="81230"/>
                    <a:pt x="3455" y="81343"/>
                    <a:pt x="3602" y="81343"/>
                  </a:cubicBezTo>
                  <a:lnTo>
                    <a:pt x="3611" y="81344"/>
                  </a:lnTo>
                  <a:lnTo>
                    <a:pt x="10746" y="81101"/>
                  </a:lnTo>
                  <a:cubicBezTo>
                    <a:pt x="10896" y="81095"/>
                    <a:pt x="11017" y="80975"/>
                    <a:pt x="11021" y="80825"/>
                  </a:cubicBezTo>
                  <a:cubicBezTo>
                    <a:pt x="11244" y="74128"/>
                    <a:pt x="11966" y="56448"/>
                    <a:pt x="12627" y="55077"/>
                  </a:cubicBezTo>
                  <a:cubicBezTo>
                    <a:pt x="13193" y="53905"/>
                    <a:pt x="13507" y="50013"/>
                    <a:pt x="13784" y="46579"/>
                  </a:cubicBezTo>
                  <a:cubicBezTo>
                    <a:pt x="13928" y="44793"/>
                    <a:pt x="14052" y="43250"/>
                    <a:pt x="14188" y="42414"/>
                  </a:cubicBezTo>
                  <a:cubicBezTo>
                    <a:pt x="14483" y="40594"/>
                    <a:pt x="15564" y="31492"/>
                    <a:pt x="16084" y="27078"/>
                  </a:cubicBezTo>
                  <a:cubicBezTo>
                    <a:pt x="16677" y="32220"/>
                    <a:pt x="17971" y="44100"/>
                    <a:pt x="17694" y="47714"/>
                  </a:cubicBezTo>
                  <a:cubicBezTo>
                    <a:pt x="17549" y="49592"/>
                    <a:pt x="17126" y="51446"/>
                    <a:pt x="16717" y="53240"/>
                  </a:cubicBezTo>
                  <a:cubicBezTo>
                    <a:pt x="16092" y="55975"/>
                    <a:pt x="15501" y="58560"/>
                    <a:pt x="15886" y="61080"/>
                  </a:cubicBezTo>
                  <a:cubicBezTo>
                    <a:pt x="16505" y="65144"/>
                    <a:pt x="16592" y="80856"/>
                    <a:pt x="16593" y="81015"/>
                  </a:cubicBezTo>
                  <a:cubicBezTo>
                    <a:pt x="16594" y="81177"/>
                    <a:pt x="16725" y="81299"/>
                    <a:pt x="16877" y="81299"/>
                  </a:cubicBezTo>
                  <a:cubicBezTo>
                    <a:pt x="16904" y="81299"/>
                    <a:pt x="16931" y="81295"/>
                    <a:pt x="16959" y="81287"/>
                  </a:cubicBezTo>
                  <a:lnTo>
                    <a:pt x="24068" y="79188"/>
                  </a:lnTo>
                  <a:cubicBezTo>
                    <a:pt x="24169" y="79158"/>
                    <a:pt x="24246" y="79074"/>
                    <a:pt x="24267" y="78970"/>
                  </a:cubicBezTo>
                  <a:cubicBezTo>
                    <a:pt x="24327" y="78671"/>
                    <a:pt x="25740" y="71621"/>
                    <a:pt x="25717" y="70039"/>
                  </a:cubicBezTo>
                  <a:cubicBezTo>
                    <a:pt x="25713" y="69695"/>
                    <a:pt x="25700" y="69263"/>
                    <a:pt x="25686" y="68776"/>
                  </a:cubicBezTo>
                  <a:cubicBezTo>
                    <a:pt x="25632" y="67025"/>
                    <a:pt x="25561" y="64626"/>
                    <a:pt x="25759" y="63084"/>
                  </a:cubicBezTo>
                  <a:cubicBezTo>
                    <a:pt x="25836" y="62491"/>
                    <a:pt x="26225" y="60639"/>
                    <a:pt x="26718" y="58294"/>
                  </a:cubicBezTo>
                  <a:cubicBezTo>
                    <a:pt x="27898" y="52695"/>
                    <a:pt x="29678" y="44232"/>
                    <a:pt x="29733" y="41011"/>
                  </a:cubicBezTo>
                  <a:cubicBezTo>
                    <a:pt x="29811" y="36492"/>
                    <a:pt x="29885" y="1529"/>
                    <a:pt x="29885" y="1175"/>
                  </a:cubicBezTo>
                  <a:cubicBezTo>
                    <a:pt x="29885" y="1086"/>
                    <a:pt x="29844" y="1002"/>
                    <a:pt x="29774" y="948"/>
                  </a:cubicBezTo>
                  <a:cubicBezTo>
                    <a:pt x="29724" y="909"/>
                    <a:pt x="29663" y="889"/>
                    <a:pt x="29601" y="889"/>
                  </a:cubicBezTo>
                  <a:cubicBezTo>
                    <a:pt x="29575" y="889"/>
                    <a:pt x="29550" y="892"/>
                    <a:pt x="29525" y="899"/>
                  </a:cubicBezTo>
                  <a:cubicBezTo>
                    <a:pt x="29433" y="925"/>
                    <a:pt x="23650" y="2448"/>
                    <a:pt x="16214" y="2448"/>
                  </a:cubicBezTo>
                  <a:cubicBezTo>
                    <a:pt x="11643" y="2448"/>
                    <a:pt x="6448" y="1872"/>
                    <a:pt x="1565" y="20"/>
                  </a:cubicBezTo>
                  <a:cubicBezTo>
                    <a:pt x="1531" y="7"/>
                    <a:pt x="1497" y="1"/>
                    <a:pt x="14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62;p44">
              <a:extLst>
                <a:ext uri="{FF2B5EF4-FFF2-40B4-BE49-F238E27FC236}">
                  <a16:creationId xmlns:a16="http://schemas.microsoft.com/office/drawing/2014/main" id="{75B78F71-E593-49C4-B66F-A50826F6F482}"/>
                </a:ext>
              </a:extLst>
            </p:cNvPr>
            <p:cNvSpPr/>
            <p:nvPr/>
          </p:nvSpPr>
          <p:spPr>
            <a:xfrm>
              <a:off x="559805" y="3520738"/>
              <a:ext cx="416438" cy="128158"/>
            </a:xfrm>
            <a:custGeom>
              <a:avLst/>
              <a:gdLst/>
              <a:ahLst/>
              <a:cxnLst/>
              <a:rect l="l" t="t" r="r" b="b"/>
              <a:pathLst>
                <a:path w="28247" h="8693" extrusionOk="0">
                  <a:moveTo>
                    <a:pt x="33" y="0"/>
                  </a:moveTo>
                  <a:cubicBezTo>
                    <a:pt x="33" y="0"/>
                    <a:pt x="20" y="1942"/>
                    <a:pt x="0" y="4649"/>
                  </a:cubicBezTo>
                  <a:cubicBezTo>
                    <a:pt x="1419" y="5975"/>
                    <a:pt x="4490" y="7633"/>
                    <a:pt x="11144" y="8409"/>
                  </a:cubicBezTo>
                  <a:cubicBezTo>
                    <a:pt x="12845" y="8608"/>
                    <a:pt x="14454" y="8693"/>
                    <a:pt x="15961" y="8693"/>
                  </a:cubicBezTo>
                  <a:cubicBezTo>
                    <a:pt x="21613" y="8693"/>
                    <a:pt x="25842" y="7495"/>
                    <a:pt x="28247" y="6583"/>
                  </a:cubicBezTo>
                  <a:cubicBezTo>
                    <a:pt x="28211" y="3887"/>
                    <a:pt x="28183" y="1924"/>
                    <a:pt x="28174" y="1199"/>
                  </a:cubicBezTo>
                  <a:cubicBezTo>
                    <a:pt x="27840" y="1184"/>
                    <a:pt x="27472" y="1167"/>
                    <a:pt x="27072" y="1148"/>
                  </a:cubicBezTo>
                  <a:cubicBezTo>
                    <a:pt x="25046" y="1595"/>
                    <a:pt x="20400" y="2459"/>
                    <a:pt x="14805" y="2459"/>
                  </a:cubicBezTo>
                  <a:cubicBezTo>
                    <a:pt x="10211" y="2459"/>
                    <a:pt x="4978" y="1876"/>
                    <a:pt x="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63;p44">
              <a:extLst>
                <a:ext uri="{FF2B5EF4-FFF2-40B4-BE49-F238E27FC236}">
                  <a16:creationId xmlns:a16="http://schemas.microsoft.com/office/drawing/2014/main" id="{1B72E22C-D062-4C36-B3AE-89A037E91BBB}"/>
                </a:ext>
              </a:extLst>
            </p:cNvPr>
            <p:cNvSpPr/>
            <p:nvPr/>
          </p:nvSpPr>
          <p:spPr>
            <a:xfrm>
              <a:off x="555588" y="3516521"/>
              <a:ext cx="424885" cy="136547"/>
            </a:xfrm>
            <a:custGeom>
              <a:avLst/>
              <a:gdLst/>
              <a:ahLst/>
              <a:cxnLst/>
              <a:rect l="l" t="t" r="r" b="b"/>
              <a:pathLst>
                <a:path w="28820" h="9262" extrusionOk="0">
                  <a:moveTo>
                    <a:pt x="602" y="696"/>
                  </a:moveTo>
                  <a:cubicBezTo>
                    <a:pt x="5463" y="2470"/>
                    <a:pt x="10586" y="3024"/>
                    <a:pt x="15094" y="3024"/>
                  </a:cubicBezTo>
                  <a:cubicBezTo>
                    <a:pt x="20722" y="3024"/>
                    <a:pt x="25389" y="2159"/>
                    <a:pt x="27383" y="1722"/>
                  </a:cubicBezTo>
                  <a:lnTo>
                    <a:pt x="28177" y="1758"/>
                  </a:lnTo>
                  <a:lnTo>
                    <a:pt x="28244" y="6672"/>
                  </a:lnTo>
                  <a:cubicBezTo>
                    <a:pt x="25941" y="7525"/>
                    <a:pt x="21776" y="8691"/>
                    <a:pt x="16220" y="8691"/>
                  </a:cubicBezTo>
                  <a:cubicBezTo>
                    <a:pt x="14732" y="8691"/>
                    <a:pt x="13143" y="8607"/>
                    <a:pt x="11463" y="8411"/>
                  </a:cubicBezTo>
                  <a:cubicBezTo>
                    <a:pt x="4962" y="7654"/>
                    <a:pt x="1956" y="6052"/>
                    <a:pt x="573" y="4810"/>
                  </a:cubicBezTo>
                  <a:lnTo>
                    <a:pt x="602" y="696"/>
                  </a:lnTo>
                  <a:close/>
                  <a:moveTo>
                    <a:pt x="319" y="1"/>
                  </a:moveTo>
                  <a:cubicBezTo>
                    <a:pt x="168" y="1"/>
                    <a:pt x="34" y="122"/>
                    <a:pt x="33" y="285"/>
                  </a:cubicBezTo>
                  <a:lnTo>
                    <a:pt x="2" y="4933"/>
                  </a:lnTo>
                  <a:cubicBezTo>
                    <a:pt x="1" y="5012"/>
                    <a:pt x="33" y="5089"/>
                    <a:pt x="92" y="5143"/>
                  </a:cubicBezTo>
                  <a:cubicBezTo>
                    <a:pt x="1495" y="6455"/>
                    <a:pt x="4595" y="8185"/>
                    <a:pt x="11397" y="8979"/>
                  </a:cubicBezTo>
                  <a:cubicBezTo>
                    <a:pt x="12997" y="9166"/>
                    <a:pt x="14607" y="9260"/>
                    <a:pt x="16220" y="9262"/>
                  </a:cubicBezTo>
                  <a:cubicBezTo>
                    <a:pt x="22021" y="9262"/>
                    <a:pt x="26333" y="8009"/>
                    <a:pt x="28634" y="7135"/>
                  </a:cubicBezTo>
                  <a:cubicBezTo>
                    <a:pt x="28746" y="7093"/>
                    <a:pt x="28820" y="6984"/>
                    <a:pt x="28818" y="6864"/>
                  </a:cubicBezTo>
                  <a:lnTo>
                    <a:pt x="28745" y="1482"/>
                  </a:lnTo>
                  <a:cubicBezTo>
                    <a:pt x="28742" y="1331"/>
                    <a:pt x="28623" y="1207"/>
                    <a:pt x="28472" y="1200"/>
                  </a:cubicBezTo>
                  <a:lnTo>
                    <a:pt x="27371" y="1150"/>
                  </a:lnTo>
                  <a:cubicBezTo>
                    <a:pt x="27365" y="1150"/>
                    <a:pt x="27359" y="1150"/>
                    <a:pt x="27352" y="1150"/>
                  </a:cubicBezTo>
                  <a:cubicBezTo>
                    <a:pt x="27334" y="1150"/>
                    <a:pt x="27315" y="1152"/>
                    <a:pt x="27298" y="1156"/>
                  </a:cubicBezTo>
                  <a:cubicBezTo>
                    <a:pt x="25343" y="1586"/>
                    <a:pt x="20695" y="2455"/>
                    <a:pt x="15088" y="2455"/>
                  </a:cubicBezTo>
                  <a:cubicBezTo>
                    <a:pt x="10522" y="2455"/>
                    <a:pt x="5320" y="1878"/>
                    <a:pt x="420" y="20"/>
                  </a:cubicBezTo>
                  <a:cubicBezTo>
                    <a:pt x="386" y="7"/>
                    <a:pt x="352" y="1"/>
                    <a:pt x="3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64;p44">
              <a:extLst>
                <a:ext uri="{FF2B5EF4-FFF2-40B4-BE49-F238E27FC236}">
                  <a16:creationId xmlns:a16="http://schemas.microsoft.com/office/drawing/2014/main" id="{3973D04C-B5DE-4922-9491-139FFEEDBC9D}"/>
                </a:ext>
              </a:extLst>
            </p:cNvPr>
            <p:cNvSpPr/>
            <p:nvPr/>
          </p:nvSpPr>
          <p:spPr>
            <a:xfrm>
              <a:off x="955735" y="3024424"/>
              <a:ext cx="120256" cy="482101"/>
            </a:xfrm>
            <a:custGeom>
              <a:avLst/>
              <a:gdLst/>
              <a:ahLst/>
              <a:cxnLst/>
              <a:rect l="l" t="t" r="r" b="b"/>
              <a:pathLst>
                <a:path w="8157" h="32701" extrusionOk="0">
                  <a:moveTo>
                    <a:pt x="1682" y="1"/>
                  </a:moveTo>
                  <a:lnTo>
                    <a:pt x="1682" y="1"/>
                  </a:lnTo>
                  <a:cubicBezTo>
                    <a:pt x="1256" y="150"/>
                    <a:pt x="1751" y="4854"/>
                    <a:pt x="1783" y="7137"/>
                  </a:cubicBezTo>
                  <a:cubicBezTo>
                    <a:pt x="1816" y="9421"/>
                    <a:pt x="607" y="14862"/>
                    <a:pt x="376" y="18720"/>
                  </a:cubicBezTo>
                  <a:cubicBezTo>
                    <a:pt x="145" y="22577"/>
                    <a:pt x="0" y="32573"/>
                    <a:pt x="1572" y="32693"/>
                  </a:cubicBezTo>
                  <a:cubicBezTo>
                    <a:pt x="1633" y="32698"/>
                    <a:pt x="1696" y="32700"/>
                    <a:pt x="1762" y="32700"/>
                  </a:cubicBezTo>
                  <a:cubicBezTo>
                    <a:pt x="3413" y="32700"/>
                    <a:pt x="6719" y="31281"/>
                    <a:pt x="7386" y="29899"/>
                  </a:cubicBezTo>
                  <a:cubicBezTo>
                    <a:pt x="8080" y="28462"/>
                    <a:pt x="6656" y="18631"/>
                    <a:pt x="6644" y="17775"/>
                  </a:cubicBezTo>
                  <a:cubicBezTo>
                    <a:pt x="6632" y="16919"/>
                    <a:pt x="8157" y="3621"/>
                    <a:pt x="7287" y="2634"/>
                  </a:cubicBezTo>
                  <a:cubicBezTo>
                    <a:pt x="6416" y="1647"/>
                    <a:pt x="1682" y="1"/>
                    <a:pt x="1682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65;p44">
              <a:extLst>
                <a:ext uri="{FF2B5EF4-FFF2-40B4-BE49-F238E27FC236}">
                  <a16:creationId xmlns:a16="http://schemas.microsoft.com/office/drawing/2014/main" id="{9390D8D2-EEA7-4103-86DA-F4B6EAF07C3D}"/>
                </a:ext>
              </a:extLst>
            </p:cNvPr>
            <p:cNvSpPr/>
            <p:nvPr/>
          </p:nvSpPr>
          <p:spPr>
            <a:xfrm>
              <a:off x="945003" y="3020223"/>
              <a:ext cx="131063" cy="490490"/>
            </a:xfrm>
            <a:custGeom>
              <a:avLst/>
              <a:gdLst/>
              <a:ahLst/>
              <a:cxnLst/>
              <a:rect l="l" t="t" r="r" b="b"/>
              <a:pathLst>
                <a:path w="8890" h="33270" extrusionOk="0">
                  <a:moveTo>
                    <a:pt x="2559" y="640"/>
                  </a:moveTo>
                  <a:cubicBezTo>
                    <a:pt x="4004" y="1156"/>
                    <a:pt x="7166" y="2387"/>
                    <a:pt x="7800" y="3107"/>
                  </a:cubicBezTo>
                  <a:cubicBezTo>
                    <a:pt x="8380" y="3813"/>
                    <a:pt x="7584" y="12433"/>
                    <a:pt x="7284" y="15680"/>
                  </a:cubicBezTo>
                  <a:cubicBezTo>
                    <a:pt x="7152" y="17104"/>
                    <a:pt x="7083" y="17857"/>
                    <a:pt x="7087" y="18064"/>
                  </a:cubicBezTo>
                  <a:cubicBezTo>
                    <a:pt x="7090" y="18285"/>
                    <a:pt x="7172" y="18987"/>
                    <a:pt x="7295" y="20048"/>
                  </a:cubicBezTo>
                  <a:cubicBezTo>
                    <a:pt x="7637" y="22968"/>
                    <a:pt x="8346" y="29045"/>
                    <a:pt x="7856" y="30059"/>
                  </a:cubicBezTo>
                  <a:cubicBezTo>
                    <a:pt x="7266" y="31282"/>
                    <a:pt x="4112" y="32699"/>
                    <a:pt x="2510" y="32699"/>
                  </a:cubicBezTo>
                  <a:cubicBezTo>
                    <a:pt x="2444" y="32699"/>
                    <a:pt x="2382" y="32697"/>
                    <a:pt x="2322" y="32692"/>
                  </a:cubicBezTo>
                  <a:cubicBezTo>
                    <a:pt x="1339" y="32618"/>
                    <a:pt x="1014" y="25282"/>
                    <a:pt x="1389" y="19021"/>
                  </a:cubicBezTo>
                  <a:cubicBezTo>
                    <a:pt x="1502" y="17134"/>
                    <a:pt x="1859" y="14809"/>
                    <a:pt x="2174" y="12758"/>
                  </a:cubicBezTo>
                  <a:cubicBezTo>
                    <a:pt x="2516" y="10527"/>
                    <a:pt x="2813" y="8600"/>
                    <a:pt x="2796" y="7417"/>
                  </a:cubicBezTo>
                  <a:cubicBezTo>
                    <a:pt x="2786" y="6661"/>
                    <a:pt x="2726" y="5667"/>
                    <a:pt x="2663" y="4616"/>
                  </a:cubicBezTo>
                  <a:cubicBezTo>
                    <a:pt x="2577" y="3174"/>
                    <a:pt x="2462" y="1253"/>
                    <a:pt x="2559" y="640"/>
                  </a:cubicBezTo>
                  <a:close/>
                  <a:moveTo>
                    <a:pt x="2410" y="1"/>
                  </a:moveTo>
                  <a:cubicBezTo>
                    <a:pt x="2378" y="1"/>
                    <a:pt x="2347" y="6"/>
                    <a:pt x="2316" y="16"/>
                  </a:cubicBezTo>
                  <a:cubicBezTo>
                    <a:pt x="1899" y="162"/>
                    <a:pt x="1866" y="854"/>
                    <a:pt x="2094" y="4651"/>
                  </a:cubicBezTo>
                  <a:cubicBezTo>
                    <a:pt x="2155" y="5695"/>
                    <a:pt x="2214" y="6682"/>
                    <a:pt x="2225" y="7426"/>
                  </a:cubicBezTo>
                  <a:cubicBezTo>
                    <a:pt x="2241" y="8560"/>
                    <a:pt x="1935" y="10557"/>
                    <a:pt x="1610" y="12671"/>
                  </a:cubicBezTo>
                  <a:cubicBezTo>
                    <a:pt x="1292" y="14735"/>
                    <a:pt x="934" y="17073"/>
                    <a:pt x="818" y="18988"/>
                  </a:cubicBezTo>
                  <a:cubicBezTo>
                    <a:pt x="811" y="19129"/>
                    <a:pt x="1" y="33089"/>
                    <a:pt x="2278" y="33263"/>
                  </a:cubicBezTo>
                  <a:cubicBezTo>
                    <a:pt x="2339" y="33267"/>
                    <a:pt x="2403" y="33270"/>
                    <a:pt x="2471" y="33270"/>
                  </a:cubicBezTo>
                  <a:cubicBezTo>
                    <a:pt x="4137" y="33270"/>
                    <a:pt x="7627" y="31851"/>
                    <a:pt x="8371" y="30309"/>
                  </a:cubicBezTo>
                  <a:cubicBezTo>
                    <a:pt x="8889" y="29235"/>
                    <a:pt x="8380" y="24416"/>
                    <a:pt x="7863" y="19982"/>
                  </a:cubicBezTo>
                  <a:cubicBezTo>
                    <a:pt x="7749" y="19014"/>
                    <a:pt x="7660" y="18250"/>
                    <a:pt x="7657" y="18056"/>
                  </a:cubicBezTo>
                  <a:cubicBezTo>
                    <a:pt x="7654" y="17870"/>
                    <a:pt x="7742" y="16927"/>
                    <a:pt x="7852" y="15733"/>
                  </a:cubicBezTo>
                  <a:cubicBezTo>
                    <a:pt x="8546" y="8228"/>
                    <a:pt x="8850" y="3436"/>
                    <a:pt x="8229" y="2731"/>
                  </a:cubicBezTo>
                  <a:cubicBezTo>
                    <a:pt x="7335" y="1716"/>
                    <a:pt x="2996" y="188"/>
                    <a:pt x="2503" y="16"/>
                  </a:cubicBezTo>
                  <a:cubicBezTo>
                    <a:pt x="2473" y="6"/>
                    <a:pt x="2441" y="1"/>
                    <a:pt x="24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66;p44">
              <a:extLst>
                <a:ext uri="{FF2B5EF4-FFF2-40B4-BE49-F238E27FC236}">
                  <a16:creationId xmlns:a16="http://schemas.microsoft.com/office/drawing/2014/main" id="{830B44D4-D0E5-4591-A6FD-0536291EA6CE}"/>
                </a:ext>
              </a:extLst>
            </p:cNvPr>
            <p:cNvSpPr/>
            <p:nvPr/>
          </p:nvSpPr>
          <p:spPr>
            <a:xfrm>
              <a:off x="944251" y="3419956"/>
              <a:ext cx="190771" cy="156228"/>
            </a:xfrm>
            <a:custGeom>
              <a:avLst/>
              <a:gdLst/>
              <a:ahLst/>
              <a:cxnLst/>
              <a:rect l="l" t="t" r="r" b="b"/>
              <a:pathLst>
                <a:path w="12940" h="10597" extrusionOk="0">
                  <a:moveTo>
                    <a:pt x="6539" y="0"/>
                  </a:moveTo>
                  <a:cubicBezTo>
                    <a:pt x="6505" y="0"/>
                    <a:pt x="6470" y="1"/>
                    <a:pt x="6435" y="1"/>
                  </a:cubicBezTo>
                  <a:cubicBezTo>
                    <a:pt x="3241" y="46"/>
                    <a:pt x="268" y="2305"/>
                    <a:pt x="133" y="6060"/>
                  </a:cubicBezTo>
                  <a:cubicBezTo>
                    <a:pt x="0" y="9741"/>
                    <a:pt x="2539" y="10596"/>
                    <a:pt x="4940" y="10596"/>
                  </a:cubicBezTo>
                  <a:cubicBezTo>
                    <a:pt x="4987" y="10596"/>
                    <a:pt x="5035" y="10596"/>
                    <a:pt x="5082" y="10595"/>
                  </a:cubicBezTo>
                  <a:cubicBezTo>
                    <a:pt x="7524" y="10561"/>
                    <a:pt x="12940" y="8267"/>
                    <a:pt x="11160" y="1981"/>
                  </a:cubicBezTo>
                  <a:cubicBezTo>
                    <a:pt x="11160" y="1981"/>
                    <a:pt x="9662" y="0"/>
                    <a:pt x="653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67;p44">
              <a:extLst>
                <a:ext uri="{FF2B5EF4-FFF2-40B4-BE49-F238E27FC236}">
                  <a16:creationId xmlns:a16="http://schemas.microsoft.com/office/drawing/2014/main" id="{987048CF-CBA5-4813-9A56-72C6669FE300}"/>
                </a:ext>
              </a:extLst>
            </p:cNvPr>
            <p:cNvSpPr/>
            <p:nvPr/>
          </p:nvSpPr>
          <p:spPr>
            <a:xfrm>
              <a:off x="941199" y="3415740"/>
              <a:ext cx="181748" cy="164647"/>
            </a:xfrm>
            <a:custGeom>
              <a:avLst/>
              <a:gdLst/>
              <a:ahLst/>
              <a:cxnLst/>
              <a:rect l="l" t="t" r="r" b="b"/>
              <a:pathLst>
                <a:path w="12328" h="11168" extrusionOk="0">
                  <a:moveTo>
                    <a:pt x="6712" y="572"/>
                  </a:moveTo>
                  <a:cubicBezTo>
                    <a:pt x="6723" y="572"/>
                    <a:pt x="6734" y="572"/>
                    <a:pt x="6745" y="572"/>
                  </a:cubicBezTo>
                  <a:cubicBezTo>
                    <a:pt x="9441" y="572"/>
                    <a:pt x="10882" y="2134"/>
                    <a:pt x="11108" y="2402"/>
                  </a:cubicBezTo>
                  <a:cubicBezTo>
                    <a:pt x="11723" y="4617"/>
                    <a:pt x="11473" y="6494"/>
                    <a:pt x="10366" y="7980"/>
                  </a:cubicBezTo>
                  <a:cubicBezTo>
                    <a:pt x="8960" y="9866"/>
                    <a:pt x="6557" y="10578"/>
                    <a:pt x="5285" y="10596"/>
                  </a:cubicBezTo>
                  <a:cubicBezTo>
                    <a:pt x="5255" y="10596"/>
                    <a:pt x="5225" y="10596"/>
                    <a:pt x="5195" y="10596"/>
                  </a:cubicBezTo>
                  <a:cubicBezTo>
                    <a:pt x="3566" y="10596"/>
                    <a:pt x="2345" y="10215"/>
                    <a:pt x="1585" y="9438"/>
                  </a:cubicBezTo>
                  <a:cubicBezTo>
                    <a:pt x="900" y="8738"/>
                    <a:pt x="576" y="7700"/>
                    <a:pt x="625" y="6356"/>
                  </a:cubicBezTo>
                  <a:cubicBezTo>
                    <a:pt x="760" y="2613"/>
                    <a:pt x="3756" y="613"/>
                    <a:pt x="6646" y="572"/>
                  </a:cubicBezTo>
                  <a:cubicBezTo>
                    <a:pt x="6668" y="572"/>
                    <a:pt x="6690" y="572"/>
                    <a:pt x="6712" y="572"/>
                  </a:cubicBezTo>
                  <a:close/>
                  <a:moveTo>
                    <a:pt x="6748" y="0"/>
                  </a:moveTo>
                  <a:cubicBezTo>
                    <a:pt x="6712" y="0"/>
                    <a:pt x="6675" y="0"/>
                    <a:pt x="6638" y="1"/>
                  </a:cubicBezTo>
                  <a:cubicBezTo>
                    <a:pt x="3478" y="46"/>
                    <a:pt x="202" y="2235"/>
                    <a:pt x="54" y="6335"/>
                  </a:cubicBezTo>
                  <a:cubicBezTo>
                    <a:pt x="0" y="7843"/>
                    <a:pt x="378" y="9021"/>
                    <a:pt x="1177" y="9837"/>
                  </a:cubicBezTo>
                  <a:cubicBezTo>
                    <a:pt x="2042" y="10721"/>
                    <a:pt x="3375" y="11167"/>
                    <a:pt x="5141" y="11167"/>
                  </a:cubicBezTo>
                  <a:lnTo>
                    <a:pt x="5292" y="11167"/>
                  </a:lnTo>
                  <a:cubicBezTo>
                    <a:pt x="6678" y="11148"/>
                    <a:pt x="9295" y="10374"/>
                    <a:pt x="10824" y="8321"/>
                  </a:cubicBezTo>
                  <a:cubicBezTo>
                    <a:pt x="12052" y="6673"/>
                    <a:pt x="12327" y="4611"/>
                    <a:pt x="11642" y="2190"/>
                  </a:cubicBezTo>
                  <a:cubicBezTo>
                    <a:pt x="11632" y="2155"/>
                    <a:pt x="11616" y="2123"/>
                    <a:pt x="11595" y="2095"/>
                  </a:cubicBezTo>
                  <a:cubicBezTo>
                    <a:pt x="11529" y="2008"/>
                    <a:pt x="9973" y="0"/>
                    <a:pt x="67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68;p44">
              <a:extLst>
                <a:ext uri="{FF2B5EF4-FFF2-40B4-BE49-F238E27FC236}">
                  <a16:creationId xmlns:a16="http://schemas.microsoft.com/office/drawing/2014/main" id="{0618651F-FBB9-44A6-BA7D-4588BAB29EEE}"/>
                </a:ext>
              </a:extLst>
            </p:cNvPr>
            <p:cNvSpPr/>
            <p:nvPr/>
          </p:nvSpPr>
          <p:spPr>
            <a:xfrm>
              <a:off x="972793" y="3464568"/>
              <a:ext cx="220492" cy="98172"/>
            </a:xfrm>
            <a:custGeom>
              <a:avLst/>
              <a:gdLst/>
              <a:ahLst/>
              <a:cxnLst/>
              <a:rect l="l" t="t" r="r" b="b"/>
              <a:pathLst>
                <a:path w="14956" h="6659" extrusionOk="0">
                  <a:moveTo>
                    <a:pt x="7088" y="0"/>
                  </a:moveTo>
                  <a:cubicBezTo>
                    <a:pt x="6208" y="0"/>
                    <a:pt x="5308" y="93"/>
                    <a:pt x="4520" y="354"/>
                  </a:cubicBezTo>
                  <a:cubicBezTo>
                    <a:pt x="1821" y="1250"/>
                    <a:pt x="405" y="2125"/>
                    <a:pt x="156" y="4698"/>
                  </a:cubicBezTo>
                  <a:cubicBezTo>
                    <a:pt x="1" y="6300"/>
                    <a:pt x="1708" y="6659"/>
                    <a:pt x="3604" y="6659"/>
                  </a:cubicBezTo>
                  <a:cubicBezTo>
                    <a:pt x="4754" y="6659"/>
                    <a:pt x="5974" y="6526"/>
                    <a:pt x="6890" y="6459"/>
                  </a:cubicBezTo>
                  <a:cubicBezTo>
                    <a:pt x="9314" y="6282"/>
                    <a:pt x="14956" y="1349"/>
                    <a:pt x="14956" y="1349"/>
                  </a:cubicBezTo>
                  <a:lnTo>
                    <a:pt x="11232" y="544"/>
                  </a:lnTo>
                  <a:cubicBezTo>
                    <a:pt x="11232" y="544"/>
                    <a:pt x="9220" y="0"/>
                    <a:pt x="70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69;p44">
              <a:extLst>
                <a:ext uri="{FF2B5EF4-FFF2-40B4-BE49-F238E27FC236}">
                  <a16:creationId xmlns:a16="http://schemas.microsoft.com/office/drawing/2014/main" id="{1779D96A-1141-413B-A56F-78C79E309C12}"/>
                </a:ext>
              </a:extLst>
            </p:cNvPr>
            <p:cNvSpPr/>
            <p:nvPr/>
          </p:nvSpPr>
          <p:spPr>
            <a:xfrm>
              <a:off x="970095" y="3460337"/>
              <a:ext cx="228556" cy="106605"/>
            </a:xfrm>
            <a:custGeom>
              <a:avLst/>
              <a:gdLst/>
              <a:ahLst/>
              <a:cxnLst/>
              <a:rect l="l" t="t" r="r" b="b"/>
              <a:pathLst>
                <a:path w="15503" h="7231" extrusionOk="0">
                  <a:moveTo>
                    <a:pt x="7261" y="574"/>
                  </a:moveTo>
                  <a:cubicBezTo>
                    <a:pt x="9333" y="574"/>
                    <a:pt x="11313" y="1100"/>
                    <a:pt x="11342" y="1107"/>
                  </a:cubicBezTo>
                  <a:cubicBezTo>
                    <a:pt x="11347" y="1109"/>
                    <a:pt x="11351" y="1110"/>
                    <a:pt x="11356" y="1111"/>
                  </a:cubicBezTo>
                  <a:lnTo>
                    <a:pt x="14515" y="1793"/>
                  </a:lnTo>
                  <a:cubicBezTo>
                    <a:pt x="13155" y="2936"/>
                    <a:pt x="8976" y="6321"/>
                    <a:pt x="7054" y="6462"/>
                  </a:cubicBezTo>
                  <a:cubicBezTo>
                    <a:pt x="6833" y="6478"/>
                    <a:pt x="6595" y="6497"/>
                    <a:pt x="6345" y="6518"/>
                  </a:cubicBezTo>
                  <a:cubicBezTo>
                    <a:pt x="5589" y="6582"/>
                    <a:pt x="4671" y="6659"/>
                    <a:pt x="3793" y="6659"/>
                  </a:cubicBezTo>
                  <a:cubicBezTo>
                    <a:pt x="2581" y="6659"/>
                    <a:pt x="1446" y="6512"/>
                    <a:pt x="923" y="5981"/>
                  </a:cubicBezTo>
                  <a:cubicBezTo>
                    <a:pt x="682" y="5738"/>
                    <a:pt x="584" y="5420"/>
                    <a:pt x="624" y="5012"/>
                  </a:cubicBezTo>
                  <a:cubicBezTo>
                    <a:pt x="856" y="2610"/>
                    <a:pt x="2098" y="1806"/>
                    <a:pt x="4793" y="912"/>
                  </a:cubicBezTo>
                  <a:cubicBezTo>
                    <a:pt x="5546" y="663"/>
                    <a:pt x="6411" y="575"/>
                    <a:pt x="7262" y="575"/>
                  </a:cubicBezTo>
                  <a:lnTo>
                    <a:pt x="7261" y="574"/>
                  </a:lnTo>
                  <a:close/>
                  <a:moveTo>
                    <a:pt x="7283" y="0"/>
                  </a:moveTo>
                  <a:cubicBezTo>
                    <a:pt x="6375" y="0"/>
                    <a:pt x="5440" y="97"/>
                    <a:pt x="4614" y="370"/>
                  </a:cubicBezTo>
                  <a:cubicBezTo>
                    <a:pt x="1795" y="1304"/>
                    <a:pt x="315" y="2271"/>
                    <a:pt x="56" y="4958"/>
                  </a:cubicBezTo>
                  <a:cubicBezTo>
                    <a:pt x="0" y="5536"/>
                    <a:pt x="155" y="6015"/>
                    <a:pt x="517" y="6382"/>
                  </a:cubicBezTo>
                  <a:cubicBezTo>
                    <a:pt x="1176" y="7051"/>
                    <a:pt x="2449" y="7230"/>
                    <a:pt x="3801" y="7230"/>
                  </a:cubicBezTo>
                  <a:cubicBezTo>
                    <a:pt x="4680" y="7230"/>
                    <a:pt x="5595" y="7153"/>
                    <a:pt x="6391" y="7088"/>
                  </a:cubicBezTo>
                  <a:cubicBezTo>
                    <a:pt x="6640" y="7067"/>
                    <a:pt x="6876" y="7047"/>
                    <a:pt x="7095" y="7031"/>
                  </a:cubicBezTo>
                  <a:cubicBezTo>
                    <a:pt x="9585" y="6850"/>
                    <a:pt x="15094" y="2054"/>
                    <a:pt x="15327" y="1851"/>
                  </a:cubicBezTo>
                  <a:cubicBezTo>
                    <a:pt x="15503" y="1696"/>
                    <a:pt x="15428" y="1406"/>
                    <a:pt x="15199" y="1357"/>
                  </a:cubicBezTo>
                  <a:lnTo>
                    <a:pt x="11484" y="554"/>
                  </a:lnTo>
                  <a:cubicBezTo>
                    <a:pt x="11308" y="507"/>
                    <a:pt x="9365" y="0"/>
                    <a:pt x="7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70;p44">
              <a:extLst>
                <a:ext uri="{FF2B5EF4-FFF2-40B4-BE49-F238E27FC236}">
                  <a16:creationId xmlns:a16="http://schemas.microsoft.com/office/drawing/2014/main" id="{3933884B-9A2A-4E02-B4F3-1B65BC289F7E}"/>
                </a:ext>
              </a:extLst>
            </p:cNvPr>
            <p:cNvSpPr/>
            <p:nvPr/>
          </p:nvSpPr>
          <p:spPr>
            <a:xfrm>
              <a:off x="1090130" y="3416669"/>
              <a:ext cx="245584" cy="111027"/>
            </a:xfrm>
            <a:custGeom>
              <a:avLst/>
              <a:gdLst/>
              <a:ahLst/>
              <a:cxnLst/>
              <a:rect l="l" t="t" r="r" b="b"/>
              <a:pathLst>
                <a:path w="16658" h="7531" extrusionOk="0">
                  <a:moveTo>
                    <a:pt x="15850" y="0"/>
                  </a:moveTo>
                  <a:cubicBezTo>
                    <a:pt x="15474" y="0"/>
                    <a:pt x="14892" y="339"/>
                    <a:pt x="13938" y="788"/>
                  </a:cubicBezTo>
                  <a:cubicBezTo>
                    <a:pt x="12672" y="1385"/>
                    <a:pt x="10195" y="2751"/>
                    <a:pt x="9306" y="3246"/>
                  </a:cubicBezTo>
                  <a:lnTo>
                    <a:pt x="9306" y="3246"/>
                  </a:lnTo>
                  <a:cubicBezTo>
                    <a:pt x="9499" y="3116"/>
                    <a:pt x="9772" y="2901"/>
                    <a:pt x="10108" y="2555"/>
                  </a:cubicBezTo>
                  <a:cubicBezTo>
                    <a:pt x="10812" y="1831"/>
                    <a:pt x="11369" y="824"/>
                    <a:pt x="10792" y="404"/>
                  </a:cubicBezTo>
                  <a:cubicBezTo>
                    <a:pt x="10756" y="378"/>
                    <a:pt x="10714" y="365"/>
                    <a:pt x="10667" y="365"/>
                  </a:cubicBezTo>
                  <a:cubicBezTo>
                    <a:pt x="9975" y="365"/>
                    <a:pt x="8146" y="3028"/>
                    <a:pt x="7313" y="3028"/>
                  </a:cubicBezTo>
                  <a:cubicBezTo>
                    <a:pt x="7295" y="3028"/>
                    <a:pt x="7277" y="3026"/>
                    <a:pt x="7260" y="3024"/>
                  </a:cubicBezTo>
                  <a:cubicBezTo>
                    <a:pt x="6402" y="2893"/>
                    <a:pt x="6098" y="1612"/>
                    <a:pt x="5372" y="766"/>
                  </a:cubicBezTo>
                  <a:cubicBezTo>
                    <a:pt x="5134" y="488"/>
                    <a:pt x="4913" y="394"/>
                    <a:pt x="4725" y="394"/>
                  </a:cubicBezTo>
                  <a:cubicBezTo>
                    <a:pt x="4339" y="394"/>
                    <a:pt x="4087" y="784"/>
                    <a:pt x="4087" y="784"/>
                  </a:cubicBezTo>
                  <a:cubicBezTo>
                    <a:pt x="4087" y="784"/>
                    <a:pt x="5115" y="2768"/>
                    <a:pt x="4549" y="3204"/>
                  </a:cubicBezTo>
                  <a:cubicBezTo>
                    <a:pt x="4457" y="3276"/>
                    <a:pt x="4360" y="3309"/>
                    <a:pt x="4259" y="3309"/>
                  </a:cubicBezTo>
                  <a:cubicBezTo>
                    <a:pt x="3742" y="3309"/>
                    <a:pt x="3113" y="2443"/>
                    <a:pt x="2383" y="1379"/>
                  </a:cubicBezTo>
                  <a:cubicBezTo>
                    <a:pt x="2045" y="888"/>
                    <a:pt x="1712" y="737"/>
                    <a:pt x="1431" y="737"/>
                  </a:cubicBezTo>
                  <a:cubicBezTo>
                    <a:pt x="984" y="737"/>
                    <a:pt x="666" y="1118"/>
                    <a:pt x="666" y="1118"/>
                  </a:cubicBezTo>
                  <a:lnTo>
                    <a:pt x="1838" y="3243"/>
                  </a:lnTo>
                  <a:cubicBezTo>
                    <a:pt x="1838" y="3243"/>
                    <a:pt x="1" y="4553"/>
                    <a:pt x="593" y="6115"/>
                  </a:cubicBezTo>
                  <a:lnTo>
                    <a:pt x="1470" y="7531"/>
                  </a:lnTo>
                  <a:cubicBezTo>
                    <a:pt x="1470" y="7531"/>
                    <a:pt x="2041" y="7523"/>
                    <a:pt x="3604" y="6930"/>
                  </a:cubicBezTo>
                  <a:cubicBezTo>
                    <a:pt x="5166" y="6336"/>
                    <a:pt x="8994" y="4426"/>
                    <a:pt x="10979" y="3542"/>
                  </a:cubicBezTo>
                  <a:cubicBezTo>
                    <a:pt x="12965" y="2657"/>
                    <a:pt x="16658" y="1321"/>
                    <a:pt x="16360" y="469"/>
                  </a:cubicBezTo>
                  <a:cubicBezTo>
                    <a:pt x="16245" y="137"/>
                    <a:pt x="16089" y="0"/>
                    <a:pt x="158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71;p44">
              <a:extLst>
                <a:ext uri="{FF2B5EF4-FFF2-40B4-BE49-F238E27FC236}">
                  <a16:creationId xmlns:a16="http://schemas.microsoft.com/office/drawing/2014/main" id="{A3D52F50-3BE0-429A-BE93-22F1FC85ADD9}"/>
                </a:ext>
              </a:extLst>
            </p:cNvPr>
            <p:cNvSpPr/>
            <p:nvPr/>
          </p:nvSpPr>
          <p:spPr>
            <a:xfrm>
              <a:off x="1086931" y="3412452"/>
              <a:ext cx="252926" cy="119460"/>
            </a:xfrm>
            <a:custGeom>
              <a:avLst/>
              <a:gdLst/>
              <a:ahLst/>
              <a:cxnLst/>
              <a:rect l="l" t="t" r="r" b="b"/>
              <a:pathLst>
                <a:path w="17156" h="8103" extrusionOk="0">
                  <a:moveTo>
                    <a:pt x="16067" y="1"/>
                  </a:moveTo>
                  <a:cubicBezTo>
                    <a:pt x="15708" y="1"/>
                    <a:pt x="15264" y="217"/>
                    <a:pt x="14621" y="531"/>
                  </a:cubicBezTo>
                  <a:cubicBezTo>
                    <a:pt x="14443" y="619"/>
                    <a:pt x="14247" y="715"/>
                    <a:pt x="14032" y="816"/>
                  </a:cubicBezTo>
                  <a:cubicBezTo>
                    <a:pt x="13286" y="1167"/>
                    <a:pt x="12118" y="1788"/>
                    <a:pt x="11098" y="2340"/>
                  </a:cubicBezTo>
                  <a:cubicBezTo>
                    <a:pt x="11347" y="1968"/>
                    <a:pt x="11565" y="1514"/>
                    <a:pt x="11530" y="1094"/>
                  </a:cubicBezTo>
                  <a:cubicBezTo>
                    <a:pt x="11507" y="831"/>
                    <a:pt x="11385" y="611"/>
                    <a:pt x="11176" y="459"/>
                  </a:cubicBezTo>
                  <a:cubicBezTo>
                    <a:pt x="11085" y="393"/>
                    <a:pt x="10988" y="362"/>
                    <a:pt x="10885" y="362"/>
                  </a:cubicBezTo>
                  <a:cubicBezTo>
                    <a:pt x="10437" y="362"/>
                    <a:pt x="9872" y="942"/>
                    <a:pt x="9143" y="1692"/>
                  </a:cubicBezTo>
                  <a:cubicBezTo>
                    <a:pt x="8651" y="2199"/>
                    <a:pt x="7826" y="3028"/>
                    <a:pt x="7534" y="3028"/>
                  </a:cubicBezTo>
                  <a:cubicBezTo>
                    <a:pt x="7529" y="3028"/>
                    <a:pt x="7524" y="3027"/>
                    <a:pt x="7519" y="3027"/>
                  </a:cubicBezTo>
                  <a:cubicBezTo>
                    <a:pt x="7102" y="2964"/>
                    <a:pt x="6820" y="2474"/>
                    <a:pt x="6494" y="1907"/>
                  </a:cubicBezTo>
                  <a:cubicBezTo>
                    <a:pt x="6291" y="1553"/>
                    <a:pt x="6081" y="1188"/>
                    <a:pt x="5805" y="866"/>
                  </a:cubicBezTo>
                  <a:cubicBezTo>
                    <a:pt x="5537" y="554"/>
                    <a:pt x="5251" y="395"/>
                    <a:pt x="4945" y="395"/>
                  </a:cubicBezTo>
                  <a:cubicBezTo>
                    <a:pt x="4924" y="395"/>
                    <a:pt x="4903" y="396"/>
                    <a:pt x="4883" y="397"/>
                  </a:cubicBezTo>
                  <a:cubicBezTo>
                    <a:pt x="4391" y="430"/>
                    <a:pt x="4096" y="866"/>
                    <a:pt x="4064" y="915"/>
                  </a:cubicBezTo>
                  <a:cubicBezTo>
                    <a:pt x="4009" y="1001"/>
                    <a:pt x="4003" y="1110"/>
                    <a:pt x="4050" y="1201"/>
                  </a:cubicBezTo>
                  <a:cubicBezTo>
                    <a:pt x="4522" y="2113"/>
                    <a:pt x="4785" y="3116"/>
                    <a:pt x="4591" y="3264"/>
                  </a:cubicBezTo>
                  <a:cubicBezTo>
                    <a:pt x="4551" y="3295"/>
                    <a:pt x="4517" y="3310"/>
                    <a:pt x="4475" y="3310"/>
                  </a:cubicBezTo>
                  <a:cubicBezTo>
                    <a:pt x="4465" y="3310"/>
                    <a:pt x="4455" y="3309"/>
                    <a:pt x="4444" y="3307"/>
                  </a:cubicBezTo>
                  <a:cubicBezTo>
                    <a:pt x="4029" y="3242"/>
                    <a:pt x="3310" y="2195"/>
                    <a:pt x="2835" y="1504"/>
                  </a:cubicBezTo>
                  <a:cubicBezTo>
                    <a:pt x="2499" y="1016"/>
                    <a:pt x="2116" y="758"/>
                    <a:pt x="1696" y="739"/>
                  </a:cubicBezTo>
                  <a:cubicBezTo>
                    <a:pt x="1679" y="738"/>
                    <a:pt x="1662" y="737"/>
                    <a:pt x="1645" y="737"/>
                  </a:cubicBezTo>
                  <a:cubicBezTo>
                    <a:pt x="1076" y="737"/>
                    <a:pt x="680" y="1201"/>
                    <a:pt x="664" y="1221"/>
                  </a:cubicBezTo>
                  <a:cubicBezTo>
                    <a:pt x="589" y="1311"/>
                    <a:pt x="577" y="1439"/>
                    <a:pt x="633" y="1542"/>
                  </a:cubicBezTo>
                  <a:lnTo>
                    <a:pt x="1689" y="3455"/>
                  </a:lnTo>
                  <a:cubicBezTo>
                    <a:pt x="1192" y="3876"/>
                    <a:pt x="0" y="5073"/>
                    <a:pt x="544" y="6504"/>
                  </a:cubicBezTo>
                  <a:cubicBezTo>
                    <a:pt x="588" y="6618"/>
                    <a:pt x="695" y="6688"/>
                    <a:pt x="810" y="6688"/>
                  </a:cubicBezTo>
                  <a:cubicBezTo>
                    <a:pt x="844" y="6688"/>
                    <a:pt x="879" y="6682"/>
                    <a:pt x="913" y="6669"/>
                  </a:cubicBezTo>
                  <a:cubicBezTo>
                    <a:pt x="1059" y="6613"/>
                    <a:pt x="1133" y="6448"/>
                    <a:pt x="1078" y="6301"/>
                  </a:cubicBezTo>
                  <a:cubicBezTo>
                    <a:pt x="571" y="4965"/>
                    <a:pt x="2204" y="3774"/>
                    <a:pt x="2221" y="3762"/>
                  </a:cubicBezTo>
                  <a:cubicBezTo>
                    <a:pt x="2339" y="3677"/>
                    <a:pt x="2375" y="3518"/>
                    <a:pt x="2305" y="3391"/>
                  </a:cubicBezTo>
                  <a:lnTo>
                    <a:pt x="1241" y="1463"/>
                  </a:lnTo>
                  <a:cubicBezTo>
                    <a:pt x="1339" y="1389"/>
                    <a:pt x="1483" y="1309"/>
                    <a:pt x="1641" y="1309"/>
                  </a:cubicBezTo>
                  <a:cubicBezTo>
                    <a:pt x="1652" y="1309"/>
                    <a:pt x="1663" y="1310"/>
                    <a:pt x="1674" y="1310"/>
                  </a:cubicBezTo>
                  <a:cubicBezTo>
                    <a:pt x="1904" y="1322"/>
                    <a:pt x="2137" y="1496"/>
                    <a:pt x="2365" y="1828"/>
                  </a:cubicBezTo>
                  <a:cubicBezTo>
                    <a:pt x="3145" y="2964"/>
                    <a:pt x="3746" y="3776"/>
                    <a:pt x="4355" y="3872"/>
                  </a:cubicBezTo>
                  <a:cubicBezTo>
                    <a:pt x="4396" y="3878"/>
                    <a:pt x="4437" y="3882"/>
                    <a:pt x="4477" y="3882"/>
                  </a:cubicBezTo>
                  <a:cubicBezTo>
                    <a:pt x="4643" y="3882"/>
                    <a:pt x="4801" y="3825"/>
                    <a:pt x="4941" y="3717"/>
                  </a:cubicBezTo>
                  <a:cubicBezTo>
                    <a:pt x="5576" y="3227"/>
                    <a:pt x="4962" y="1763"/>
                    <a:pt x="4645" y="1111"/>
                  </a:cubicBezTo>
                  <a:cubicBezTo>
                    <a:pt x="4715" y="1044"/>
                    <a:pt x="4815" y="974"/>
                    <a:pt x="4922" y="967"/>
                  </a:cubicBezTo>
                  <a:cubicBezTo>
                    <a:pt x="4923" y="967"/>
                    <a:pt x="4925" y="967"/>
                    <a:pt x="4926" y="967"/>
                  </a:cubicBezTo>
                  <a:cubicBezTo>
                    <a:pt x="5105" y="967"/>
                    <a:pt x="5262" y="1110"/>
                    <a:pt x="5372" y="1239"/>
                  </a:cubicBezTo>
                  <a:cubicBezTo>
                    <a:pt x="5613" y="1520"/>
                    <a:pt x="5810" y="1862"/>
                    <a:pt x="6000" y="2193"/>
                  </a:cubicBezTo>
                  <a:cubicBezTo>
                    <a:pt x="6367" y="2829"/>
                    <a:pt x="6745" y="3488"/>
                    <a:pt x="7434" y="3592"/>
                  </a:cubicBezTo>
                  <a:cubicBezTo>
                    <a:pt x="7467" y="3597"/>
                    <a:pt x="7500" y="3600"/>
                    <a:pt x="7534" y="3600"/>
                  </a:cubicBezTo>
                  <a:cubicBezTo>
                    <a:pt x="8045" y="3600"/>
                    <a:pt x="8651" y="3018"/>
                    <a:pt x="9553" y="2091"/>
                  </a:cubicBezTo>
                  <a:cubicBezTo>
                    <a:pt x="9969" y="1663"/>
                    <a:pt x="10667" y="945"/>
                    <a:pt x="10840" y="921"/>
                  </a:cubicBezTo>
                  <a:cubicBezTo>
                    <a:pt x="10915" y="977"/>
                    <a:pt x="10953" y="1044"/>
                    <a:pt x="10961" y="1143"/>
                  </a:cubicBezTo>
                  <a:cubicBezTo>
                    <a:pt x="10991" y="1492"/>
                    <a:pt x="10653" y="2095"/>
                    <a:pt x="10121" y="2643"/>
                  </a:cubicBezTo>
                  <a:cubicBezTo>
                    <a:pt x="9802" y="2970"/>
                    <a:pt x="9547" y="3172"/>
                    <a:pt x="9370" y="3290"/>
                  </a:cubicBezTo>
                  <a:cubicBezTo>
                    <a:pt x="9177" y="3398"/>
                    <a:pt x="9062" y="3462"/>
                    <a:pt x="9056" y="3465"/>
                  </a:cubicBezTo>
                  <a:cubicBezTo>
                    <a:pt x="8927" y="3538"/>
                    <a:pt x="8875" y="3697"/>
                    <a:pt x="8936" y="3831"/>
                  </a:cubicBezTo>
                  <a:cubicBezTo>
                    <a:pt x="8983" y="3936"/>
                    <a:pt x="9087" y="3999"/>
                    <a:pt x="9196" y="3999"/>
                  </a:cubicBezTo>
                  <a:cubicBezTo>
                    <a:pt x="9227" y="3999"/>
                    <a:pt x="9259" y="3994"/>
                    <a:pt x="9290" y="3984"/>
                  </a:cubicBezTo>
                  <a:cubicBezTo>
                    <a:pt x="9315" y="3975"/>
                    <a:pt x="9450" y="3924"/>
                    <a:pt x="9674" y="3774"/>
                  </a:cubicBezTo>
                  <a:cubicBezTo>
                    <a:pt x="10573" y="3276"/>
                    <a:pt x="13032" y="1920"/>
                    <a:pt x="14277" y="1332"/>
                  </a:cubicBezTo>
                  <a:cubicBezTo>
                    <a:pt x="14494" y="1230"/>
                    <a:pt x="14692" y="1133"/>
                    <a:pt x="14874" y="1045"/>
                  </a:cubicBezTo>
                  <a:cubicBezTo>
                    <a:pt x="15389" y="794"/>
                    <a:pt x="15842" y="571"/>
                    <a:pt x="16062" y="571"/>
                  </a:cubicBezTo>
                  <a:cubicBezTo>
                    <a:pt x="16092" y="571"/>
                    <a:pt x="16118" y="575"/>
                    <a:pt x="16139" y="584"/>
                  </a:cubicBezTo>
                  <a:cubicBezTo>
                    <a:pt x="16213" y="615"/>
                    <a:pt x="16272" y="745"/>
                    <a:pt x="16307" y="849"/>
                  </a:cubicBezTo>
                  <a:cubicBezTo>
                    <a:pt x="16463" y="1293"/>
                    <a:pt x="13333" y="2611"/>
                    <a:pt x="12305" y="3043"/>
                  </a:cubicBezTo>
                  <a:cubicBezTo>
                    <a:pt x="11862" y="3229"/>
                    <a:pt x="11443" y="3406"/>
                    <a:pt x="11079" y="3567"/>
                  </a:cubicBezTo>
                  <a:cubicBezTo>
                    <a:pt x="10312" y="3909"/>
                    <a:pt x="9285" y="4397"/>
                    <a:pt x="8196" y="4913"/>
                  </a:cubicBezTo>
                  <a:cubicBezTo>
                    <a:pt x="6462" y="5737"/>
                    <a:pt x="4669" y="6588"/>
                    <a:pt x="3718" y="6949"/>
                  </a:cubicBezTo>
                  <a:cubicBezTo>
                    <a:pt x="2251" y="7506"/>
                    <a:pt x="1685" y="7532"/>
                    <a:pt x="1683" y="7532"/>
                  </a:cubicBezTo>
                  <a:cubicBezTo>
                    <a:pt x="1526" y="7533"/>
                    <a:pt x="1398" y="7661"/>
                    <a:pt x="1400" y="7819"/>
                  </a:cubicBezTo>
                  <a:cubicBezTo>
                    <a:pt x="1401" y="7976"/>
                    <a:pt x="1529" y="8103"/>
                    <a:pt x="1686" y="8103"/>
                  </a:cubicBezTo>
                  <a:cubicBezTo>
                    <a:pt x="1686" y="8103"/>
                    <a:pt x="1687" y="8103"/>
                    <a:pt x="1688" y="8103"/>
                  </a:cubicBezTo>
                  <a:lnTo>
                    <a:pt x="1690" y="8103"/>
                  </a:lnTo>
                  <a:cubicBezTo>
                    <a:pt x="1754" y="8102"/>
                    <a:pt x="2356" y="8077"/>
                    <a:pt x="3920" y="7483"/>
                  </a:cubicBezTo>
                  <a:cubicBezTo>
                    <a:pt x="4891" y="7115"/>
                    <a:pt x="6695" y="6257"/>
                    <a:pt x="8440" y="5430"/>
                  </a:cubicBezTo>
                  <a:cubicBezTo>
                    <a:pt x="9525" y="4914"/>
                    <a:pt x="10549" y="4427"/>
                    <a:pt x="11310" y="4089"/>
                  </a:cubicBezTo>
                  <a:cubicBezTo>
                    <a:pt x="11670" y="3928"/>
                    <a:pt x="12086" y="3753"/>
                    <a:pt x="12524" y="3568"/>
                  </a:cubicBezTo>
                  <a:cubicBezTo>
                    <a:pt x="15419" y="2351"/>
                    <a:pt x="17155" y="1547"/>
                    <a:pt x="16846" y="660"/>
                  </a:cubicBezTo>
                  <a:cubicBezTo>
                    <a:pt x="16775" y="458"/>
                    <a:pt x="16648" y="175"/>
                    <a:pt x="16355" y="56"/>
                  </a:cubicBezTo>
                  <a:cubicBezTo>
                    <a:pt x="16264" y="18"/>
                    <a:pt x="16169" y="1"/>
                    <a:pt x="160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72;p44">
              <a:extLst>
                <a:ext uri="{FF2B5EF4-FFF2-40B4-BE49-F238E27FC236}">
                  <a16:creationId xmlns:a16="http://schemas.microsoft.com/office/drawing/2014/main" id="{A3C1D571-E33D-4ADD-85B4-02F80A651F85}"/>
                </a:ext>
              </a:extLst>
            </p:cNvPr>
            <p:cNvSpPr/>
            <p:nvPr/>
          </p:nvSpPr>
          <p:spPr>
            <a:xfrm>
              <a:off x="812215" y="3668047"/>
              <a:ext cx="55565" cy="131092"/>
            </a:xfrm>
            <a:custGeom>
              <a:avLst/>
              <a:gdLst/>
              <a:ahLst/>
              <a:cxnLst/>
              <a:rect l="l" t="t" r="r" b="b"/>
              <a:pathLst>
                <a:path w="3769" h="8892" extrusionOk="0">
                  <a:moveTo>
                    <a:pt x="3185" y="0"/>
                  </a:moveTo>
                  <a:cubicBezTo>
                    <a:pt x="3151" y="0"/>
                    <a:pt x="3117" y="7"/>
                    <a:pt x="3083" y="20"/>
                  </a:cubicBezTo>
                  <a:cubicBezTo>
                    <a:pt x="2998" y="53"/>
                    <a:pt x="993" y="841"/>
                    <a:pt x="830" y="2129"/>
                  </a:cubicBezTo>
                  <a:cubicBezTo>
                    <a:pt x="750" y="2766"/>
                    <a:pt x="1118" y="3382"/>
                    <a:pt x="1926" y="3959"/>
                  </a:cubicBezTo>
                  <a:cubicBezTo>
                    <a:pt x="2782" y="4573"/>
                    <a:pt x="3172" y="5209"/>
                    <a:pt x="3086" y="5850"/>
                  </a:cubicBezTo>
                  <a:cubicBezTo>
                    <a:pt x="2963" y="6763"/>
                    <a:pt x="1833" y="7739"/>
                    <a:pt x="206" y="8339"/>
                  </a:cubicBezTo>
                  <a:cubicBezTo>
                    <a:pt x="77" y="8387"/>
                    <a:pt x="1" y="8521"/>
                    <a:pt x="25" y="8657"/>
                  </a:cubicBezTo>
                  <a:cubicBezTo>
                    <a:pt x="49" y="8793"/>
                    <a:pt x="167" y="8892"/>
                    <a:pt x="305" y="8892"/>
                  </a:cubicBezTo>
                  <a:cubicBezTo>
                    <a:pt x="308" y="8892"/>
                    <a:pt x="310" y="8892"/>
                    <a:pt x="313" y="8892"/>
                  </a:cubicBezTo>
                  <a:cubicBezTo>
                    <a:pt x="344" y="8892"/>
                    <a:pt x="375" y="8885"/>
                    <a:pt x="404" y="8874"/>
                  </a:cubicBezTo>
                  <a:cubicBezTo>
                    <a:pt x="1854" y="8339"/>
                    <a:pt x="3469" y="7284"/>
                    <a:pt x="3651" y="5926"/>
                  </a:cubicBezTo>
                  <a:cubicBezTo>
                    <a:pt x="3769" y="5058"/>
                    <a:pt x="3299" y="4241"/>
                    <a:pt x="2259" y="3495"/>
                  </a:cubicBezTo>
                  <a:cubicBezTo>
                    <a:pt x="1635" y="3049"/>
                    <a:pt x="1345" y="2614"/>
                    <a:pt x="1397" y="2201"/>
                  </a:cubicBezTo>
                  <a:cubicBezTo>
                    <a:pt x="1497" y="1412"/>
                    <a:pt x="2797" y="744"/>
                    <a:pt x="3289" y="552"/>
                  </a:cubicBezTo>
                  <a:cubicBezTo>
                    <a:pt x="3436" y="496"/>
                    <a:pt x="3509" y="331"/>
                    <a:pt x="3452" y="183"/>
                  </a:cubicBezTo>
                  <a:cubicBezTo>
                    <a:pt x="3408" y="70"/>
                    <a:pt x="3300" y="0"/>
                    <a:pt x="31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73;p44">
              <a:extLst>
                <a:ext uri="{FF2B5EF4-FFF2-40B4-BE49-F238E27FC236}">
                  <a16:creationId xmlns:a16="http://schemas.microsoft.com/office/drawing/2014/main" id="{22E4C678-CA9C-408E-BF11-8F3CE8098C55}"/>
                </a:ext>
              </a:extLst>
            </p:cNvPr>
            <p:cNvSpPr/>
            <p:nvPr/>
          </p:nvSpPr>
          <p:spPr>
            <a:xfrm>
              <a:off x="567972" y="3649043"/>
              <a:ext cx="150331" cy="143432"/>
            </a:xfrm>
            <a:custGeom>
              <a:avLst/>
              <a:gdLst/>
              <a:ahLst/>
              <a:cxnLst/>
              <a:rect l="l" t="t" r="r" b="b"/>
              <a:pathLst>
                <a:path w="10197" h="9729" extrusionOk="0">
                  <a:moveTo>
                    <a:pt x="9880" y="0"/>
                  </a:moveTo>
                  <a:cubicBezTo>
                    <a:pt x="9749" y="0"/>
                    <a:pt x="9632" y="95"/>
                    <a:pt x="9605" y="229"/>
                  </a:cubicBezTo>
                  <a:cubicBezTo>
                    <a:pt x="9586" y="321"/>
                    <a:pt x="7686" y="9157"/>
                    <a:pt x="962" y="9157"/>
                  </a:cubicBezTo>
                  <a:cubicBezTo>
                    <a:pt x="755" y="9157"/>
                    <a:pt x="544" y="9149"/>
                    <a:pt x="328" y="9132"/>
                  </a:cubicBezTo>
                  <a:cubicBezTo>
                    <a:pt x="318" y="9131"/>
                    <a:pt x="307" y="9130"/>
                    <a:pt x="297" y="9130"/>
                  </a:cubicBezTo>
                  <a:cubicBezTo>
                    <a:pt x="150" y="9130"/>
                    <a:pt x="25" y="9242"/>
                    <a:pt x="13" y="9393"/>
                  </a:cubicBezTo>
                  <a:cubicBezTo>
                    <a:pt x="1" y="9552"/>
                    <a:pt x="123" y="9692"/>
                    <a:pt x="282" y="9700"/>
                  </a:cubicBezTo>
                  <a:cubicBezTo>
                    <a:pt x="518" y="9719"/>
                    <a:pt x="748" y="9729"/>
                    <a:pt x="973" y="9729"/>
                  </a:cubicBezTo>
                  <a:cubicBezTo>
                    <a:pt x="8146" y="9729"/>
                    <a:pt x="10144" y="441"/>
                    <a:pt x="10165" y="344"/>
                  </a:cubicBezTo>
                  <a:cubicBezTo>
                    <a:pt x="10196" y="190"/>
                    <a:pt x="10096" y="39"/>
                    <a:pt x="9942" y="7"/>
                  </a:cubicBezTo>
                  <a:cubicBezTo>
                    <a:pt x="9921" y="2"/>
                    <a:pt x="9900" y="0"/>
                    <a:pt x="98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74;p44">
              <a:extLst>
                <a:ext uri="{FF2B5EF4-FFF2-40B4-BE49-F238E27FC236}">
                  <a16:creationId xmlns:a16="http://schemas.microsoft.com/office/drawing/2014/main" id="{111181F1-99B1-4432-9852-65B08422108C}"/>
                </a:ext>
              </a:extLst>
            </p:cNvPr>
            <p:cNvSpPr/>
            <p:nvPr/>
          </p:nvSpPr>
          <p:spPr>
            <a:xfrm>
              <a:off x="778027" y="3840979"/>
              <a:ext cx="56184" cy="47118"/>
            </a:xfrm>
            <a:custGeom>
              <a:avLst/>
              <a:gdLst/>
              <a:ahLst/>
              <a:cxnLst/>
              <a:rect l="l" t="t" r="r" b="b"/>
              <a:pathLst>
                <a:path w="3811" h="3196" extrusionOk="0">
                  <a:moveTo>
                    <a:pt x="1" y="3195"/>
                  </a:moveTo>
                  <a:lnTo>
                    <a:pt x="381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75;p44">
              <a:extLst>
                <a:ext uri="{FF2B5EF4-FFF2-40B4-BE49-F238E27FC236}">
                  <a16:creationId xmlns:a16="http://schemas.microsoft.com/office/drawing/2014/main" id="{BE61F388-42B4-4112-AD22-081BD5891338}"/>
                </a:ext>
              </a:extLst>
            </p:cNvPr>
            <p:cNvSpPr/>
            <p:nvPr/>
          </p:nvSpPr>
          <p:spPr>
            <a:xfrm>
              <a:off x="772306" y="3836748"/>
              <a:ext cx="66652" cy="55551"/>
            </a:xfrm>
            <a:custGeom>
              <a:avLst/>
              <a:gdLst/>
              <a:ahLst/>
              <a:cxnLst/>
              <a:rect l="l" t="t" r="r" b="b"/>
              <a:pathLst>
                <a:path w="4521" h="3768" extrusionOk="0">
                  <a:moveTo>
                    <a:pt x="4200" y="1"/>
                  </a:moveTo>
                  <a:cubicBezTo>
                    <a:pt x="4135" y="1"/>
                    <a:pt x="4068" y="23"/>
                    <a:pt x="4015" y="69"/>
                  </a:cubicBezTo>
                  <a:lnTo>
                    <a:pt x="205" y="3263"/>
                  </a:lnTo>
                  <a:cubicBezTo>
                    <a:pt x="1" y="3435"/>
                    <a:pt x="123" y="3767"/>
                    <a:pt x="389" y="3767"/>
                  </a:cubicBezTo>
                  <a:cubicBezTo>
                    <a:pt x="456" y="3767"/>
                    <a:pt x="522" y="3743"/>
                    <a:pt x="573" y="3701"/>
                  </a:cubicBezTo>
                  <a:lnTo>
                    <a:pt x="4382" y="506"/>
                  </a:lnTo>
                  <a:cubicBezTo>
                    <a:pt x="4504" y="405"/>
                    <a:pt x="4520" y="224"/>
                    <a:pt x="4419" y="102"/>
                  </a:cubicBezTo>
                  <a:cubicBezTo>
                    <a:pt x="4362" y="35"/>
                    <a:pt x="4282" y="1"/>
                    <a:pt x="4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76;p44">
              <a:extLst>
                <a:ext uri="{FF2B5EF4-FFF2-40B4-BE49-F238E27FC236}">
                  <a16:creationId xmlns:a16="http://schemas.microsoft.com/office/drawing/2014/main" id="{D0CADF4C-277A-410C-A1CD-056DE06B0C50}"/>
                </a:ext>
              </a:extLst>
            </p:cNvPr>
            <p:cNvSpPr/>
            <p:nvPr/>
          </p:nvSpPr>
          <p:spPr>
            <a:xfrm>
              <a:off x="590278" y="3558184"/>
              <a:ext cx="22188" cy="88102"/>
            </a:xfrm>
            <a:custGeom>
              <a:avLst/>
              <a:gdLst/>
              <a:ahLst/>
              <a:cxnLst/>
              <a:rect l="l" t="t" r="r" b="b"/>
              <a:pathLst>
                <a:path w="1505" h="5976" extrusionOk="0">
                  <a:moveTo>
                    <a:pt x="0" y="1"/>
                  </a:moveTo>
                  <a:lnTo>
                    <a:pt x="71" y="4996"/>
                  </a:lnTo>
                  <a:lnTo>
                    <a:pt x="1505" y="5976"/>
                  </a:lnTo>
                  <a:lnTo>
                    <a:pt x="1285" y="5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77;p44">
              <a:extLst>
                <a:ext uri="{FF2B5EF4-FFF2-40B4-BE49-F238E27FC236}">
                  <a16:creationId xmlns:a16="http://schemas.microsoft.com/office/drawing/2014/main" id="{6FD2FE43-8263-42D3-8253-5BEE999CFE5C}"/>
                </a:ext>
              </a:extLst>
            </p:cNvPr>
            <p:cNvSpPr/>
            <p:nvPr/>
          </p:nvSpPr>
          <p:spPr>
            <a:xfrm>
              <a:off x="586032" y="3553968"/>
              <a:ext cx="30739" cy="96535"/>
            </a:xfrm>
            <a:custGeom>
              <a:avLst/>
              <a:gdLst/>
              <a:ahLst/>
              <a:cxnLst/>
              <a:rect l="l" t="t" r="r" b="b"/>
              <a:pathLst>
                <a:path w="2085" h="6548" extrusionOk="0">
                  <a:moveTo>
                    <a:pt x="287" y="1"/>
                  </a:moveTo>
                  <a:cubicBezTo>
                    <a:pt x="136" y="1"/>
                    <a:pt x="0" y="124"/>
                    <a:pt x="2" y="290"/>
                  </a:cubicBezTo>
                  <a:lnTo>
                    <a:pt x="73" y="5287"/>
                  </a:lnTo>
                  <a:cubicBezTo>
                    <a:pt x="75" y="5442"/>
                    <a:pt x="222" y="5568"/>
                    <a:pt x="356" y="5568"/>
                  </a:cubicBezTo>
                  <a:cubicBezTo>
                    <a:pt x="359" y="5568"/>
                    <a:pt x="361" y="5568"/>
                    <a:pt x="363" y="5568"/>
                  </a:cubicBezTo>
                  <a:cubicBezTo>
                    <a:pt x="520" y="5566"/>
                    <a:pt x="647" y="5437"/>
                    <a:pt x="645" y="5279"/>
                  </a:cubicBezTo>
                  <a:lnTo>
                    <a:pt x="581" y="723"/>
                  </a:lnTo>
                  <a:lnTo>
                    <a:pt x="1295" y="1031"/>
                  </a:lnTo>
                  <a:lnTo>
                    <a:pt x="1507" y="6274"/>
                  </a:lnTo>
                  <a:cubicBezTo>
                    <a:pt x="1513" y="6427"/>
                    <a:pt x="1638" y="6548"/>
                    <a:pt x="1792" y="6548"/>
                  </a:cubicBezTo>
                  <a:lnTo>
                    <a:pt x="1804" y="6547"/>
                  </a:lnTo>
                  <a:cubicBezTo>
                    <a:pt x="1961" y="6541"/>
                    <a:pt x="2084" y="6407"/>
                    <a:pt x="2078" y="6250"/>
                  </a:cubicBezTo>
                  <a:lnTo>
                    <a:pt x="1858" y="827"/>
                  </a:lnTo>
                  <a:cubicBezTo>
                    <a:pt x="1854" y="717"/>
                    <a:pt x="1786" y="620"/>
                    <a:pt x="1685" y="577"/>
                  </a:cubicBezTo>
                  <a:lnTo>
                    <a:pt x="401" y="25"/>
                  </a:lnTo>
                  <a:cubicBezTo>
                    <a:pt x="363" y="8"/>
                    <a:pt x="325" y="1"/>
                    <a:pt x="2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78;p44">
              <a:extLst>
                <a:ext uri="{FF2B5EF4-FFF2-40B4-BE49-F238E27FC236}">
                  <a16:creationId xmlns:a16="http://schemas.microsoft.com/office/drawing/2014/main" id="{BD2CF7B5-14E5-419E-85AB-E5C1CE130640}"/>
                </a:ext>
              </a:extLst>
            </p:cNvPr>
            <p:cNvSpPr/>
            <p:nvPr/>
          </p:nvSpPr>
          <p:spPr>
            <a:xfrm>
              <a:off x="941199" y="3566204"/>
              <a:ext cx="24075" cy="78092"/>
            </a:xfrm>
            <a:custGeom>
              <a:avLst/>
              <a:gdLst/>
              <a:ahLst/>
              <a:cxnLst/>
              <a:rect l="l" t="t" r="r" b="b"/>
              <a:pathLst>
                <a:path w="1633" h="5297" extrusionOk="0">
                  <a:moveTo>
                    <a:pt x="1138" y="0"/>
                  </a:moveTo>
                  <a:lnTo>
                    <a:pt x="0" y="301"/>
                  </a:lnTo>
                  <a:lnTo>
                    <a:pt x="71" y="5297"/>
                  </a:lnTo>
                  <a:lnTo>
                    <a:pt x="1633" y="486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79;p44">
              <a:extLst>
                <a:ext uri="{FF2B5EF4-FFF2-40B4-BE49-F238E27FC236}">
                  <a16:creationId xmlns:a16="http://schemas.microsoft.com/office/drawing/2014/main" id="{CD9FE159-F0F0-4B36-A5C5-63A90C923944}"/>
                </a:ext>
              </a:extLst>
            </p:cNvPr>
            <p:cNvSpPr/>
            <p:nvPr/>
          </p:nvSpPr>
          <p:spPr>
            <a:xfrm>
              <a:off x="936968" y="3561988"/>
              <a:ext cx="32729" cy="86525"/>
            </a:xfrm>
            <a:custGeom>
              <a:avLst/>
              <a:gdLst/>
              <a:ahLst/>
              <a:cxnLst/>
              <a:rect l="l" t="t" r="r" b="b"/>
              <a:pathLst>
                <a:path w="2220" h="5869" extrusionOk="0">
                  <a:moveTo>
                    <a:pt x="1425" y="1"/>
                  </a:moveTo>
                  <a:cubicBezTo>
                    <a:pt x="1401" y="1"/>
                    <a:pt x="1376" y="4"/>
                    <a:pt x="1352" y="10"/>
                  </a:cubicBezTo>
                  <a:lnTo>
                    <a:pt x="214" y="312"/>
                  </a:lnTo>
                  <a:cubicBezTo>
                    <a:pt x="88" y="345"/>
                    <a:pt x="0" y="460"/>
                    <a:pt x="2" y="592"/>
                  </a:cubicBezTo>
                  <a:lnTo>
                    <a:pt x="73" y="5587"/>
                  </a:lnTo>
                  <a:cubicBezTo>
                    <a:pt x="75" y="5744"/>
                    <a:pt x="202" y="5869"/>
                    <a:pt x="358" y="5869"/>
                  </a:cubicBezTo>
                  <a:lnTo>
                    <a:pt x="362" y="5869"/>
                  </a:lnTo>
                  <a:cubicBezTo>
                    <a:pt x="520" y="5867"/>
                    <a:pt x="646" y="5737"/>
                    <a:pt x="644" y="5580"/>
                  </a:cubicBezTo>
                  <a:lnTo>
                    <a:pt x="576" y="806"/>
                  </a:lnTo>
                  <a:lnTo>
                    <a:pt x="1175" y="648"/>
                  </a:lnTo>
                  <a:lnTo>
                    <a:pt x="1636" y="5181"/>
                  </a:lnTo>
                  <a:cubicBezTo>
                    <a:pt x="1650" y="5326"/>
                    <a:pt x="1767" y="5438"/>
                    <a:pt x="1912" y="5438"/>
                  </a:cubicBezTo>
                  <a:cubicBezTo>
                    <a:pt x="1924" y="5438"/>
                    <a:pt x="1936" y="5438"/>
                    <a:pt x="1948" y="5436"/>
                  </a:cubicBezTo>
                  <a:cubicBezTo>
                    <a:pt x="2106" y="5420"/>
                    <a:pt x="2220" y="5280"/>
                    <a:pt x="2204" y="5123"/>
                  </a:cubicBezTo>
                  <a:lnTo>
                    <a:pt x="1709" y="257"/>
                  </a:lnTo>
                  <a:cubicBezTo>
                    <a:pt x="1700" y="173"/>
                    <a:pt x="1657" y="98"/>
                    <a:pt x="1587" y="51"/>
                  </a:cubicBezTo>
                  <a:cubicBezTo>
                    <a:pt x="1539" y="18"/>
                    <a:pt x="1483" y="1"/>
                    <a:pt x="14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80;p44">
              <a:extLst>
                <a:ext uri="{FF2B5EF4-FFF2-40B4-BE49-F238E27FC236}">
                  <a16:creationId xmlns:a16="http://schemas.microsoft.com/office/drawing/2014/main" id="{539C41FE-3EA1-4BB5-9D18-8B8FDA462770}"/>
                </a:ext>
              </a:extLst>
            </p:cNvPr>
            <p:cNvSpPr/>
            <p:nvPr/>
          </p:nvSpPr>
          <p:spPr>
            <a:xfrm>
              <a:off x="724864" y="3592918"/>
              <a:ext cx="24090" cy="71768"/>
            </a:xfrm>
            <a:custGeom>
              <a:avLst/>
              <a:gdLst/>
              <a:ahLst/>
              <a:cxnLst/>
              <a:rect l="l" t="t" r="r" b="b"/>
              <a:pathLst>
                <a:path w="1634" h="4868" extrusionOk="0">
                  <a:moveTo>
                    <a:pt x="1139" y="1"/>
                  </a:moveTo>
                  <a:lnTo>
                    <a:pt x="1" y="303"/>
                  </a:lnTo>
                  <a:lnTo>
                    <a:pt x="150" y="4766"/>
                  </a:lnTo>
                  <a:lnTo>
                    <a:pt x="1634" y="4868"/>
                  </a:lnTo>
                  <a:lnTo>
                    <a:pt x="113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81;p44">
              <a:extLst>
                <a:ext uri="{FF2B5EF4-FFF2-40B4-BE49-F238E27FC236}">
                  <a16:creationId xmlns:a16="http://schemas.microsoft.com/office/drawing/2014/main" id="{178DA092-CBF4-4374-98DF-6B314BBB21F9}"/>
                </a:ext>
              </a:extLst>
            </p:cNvPr>
            <p:cNvSpPr/>
            <p:nvPr/>
          </p:nvSpPr>
          <p:spPr>
            <a:xfrm>
              <a:off x="720618" y="3588716"/>
              <a:ext cx="32758" cy="80186"/>
            </a:xfrm>
            <a:custGeom>
              <a:avLst/>
              <a:gdLst/>
              <a:ahLst/>
              <a:cxnLst/>
              <a:rect l="l" t="t" r="r" b="b"/>
              <a:pathLst>
                <a:path w="2222" h="5439" extrusionOk="0">
                  <a:moveTo>
                    <a:pt x="1429" y="1"/>
                  </a:moveTo>
                  <a:cubicBezTo>
                    <a:pt x="1404" y="1"/>
                    <a:pt x="1379" y="4"/>
                    <a:pt x="1354" y="11"/>
                  </a:cubicBezTo>
                  <a:lnTo>
                    <a:pt x="217" y="312"/>
                  </a:lnTo>
                  <a:cubicBezTo>
                    <a:pt x="88" y="345"/>
                    <a:pt x="1" y="464"/>
                    <a:pt x="5" y="598"/>
                  </a:cubicBezTo>
                  <a:lnTo>
                    <a:pt x="154" y="5059"/>
                  </a:lnTo>
                  <a:cubicBezTo>
                    <a:pt x="158" y="5214"/>
                    <a:pt x="298" y="5335"/>
                    <a:pt x="441" y="5335"/>
                  </a:cubicBezTo>
                  <a:cubicBezTo>
                    <a:pt x="444" y="5335"/>
                    <a:pt x="446" y="5335"/>
                    <a:pt x="449" y="5335"/>
                  </a:cubicBezTo>
                  <a:cubicBezTo>
                    <a:pt x="606" y="5330"/>
                    <a:pt x="729" y="5198"/>
                    <a:pt x="724" y="5041"/>
                  </a:cubicBezTo>
                  <a:lnTo>
                    <a:pt x="584" y="805"/>
                  </a:lnTo>
                  <a:lnTo>
                    <a:pt x="1177" y="648"/>
                  </a:lnTo>
                  <a:lnTo>
                    <a:pt x="1638" y="5182"/>
                  </a:lnTo>
                  <a:cubicBezTo>
                    <a:pt x="1652" y="5328"/>
                    <a:pt x="1775" y="5438"/>
                    <a:pt x="1922" y="5439"/>
                  </a:cubicBezTo>
                  <a:cubicBezTo>
                    <a:pt x="1932" y="5439"/>
                    <a:pt x="1941" y="5438"/>
                    <a:pt x="1951" y="5436"/>
                  </a:cubicBezTo>
                  <a:cubicBezTo>
                    <a:pt x="2108" y="5420"/>
                    <a:pt x="2222" y="5281"/>
                    <a:pt x="2207" y="5123"/>
                  </a:cubicBezTo>
                  <a:lnTo>
                    <a:pt x="1712" y="257"/>
                  </a:lnTo>
                  <a:cubicBezTo>
                    <a:pt x="1697" y="108"/>
                    <a:pt x="1571" y="1"/>
                    <a:pt x="14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82;p44">
              <a:extLst>
                <a:ext uri="{FF2B5EF4-FFF2-40B4-BE49-F238E27FC236}">
                  <a16:creationId xmlns:a16="http://schemas.microsoft.com/office/drawing/2014/main" id="{396EEA32-0367-47D0-A166-7287AE2E4E92}"/>
                </a:ext>
              </a:extLst>
            </p:cNvPr>
            <p:cNvSpPr/>
            <p:nvPr/>
          </p:nvSpPr>
          <p:spPr>
            <a:xfrm>
              <a:off x="547716" y="2942396"/>
              <a:ext cx="487792" cy="660400"/>
            </a:xfrm>
            <a:custGeom>
              <a:avLst/>
              <a:gdLst/>
              <a:ahLst/>
              <a:cxnLst/>
              <a:rect l="l" t="t" r="r" b="b"/>
              <a:pathLst>
                <a:path w="33087" h="44795" extrusionOk="0">
                  <a:moveTo>
                    <a:pt x="16422" y="1"/>
                  </a:moveTo>
                  <a:cubicBezTo>
                    <a:pt x="14570" y="1"/>
                    <a:pt x="13104" y="274"/>
                    <a:pt x="13104" y="274"/>
                  </a:cubicBezTo>
                  <a:cubicBezTo>
                    <a:pt x="13104" y="274"/>
                    <a:pt x="116" y="3883"/>
                    <a:pt x="132" y="5024"/>
                  </a:cubicBezTo>
                  <a:cubicBezTo>
                    <a:pt x="149" y="6167"/>
                    <a:pt x="1" y="36148"/>
                    <a:pt x="36" y="38621"/>
                  </a:cubicBezTo>
                  <a:cubicBezTo>
                    <a:pt x="70" y="41096"/>
                    <a:pt x="3426" y="42857"/>
                    <a:pt x="7916" y="44030"/>
                  </a:cubicBezTo>
                  <a:cubicBezTo>
                    <a:pt x="9998" y="44574"/>
                    <a:pt x="13345" y="44794"/>
                    <a:pt x="16553" y="44794"/>
                  </a:cubicBezTo>
                  <a:cubicBezTo>
                    <a:pt x="20261" y="44794"/>
                    <a:pt x="23784" y="44501"/>
                    <a:pt x="24952" y="44076"/>
                  </a:cubicBezTo>
                  <a:cubicBezTo>
                    <a:pt x="27130" y="43283"/>
                    <a:pt x="30069" y="42481"/>
                    <a:pt x="30430" y="41048"/>
                  </a:cubicBezTo>
                  <a:cubicBezTo>
                    <a:pt x="30790" y="39615"/>
                    <a:pt x="30592" y="25532"/>
                    <a:pt x="30653" y="23152"/>
                  </a:cubicBezTo>
                  <a:cubicBezTo>
                    <a:pt x="30715" y="20773"/>
                    <a:pt x="33087" y="13505"/>
                    <a:pt x="32288" y="10852"/>
                  </a:cubicBezTo>
                  <a:cubicBezTo>
                    <a:pt x="31489" y="8199"/>
                    <a:pt x="29936" y="6032"/>
                    <a:pt x="28303" y="5008"/>
                  </a:cubicBezTo>
                  <a:cubicBezTo>
                    <a:pt x="26670" y="3984"/>
                    <a:pt x="22345" y="904"/>
                    <a:pt x="19386" y="280"/>
                  </a:cubicBezTo>
                  <a:cubicBezTo>
                    <a:pt x="18392" y="71"/>
                    <a:pt x="17358" y="1"/>
                    <a:pt x="16422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83;p44">
              <a:extLst>
                <a:ext uri="{FF2B5EF4-FFF2-40B4-BE49-F238E27FC236}">
                  <a16:creationId xmlns:a16="http://schemas.microsoft.com/office/drawing/2014/main" id="{81D26E12-DDF4-4A74-865E-08F13D92F9F0}"/>
                </a:ext>
              </a:extLst>
            </p:cNvPr>
            <p:cNvSpPr/>
            <p:nvPr/>
          </p:nvSpPr>
          <p:spPr>
            <a:xfrm>
              <a:off x="543706" y="2938165"/>
              <a:ext cx="491861" cy="668773"/>
            </a:xfrm>
            <a:custGeom>
              <a:avLst/>
              <a:gdLst/>
              <a:ahLst/>
              <a:cxnLst/>
              <a:rect l="l" t="t" r="r" b="b"/>
              <a:pathLst>
                <a:path w="33363" h="45363" extrusionOk="0">
                  <a:moveTo>
                    <a:pt x="16701" y="574"/>
                  </a:moveTo>
                  <a:cubicBezTo>
                    <a:pt x="17620" y="574"/>
                    <a:pt x="18632" y="642"/>
                    <a:pt x="19599" y="846"/>
                  </a:cubicBezTo>
                  <a:cubicBezTo>
                    <a:pt x="22041" y="1362"/>
                    <a:pt x="25438" y="3587"/>
                    <a:pt x="27466" y="4917"/>
                  </a:cubicBezTo>
                  <a:cubicBezTo>
                    <a:pt x="27842" y="5162"/>
                    <a:pt x="28167" y="5375"/>
                    <a:pt x="28423" y="5537"/>
                  </a:cubicBezTo>
                  <a:cubicBezTo>
                    <a:pt x="30059" y="6563"/>
                    <a:pt x="31540" y="8741"/>
                    <a:pt x="32286" y="11222"/>
                  </a:cubicBezTo>
                  <a:cubicBezTo>
                    <a:pt x="32772" y="12835"/>
                    <a:pt x="31995" y="16408"/>
                    <a:pt x="31371" y="19278"/>
                  </a:cubicBezTo>
                  <a:cubicBezTo>
                    <a:pt x="30991" y="21026"/>
                    <a:pt x="30663" y="22536"/>
                    <a:pt x="30640" y="23433"/>
                  </a:cubicBezTo>
                  <a:cubicBezTo>
                    <a:pt x="30621" y="24156"/>
                    <a:pt x="30626" y="25912"/>
                    <a:pt x="30632" y="28135"/>
                  </a:cubicBezTo>
                  <a:cubicBezTo>
                    <a:pt x="30646" y="32979"/>
                    <a:pt x="30668" y="40301"/>
                    <a:pt x="30425" y="41265"/>
                  </a:cubicBezTo>
                  <a:cubicBezTo>
                    <a:pt x="30153" y="42345"/>
                    <a:pt x="27999" y="43093"/>
                    <a:pt x="26098" y="43753"/>
                  </a:cubicBezTo>
                  <a:cubicBezTo>
                    <a:pt x="25765" y="43868"/>
                    <a:pt x="25438" y="43982"/>
                    <a:pt x="25127" y="44095"/>
                  </a:cubicBezTo>
                  <a:cubicBezTo>
                    <a:pt x="24024" y="44497"/>
                    <a:pt x="20479" y="44803"/>
                    <a:pt x="16736" y="44803"/>
                  </a:cubicBezTo>
                  <a:cubicBezTo>
                    <a:pt x="13616" y="44803"/>
                    <a:pt x="10358" y="44590"/>
                    <a:pt x="8260" y="44042"/>
                  </a:cubicBezTo>
                  <a:cubicBezTo>
                    <a:pt x="4782" y="43132"/>
                    <a:pt x="629" y="41503"/>
                    <a:pt x="592" y="38905"/>
                  </a:cubicBezTo>
                  <a:cubicBezTo>
                    <a:pt x="572" y="37435"/>
                    <a:pt x="616" y="26188"/>
                    <a:pt x="652" y="17150"/>
                  </a:cubicBezTo>
                  <a:cubicBezTo>
                    <a:pt x="676" y="11045"/>
                    <a:pt x="698" y="5773"/>
                    <a:pt x="684" y="5347"/>
                  </a:cubicBezTo>
                  <a:cubicBezTo>
                    <a:pt x="1013" y="4654"/>
                    <a:pt x="7426" y="2511"/>
                    <a:pt x="13440" y="839"/>
                  </a:cubicBezTo>
                  <a:cubicBezTo>
                    <a:pt x="13581" y="814"/>
                    <a:pt x="14976" y="574"/>
                    <a:pt x="16701" y="574"/>
                  </a:cubicBezTo>
                  <a:close/>
                  <a:moveTo>
                    <a:pt x="16682" y="1"/>
                  </a:moveTo>
                  <a:cubicBezTo>
                    <a:pt x="14858" y="1"/>
                    <a:pt x="13415" y="264"/>
                    <a:pt x="13324" y="280"/>
                  </a:cubicBezTo>
                  <a:cubicBezTo>
                    <a:pt x="13316" y="282"/>
                    <a:pt x="13308" y="283"/>
                    <a:pt x="13300" y="285"/>
                  </a:cubicBezTo>
                  <a:cubicBezTo>
                    <a:pt x="8370" y="1656"/>
                    <a:pt x="102" y="4131"/>
                    <a:pt x="119" y="5316"/>
                  </a:cubicBezTo>
                  <a:cubicBezTo>
                    <a:pt x="126" y="5776"/>
                    <a:pt x="105" y="11046"/>
                    <a:pt x="81" y="17148"/>
                  </a:cubicBezTo>
                  <a:cubicBezTo>
                    <a:pt x="46" y="26189"/>
                    <a:pt x="1" y="37439"/>
                    <a:pt x="22" y="38914"/>
                  </a:cubicBezTo>
                  <a:cubicBezTo>
                    <a:pt x="55" y="41287"/>
                    <a:pt x="2779" y="43198"/>
                    <a:pt x="8115" y="44594"/>
                  </a:cubicBezTo>
                  <a:cubicBezTo>
                    <a:pt x="10195" y="45138"/>
                    <a:pt x="13607" y="45363"/>
                    <a:pt x="16880" y="45363"/>
                  </a:cubicBezTo>
                  <a:cubicBezTo>
                    <a:pt x="20579" y="45363"/>
                    <a:pt x="24103" y="45075"/>
                    <a:pt x="25322" y="44632"/>
                  </a:cubicBezTo>
                  <a:cubicBezTo>
                    <a:pt x="25630" y="44519"/>
                    <a:pt x="25954" y="44407"/>
                    <a:pt x="26285" y="44292"/>
                  </a:cubicBezTo>
                  <a:cubicBezTo>
                    <a:pt x="28422" y="43550"/>
                    <a:pt x="30631" y="42784"/>
                    <a:pt x="30978" y="41406"/>
                  </a:cubicBezTo>
                  <a:cubicBezTo>
                    <a:pt x="31239" y="40372"/>
                    <a:pt x="31218" y="33298"/>
                    <a:pt x="31203" y="28134"/>
                  </a:cubicBezTo>
                  <a:cubicBezTo>
                    <a:pt x="31198" y="25916"/>
                    <a:pt x="31192" y="24163"/>
                    <a:pt x="31211" y="23448"/>
                  </a:cubicBezTo>
                  <a:cubicBezTo>
                    <a:pt x="31232" y="22606"/>
                    <a:pt x="31570" y="21048"/>
                    <a:pt x="31929" y="19400"/>
                  </a:cubicBezTo>
                  <a:cubicBezTo>
                    <a:pt x="32601" y="16312"/>
                    <a:pt x="33362" y="12813"/>
                    <a:pt x="32834" y="11058"/>
                  </a:cubicBezTo>
                  <a:cubicBezTo>
                    <a:pt x="32049" y="8451"/>
                    <a:pt x="30475" y="6150"/>
                    <a:pt x="28728" y="5054"/>
                  </a:cubicBezTo>
                  <a:cubicBezTo>
                    <a:pt x="28473" y="4894"/>
                    <a:pt x="28151" y="4683"/>
                    <a:pt x="27780" y="4441"/>
                  </a:cubicBezTo>
                  <a:cubicBezTo>
                    <a:pt x="25716" y="3088"/>
                    <a:pt x="22263" y="826"/>
                    <a:pt x="19716" y="289"/>
                  </a:cubicBezTo>
                  <a:cubicBezTo>
                    <a:pt x="18693" y="73"/>
                    <a:pt x="17636" y="1"/>
                    <a:pt x="166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84;p44">
              <a:extLst>
                <a:ext uri="{FF2B5EF4-FFF2-40B4-BE49-F238E27FC236}">
                  <a16:creationId xmlns:a16="http://schemas.microsoft.com/office/drawing/2014/main" id="{7DEDA081-1496-4139-AE81-6BCAB7E22042}"/>
                </a:ext>
              </a:extLst>
            </p:cNvPr>
            <p:cNvSpPr/>
            <p:nvPr/>
          </p:nvSpPr>
          <p:spPr>
            <a:xfrm>
              <a:off x="873353" y="3060942"/>
              <a:ext cx="52292" cy="521169"/>
            </a:xfrm>
            <a:custGeom>
              <a:avLst/>
              <a:gdLst/>
              <a:ahLst/>
              <a:cxnLst/>
              <a:rect l="l" t="t" r="r" b="b"/>
              <a:pathLst>
                <a:path w="3547" h="35351" extrusionOk="0">
                  <a:moveTo>
                    <a:pt x="310" y="1"/>
                  </a:moveTo>
                  <a:cubicBezTo>
                    <a:pt x="293" y="1"/>
                    <a:pt x="276" y="2"/>
                    <a:pt x="259" y="6"/>
                  </a:cubicBezTo>
                  <a:cubicBezTo>
                    <a:pt x="103" y="33"/>
                    <a:pt x="0" y="182"/>
                    <a:pt x="28" y="337"/>
                  </a:cubicBezTo>
                  <a:cubicBezTo>
                    <a:pt x="45" y="427"/>
                    <a:pt x="1652" y="9427"/>
                    <a:pt x="892" y="13702"/>
                  </a:cubicBezTo>
                  <a:cubicBezTo>
                    <a:pt x="358" y="16705"/>
                    <a:pt x="897" y="26699"/>
                    <a:pt x="1443" y="28756"/>
                  </a:cubicBezTo>
                  <a:cubicBezTo>
                    <a:pt x="2137" y="31377"/>
                    <a:pt x="2306" y="34433"/>
                    <a:pt x="1369" y="34800"/>
                  </a:cubicBezTo>
                  <a:cubicBezTo>
                    <a:pt x="1241" y="34850"/>
                    <a:pt x="1166" y="34983"/>
                    <a:pt x="1192" y="35119"/>
                  </a:cubicBezTo>
                  <a:cubicBezTo>
                    <a:pt x="1217" y="35253"/>
                    <a:pt x="1334" y="35351"/>
                    <a:pt x="1471" y="35351"/>
                  </a:cubicBezTo>
                  <a:cubicBezTo>
                    <a:pt x="1472" y="35351"/>
                    <a:pt x="1472" y="35351"/>
                    <a:pt x="1473" y="35351"/>
                  </a:cubicBezTo>
                  <a:cubicBezTo>
                    <a:pt x="1508" y="35351"/>
                    <a:pt x="1544" y="35344"/>
                    <a:pt x="1577" y="35331"/>
                  </a:cubicBezTo>
                  <a:cubicBezTo>
                    <a:pt x="3546" y="34561"/>
                    <a:pt x="2010" y="28669"/>
                    <a:pt x="1995" y="28610"/>
                  </a:cubicBezTo>
                  <a:cubicBezTo>
                    <a:pt x="1458" y="26587"/>
                    <a:pt x="929" y="16757"/>
                    <a:pt x="1454" y="13802"/>
                  </a:cubicBezTo>
                  <a:cubicBezTo>
                    <a:pt x="2231" y="9427"/>
                    <a:pt x="658" y="609"/>
                    <a:pt x="590" y="236"/>
                  </a:cubicBezTo>
                  <a:cubicBezTo>
                    <a:pt x="565" y="98"/>
                    <a:pt x="445" y="1"/>
                    <a:pt x="3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85;p44">
              <a:extLst>
                <a:ext uri="{FF2B5EF4-FFF2-40B4-BE49-F238E27FC236}">
                  <a16:creationId xmlns:a16="http://schemas.microsoft.com/office/drawing/2014/main" id="{DAE062EB-115F-4347-BE74-302920EE51DC}"/>
                </a:ext>
              </a:extLst>
            </p:cNvPr>
            <p:cNvSpPr/>
            <p:nvPr/>
          </p:nvSpPr>
          <p:spPr>
            <a:xfrm>
              <a:off x="707586" y="2858598"/>
              <a:ext cx="230193" cy="223809"/>
            </a:xfrm>
            <a:custGeom>
              <a:avLst/>
              <a:gdLst/>
              <a:ahLst/>
              <a:cxnLst/>
              <a:rect l="l" t="t" r="r" b="b"/>
              <a:pathLst>
                <a:path w="15614" h="15181" extrusionOk="0">
                  <a:moveTo>
                    <a:pt x="7579" y="0"/>
                  </a:moveTo>
                  <a:cubicBezTo>
                    <a:pt x="7504" y="0"/>
                    <a:pt x="7437" y="7"/>
                    <a:pt x="7377" y="21"/>
                  </a:cubicBezTo>
                  <a:cubicBezTo>
                    <a:pt x="6243" y="280"/>
                    <a:pt x="5116" y="946"/>
                    <a:pt x="5116" y="946"/>
                  </a:cubicBezTo>
                  <a:cubicBezTo>
                    <a:pt x="5116" y="946"/>
                    <a:pt x="5091" y="945"/>
                    <a:pt x="5048" y="945"/>
                  </a:cubicBezTo>
                  <a:cubicBezTo>
                    <a:pt x="4754" y="945"/>
                    <a:pt x="3591" y="991"/>
                    <a:pt x="3178" y="1705"/>
                  </a:cubicBezTo>
                  <a:cubicBezTo>
                    <a:pt x="2701" y="2523"/>
                    <a:pt x="1" y="6784"/>
                    <a:pt x="1" y="6784"/>
                  </a:cubicBezTo>
                  <a:lnTo>
                    <a:pt x="3530" y="15181"/>
                  </a:lnTo>
                  <a:lnTo>
                    <a:pt x="7619" y="11387"/>
                  </a:lnTo>
                  <a:lnTo>
                    <a:pt x="11553" y="14011"/>
                  </a:lnTo>
                  <a:lnTo>
                    <a:pt x="13128" y="10497"/>
                  </a:lnTo>
                  <a:lnTo>
                    <a:pt x="15613" y="13955"/>
                  </a:lnTo>
                  <a:cubicBezTo>
                    <a:pt x="15613" y="13955"/>
                    <a:pt x="14365" y="6094"/>
                    <a:pt x="13525" y="4076"/>
                  </a:cubicBezTo>
                  <a:cubicBezTo>
                    <a:pt x="12729" y="2163"/>
                    <a:pt x="8938" y="0"/>
                    <a:pt x="757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86;p44">
              <a:extLst>
                <a:ext uri="{FF2B5EF4-FFF2-40B4-BE49-F238E27FC236}">
                  <a16:creationId xmlns:a16="http://schemas.microsoft.com/office/drawing/2014/main" id="{4623CCA9-95D1-430E-A964-CB11559B4765}"/>
                </a:ext>
              </a:extLst>
            </p:cNvPr>
            <p:cNvSpPr/>
            <p:nvPr/>
          </p:nvSpPr>
          <p:spPr>
            <a:xfrm>
              <a:off x="703163" y="2854411"/>
              <a:ext cx="239068" cy="232198"/>
            </a:xfrm>
            <a:custGeom>
              <a:avLst/>
              <a:gdLst/>
              <a:ahLst/>
              <a:cxnLst/>
              <a:rect l="l" t="t" r="r" b="b"/>
              <a:pathLst>
                <a:path w="16216" h="15750" extrusionOk="0">
                  <a:moveTo>
                    <a:pt x="7882" y="568"/>
                  </a:moveTo>
                  <a:cubicBezTo>
                    <a:pt x="9019" y="568"/>
                    <a:pt x="12793" y="2625"/>
                    <a:pt x="13561" y="4469"/>
                  </a:cubicBezTo>
                  <a:cubicBezTo>
                    <a:pt x="14183" y="5961"/>
                    <a:pt x="15047" y="10803"/>
                    <a:pt x="15433" y="13080"/>
                  </a:cubicBezTo>
                  <a:lnTo>
                    <a:pt x="13660" y="10614"/>
                  </a:lnTo>
                  <a:cubicBezTo>
                    <a:pt x="13605" y="10539"/>
                    <a:pt x="13519" y="10495"/>
                    <a:pt x="13427" y="10495"/>
                  </a:cubicBezTo>
                  <a:cubicBezTo>
                    <a:pt x="13417" y="10495"/>
                    <a:pt x="13408" y="10496"/>
                    <a:pt x="13399" y="10497"/>
                  </a:cubicBezTo>
                  <a:cubicBezTo>
                    <a:pt x="13298" y="10506"/>
                    <a:pt x="13210" y="10571"/>
                    <a:pt x="13168" y="10663"/>
                  </a:cubicBezTo>
                  <a:lnTo>
                    <a:pt x="11731" y="13870"/>
                  </a:lnTo>
                  <a:lnTo>
                    <a:pt x="8077" y="11434"/>
                  </a:lnTo>
                  <a:cubicBezTo>
                    <a:pt x="8029" y="11401"/>
                    <a:pt x="7973" y="11385"/>
                    <a:pt x="7918" y="11385"/>
                  </a:cubicBezTo>
                  <a:cubicBezTo>
                    <a:pt x="7848" y="11385"/>
                    <a:pt x="7778" y="11411"/>
                    <a:pt x="7724" y="11461"/>
                  </a:cubicBezTo>
                  <a:lnTo>
                    <a:pt x="3935" y="14978"/>
                  </a:lnTo>
                  <a:lnTo>
                    <a:pt x="622" y="7095"/>
                  </a:lnTo>
                  <a:cubicBezTo>
                    <a:pt x="1080" y="6370"/>
                    <a:pt x="3292" y="2876"/>
                    <a:pt x="3724" y="2131"/>
                  </a:cubicBezTo>
                  <a:cubicBezTo>
                    <a:pt x="4024" y="1616"/>
                    <a:pt x="4935" y="1514"/>
                    <a:pt x="5337" y="1514"/>
                  </a:cubicBezTo>
                  <a:cubicBezTo>
                    <a:pt x="5361" y="1514"/>
                    <a:pt x="5384" y="1514"/>
                    <a:pt x="5404" y="1515"/>
                  </a:cubicBezTo>
                  <a:cubicBezTo>
                    <a:pt x="5409" y="1515"/>
                    <a:pt x="5414" y="1515"/>
                    <a:pt x="5420" y="1515"/>
                  </a:cubicBezTo>
                  <a:cubicBezTo>
                    <a:pt x="5470" y="1515"/>
                    <a:pt x="5518" y="1501"/>
                    <a:pt x="5561" y="1475"/>
                  </a:cubicBezTo>
                  <a:cubicBezTo>
                    <a:pt x="5571" y="1469"/>
                    <a:pt x="6665" y="829"/>
                    <a:pt x="7740" y="582"/>
                  </a:cubicBezTo>
                  <a:cubicBezTo>
                    <a:pt x="7781" y="573"/>
                    <a:pt x="7829" y="568"/>
                    <a:pt x="7882" y="568"/>
                  </a:cubicBezTo>
                  <a:close/>
                  <a:moveTo>
                    <a:pt x="7861" y="1"/>
                  </a:moveTo>
                  <a:cubicBezTo>
                    <a:pt x="7770" y="1"/>
                    <a:pt x="7686" y="9"/>
                    <a:pt x="7613" y="26"/>
                  </a:cubicBezTo>
                  <a:cubicBezTo>
                    <a:pt x="6601" y="258"/>
                    <a:pt x="5613" y="789"/>
                    <a:pt x="5341" y="943"/>
                  </a:cubicBezTo>
                  <a:cubicBezTo>
                    <a:pt x="4994" y="943"/>
                    <a:pt x="3720" y="1004"/>
                    <a:pt x="3231" y="1844"/>
                  </a:cubicBezTo>
                  <a:cubicBezTo>
                    <a:pt x="2763" y="2648"/>
                    <a:pt x="87" y="6872"/>
                    <a:pt x="60" y="6916"/>
                  </a:cubicBezTo>
                  <a:cubicBezTo>
                    <a:pt x="10" y="6994"/>
                    <a:pt x="1" y="7093"/>
                    <a:pt x="37" y="7179"/>
                  </a:cubicBezTo>
                  <a:lnTo>
                    <a:pt x="3567" y="15575"/>
                  </a:lnTo>
                  <a:cubicBezTo>
                    <a:pt x="3603" y="15661"/>
                    <a:pt x="3679" y="15724"/>
                    <a:pt x="3770" y="15743"/>
                  </a:cubicBezTo>
                  <a:cubicBezTo>
                    <a:pt x="3790" y="15747"/>
                    <a:pt x="3809" y="15750"/>
                    <a:pt x="3830" y="15750"/>
                  </a:cubicBezTo>
                  <a:cubicBezTo>
                    <a:pt x="3902" y="15750"/>
                    <a:pt x="3971" y="15722"/>
                    <a:pt x="4024" y="15674"/>
                  </a:cubicBezTo>
                  <a:lnTo>
                    <a:pt x="7947" y="12034"/>
                  </a:lnTo>
                  <a:lnTo>
                    <a:pt x="11695" y="14533"/>
                  </a:lnTo>
                  <a:cubicBezTo>
                    <a:pt x="11744" y="14566"/>
                    <a:pt x="11799" y="14581"/>
                    <a:pt x="11853" y="14581"/>
                  </a:cubicBezTo>
                  <a:cubicBezTo>
                    <a:pt x="11961" y="14581"/>
                    <a:pt x="12066" y="14520"/>
                    <a:pt x="12114" y="14412"/>
                  </a:cubicBezTo>
                  <a:lnTo>
                    <a:pt x="13485" y="11350"/>
                  </a:lnTo>
                  <a:lnTo>
                    <a:pt x="15681" y="14405"/>
                  </a:lnTo>
                  <a:cubicBezTo>
                    <a:pt x="15736" y="14482"/>
                    <a:pt x="15823" y="14524"/>
                    <a:pt x="15913" y="14524"/>
                  </a:cubicBezTo>
                  <a:cubicBezTo>
                    <a:pt x="15949" y="14524"/>
                    <a:pt x="15986" y="14517"/>
                    <a:pt x="16021" y="14503"/>
                  </a:cubicBezTo>
                  <a:cubicBezTo>
                    <a:pt x="16144" y="14452"/>
                    <a:pt x="16216" y="14324"/>
                    <a:pt x="16195" y="14193"/>
                  </a:cubicBezTo>
                  <a:cubicBezTo>
                    <a:pt x="16144" y="13871"/>
                    <a:pt x="14932" y="6276"/>
                    <a:pt x="14088" y="4250"/>
                  </a:cubicBezTo>
                  <a:cubicBezTo>
                    <a:pt x="13253" y="2244"/>
                    <a:pt x="9374" y="1"/>
                    <a:pt x="78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87;p44">
              <a:extLst>
                <a:ext uri="{FF2B5EF4-FFF2-40B4-BE49-F238E27FC236}">
                  <a16:creationId xmlns:a16="http://schemas.microsoft.com/office/drawing/2014/main" id="{374CE8EF-B3A8-4CD9-AACA-4A4FDD610CBE}"/>
                </a:ext>
              </a:extLst>
            </p:cNvPr>
            <p:cNvSpPr/>
            <p:nvPr/>
          </p:nvSpPr>
          <p:spPr>
            <a:xfrm>
              <a:off x="775638" y="2785135"/>
              <a:ext cx="114580" cy="280038"/>
            </a:xfrm>
            <a:custGeom>
              <a:avLst/>
              <a:gdLst/>
              <a:ahLst/>
              <a:cxnLst/>
              <a:rect l="l" t="t" r="r" b="b"/>
              <a:pathLst>
                <a:path w="7772" h="18995" extrusionOk="0">
                  <a:moveTo>
                    <a:pt x="498" y="1"/>
                  </a:moveTo>
                  <a:cubicBezTo>
                    <a:pt x="498" y="1"/>
                    <a:pt x="1" y="5123"/>
                    <a:pt x="31" y="7234"/>
                  </a:cubicBezTo>
                  <a:cubicBezTo>
                    <a:pt x="61" y="9346"/>
                    <a:pt x="2407" y="14429"/>
                    <a:pt x="3068" y="15231"/>
                  </a:cubicBezTo>
                  <a:cubicBezTo>
                    <a:pt x="3729" y="16035"/>
                    <a:pt x="6937" y="18994"/>
                    <a:pt x="6937" y="18994"/>
                  </a:cubicBezTo>
                  <a:cubicBezTo>
                    <a:pt x="6937" y="18994"/>
                    <a:pt x="7362" y="14522"/>
                    <a:pt x="7501" y="12895"/>
                  </a:cubicBezTo>
                  <a:cubicBezTo>
                    <a:pt x="7640" y="11269"/>
                    <a:pt x="7772" y="9075"/>
                    <a:pt x="7772" y="9075"/>
                  </a:cubicBezTo>
                  <a:cubicBezTo>
                    <a:pt x="7772" y="9075"/>
                    <a:pt x="4320" y="6199"/>
                    <a:pt x="3237" y="4265"/>
                  </a:cubicBezTo>
                  <a:cubicBezTo>
                    <a:pt x="2155" y="2331"/>
                    <a:pt x="498" y="1"/>
                    <a:pt x="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88;p44">
              <a:extLst>
                <a:ext uri="{FF2B5EF4-FFF2-40B4-BE49-F238E27FC236}">
                  <a16:creationId xmlns:a16="http://schemas.microsoft.com/office/drawing/2014/main" id="{6121653B-A696-42C2-8144-BCC1255643F6}"/>
                </a:ext>
              </a:extLst>
            </p:cNvPr>
            <p:cNvSpPr/>
            <p:nvPr/>
          </p:nvSpPr>
          <p:spPr>
            <a:xfrm>
              <a:off x="771451" y="2780919"/>
              <a:ext cx="123057" cy="288456"/>
            </a:xfrm>
            <a:custGeom>
              <a:avLst/>
              <a:gdLst/>
              <a:ahLst/>
              <a:cxnLst/>
              <a:rect l="l" t="t" r="r" b="b"/>
              <a:pathLst>
                <a:path w="8347" h="19566" extrusionOk="0">
                  <a:moveTo>
                    <a:pt x="994" y="1092"/>
                  </a:moveTo>
                  <a:cubicBezTo>
                    <a:pt x="1560" y="1918"/>
                    <a:pt x="2551" y="3402"/>
                    <a:pt x="3272" y="4691"/>
                  </a:cubicBezTo>
                  <a:cubicBezTo>
                    <a:pt x="4270" y="6474"/>
                    <a:pt x="7149" y="8966"/>
                    <a:pt x="7762" y="9486"/>
                  </a:cubicBezTo>
                  <a:cubicBezTo>
                    <a:pt x="7731" y="9999"/>
                    <a:pt x="7618" y="11790"/>
                    <a:pt x="7500" y="13156"/>
                  </a:cubicBezTo>
                  <a:cubicBezTo>
                    <a:pt x="7392" y="14423"/>
                    <a:pt x="7111" y="17417"/>
                    <a:pt x="6992" y="18678"/>
                  </a:cubicBezTo>
                  <a:cubicBezTo>
                    <a:pt x="6100" y="17847"/>
                    <a:pt x="4070" y="15943"/>
                    <a:pt x="3572" y="15336"/>
                  </a:cubicBezTo>
                  <a:cubicBezTo>
                    <a:pt x="2973" y="14610"/>
                    <a:pt x="630" y="9570"/>
                    <a:pt x="600" y="7516"/>
                  </a:cubicBezTo>
                  <a:cubicBezTo>
                    <a:pt x="578" y="5936"/>
                    <a:pt x="858" y="2605"/>
                    <a:pt x="994" y="1092"/>
                  </a:cubicBezTo>
                  <a:close/>
                  <a:moveTo>
                    <a:pt x="783" y="1"/>
                  </a:moveTo>
                  <a:cubicBezTo>
                    <a:pt x="647" y="1"/>
                    <a:pt x="513" y="97"/>
                    <a:pt x="497" y="258"/>
                  </a:cubicBezTo>
                  <a:cubicBezTo>
                    <a:pt x="476" y="468"/>
                    <a:pt x="0" y="5422"/>
                    <a:pt x="29" y="7525"/>
                  </a:cubicBezTo>
                  <a:cubicBezTo>
                    <a:pt x="61" y="9784"/>
                    <a:pt x="2470" y="14897"/>
                    <a:pt x="3131" y="15699"/>
                  </a:cubicBezTo>
                  <a:cubicBezTo>
                    <a:pt x="3798" y="16508"/>
                    <a:pt x="6896" y="19369"/>
                    <a:pt x="7028" y="19490"/>
                  </a:cubicBezTo>
                  <a:cubicBezTo>
                    <a:pt x="7081" y="19539"/>
                    <a:pt x="7149" y="19566"/>
                    <a:pt x="7221" y="19566"/>
                  </a:cubicBezTo>
                  <a:cubicBezTo>
                    <a:pt x="7368" y="19566"/>
                    <a:pt x="7491" y="19454"/>
                    <a:pt x="7505" y="19307"/>
                  </a:cubicBezTo>
                  <a:cubicBezTo>
                    <a:pt x="7505" y="19307"/>
                    <a:pt x="7929" y="14833"/>
                    <a:pt x="8069" y="13206"/>
                  </a:cubicBezTo>
                  <a:cubicBezTo>
                    <a:pt x="8207" y="11595"/>
                    <a:pt x="8340" y="9400"/>
                    <a:pt x="8341" y="9378"/>
                  </a:cubicBezTo>
                  <a:cubicBezTo>
                    <a:pt x="8346" y="9287"/>
                    <a:pt x="8308" y="9199"/>
                    <a:pt x="8238" y="9141"/>
                  </a:cubicBezTo>
                  <a:cubicBezTo>
                    <a:pt x="8204" y="9113"/>
                    <a:pt x="4815" y="6278"/>
                    <a:pt x="3770" y="4412"/>
                  </a:cubicBezTo>
                  <a:cubicBezTo>
                    <a:pt x="2692" y="2487"/>
                    <a:pt x="1030" y="144"/>
                    <a:pt x="1013" y="121"/>
                  </a:cubicBezTo>
                  <a:cubicBezTo>
                    <a:pt x="954" y="39"/>
                    <a:pt x="868" y="1"/>
                    <a:pt x="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89;p44">
              <a:extLst>
                <a:ext uri="{FF2B5EF4-FFF2-40B4-BE49-F238E27FC236}">
                  <a16:creationId xmlns:a16="http://schemas.microsoft.com/office/drawing/2014/main" id="{874CDE12-E57E-4C1A-93C3-6EF814C3AD97}"/>
                </a:ext>
              </a:extLst>
            </p:cNvPr>
            <p:cNvSpPr/>
            <p:nvPr/>
          </p:nvSpPr>
          <p:spPr>
            <a:xfrm>
              <a:off x="672321" y="2516789"/>
              <a:ext cx="363836" cy="346690"/>
            </a:xfrm>
            <a:custGeom>
              <a:avLst/>
              <a:gdLst/>
              <a:ahLst/>
              <a:cxnLst/>
              <a:rect l="l" t="t" r="r" b="b"/>
              <a:pathLst>
                <a:path w="24679" h="23516" extrusionOk="0">
                  <a:moveTo>
                    <a:pt x="12855" y="1"/>
                  </a:moveTo>
                  <a:cubicBezTo>
                    <a:pt x="9343" y="1"/>
                    <a:pt x="4767" y="2121"/>
                    <a:pt x="2618" y="5683"/>
                  </a:cubicBezTo>
                  <a:cubicBezTo>
                    <a:pt x="0" y="10024"/>
                    <a:pt x="3578" y="16146"/>
                    <a:pt x="3675" y="17200"/>
                  </a:cubicBezTo>
                  <a:cubicBezTo>
                    <a:pt x="3770" y="18255"/>
                    <a:pt x="1585" y="18773"/>
                    <a:pt x="1597" y="19666"/>
                  </a:cubicBezTo>
                  <a:cubicBezTo>
                    <a:pt x="1610" y="20558"/>
                    <a:pt x="2214" y="23069"/>
                    <a:pt x="4980" y="23435"/>
                  </a:cubicBezTo>
                  <a:cubicBezTo>
                    <a:pt x="5399" y="23491"/>
                    <a:pt x="5773" y="23515"/>
                    <a:pt x="6107" y="23515"/>
                  </a:cubicBezTo>
                  <a:cubicBezTo>
                    <a:pt x="7976" y="23515"/>
                    <a:pt x="8581" y="22742"/>
                    <a:pt x="8782" y="22326"/>
                  </a:cubicBezTo>
                  <a:cubicBezTo>
                    <a:pt x="9018" y="21835"/>
                    <a:pt x="15484" y="13866"/>
                    <a:pt x="16449" y="13121"/>
                  </a:cubicBezTo>
                  <a:cubicBezTo>
                    <a:pt x="16805" y="12846"/>
                    <a:pt x="17318" y="12512"/>
                    <a:pt x="17823" y="12200"/>
                  </a:cubicBezTo>
                  <a:cubicBezTo>
                    <a:pt x="18213" y="13954"/>
                    <a:pt x="19644" y="15835"/>
                    <a:pt x="20173" y="15835"/>
                  </a:cubicBezTo>
                  <a:cubicBezTo>
                    <a:pt x="20191" y="15835"/>
                    <a:pt x="20207" y="15833"/>
                    <a:pt x="20222" y="15829"/>
                  </a:cubicBezTo>
                  <a:cubicBezTo>
                    <a:pt x="20870" y="15658"/>
                    <a:pt x="24180" y="14312"/>
                    <a:pt x="24460" y="11059"/>
                  </a:cubicBezTo>
                  <a:cubicBezTo>
                    <a:pt x="24678" y="8503"/>
                    <a:pt x="22356" y="6840"/>
                    <a:pt x="21351" y="6243"/>
                  </a:cubicBezTo>
                  <a:cubicBezTo>
                    <a:pt x="20747" y="3784"/>
                    <a:pt x="18073" y="1345"/>
                    <a:pt x="14968" y="311"/>
                  </a:cubicBezTo>
                  <a:cubicBezTo>
                    <a:pt x="14339" y="102"/>
                    <a:pt x="13622" y="1"/>
                    <a:pt x="128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90;p44">
              <a:extLst>
                <a:ext uri="{FF2B5EF4-FFF2-40B4-BE49-F238E27FC236}">
                  <a16:creationId xmlns:a16="http://schemas.microsoft.com/office/drawing/2014/main" id="{25492659-655A-484A-A367-D7710B6BB219}"/>
                </a:ext>
              </a:extLst>
            </p:cNvPr>
            <p:cNvSpPr/>
            <p:nvPr/>
          </p:nvSpPr>
          <p:spPr>
            <a:xfrm>
              <a:off x="675874" y="2512248"/>
              <a:ext cx="364573" cy="355432"/>
            </a:xfrm>
            <a:custGeom>
              <a:avLst/>
              <a:gdLst/>
              <a:ahLst/>
              <a:cxnLst/>
              <a:rect l="l" t="t" r="r" b="b"/>
              <a:pathLst>
                <a:path w="24729" h="24109" extrusionOk="0">
                  <a:moveTo>
                    <a:pt x="12620" y="596"/>
                  </a:moveTo>
                  <a:cubicBezTo>
                    <a:pt x="13357" y="596"/>
                    <a:pt x="14041" y="691"/>
                    <a:pt x="14637" y="890"/>
                  </a:cubicBezTo>
                  <a:cubicBezTo>
                    <a:pt x="17708" y="1913"/>
                    <a:pt x="20256" y="4269"/>
                    <a:pt x="20832" y="6619"/>
                  </a:cubicBezTo>
                  <a:cubicBezTo>
                    <a:pt x="20851" y="6694"/>
                    <a:pt x="20898" y="6757"/>
                    <a:pt x="20964" y="6798"/>
                  </a:cubicBezTo>
                  <a:cubicBezTo>
                    <a:pt x="21925" y="7367"/>
                    <a:pt x="24139" y="8950"/>
                    <a:pt x="23934" y="11343"/>
                  </a:cubicBezTo>
                  <a:cubicBezTo>
                    <a:pt x="23644" y="14724"/>
                    <a:pt x="19945" y="15853"/>
                    <a:pt x="19938" y="15859"/>
                  </a:cubicBezTo>
                  <a:cubicBezTo>
                    <a:pt x="19615" y="15816"/>
                    <a:pt x="18248" y="14186"/>
                    <a:pt x="17860" y="12447"/>
                  </a:cubicBezTo>
                  <a:cubicBezTo>
                    <a:pt x="17829" y="12309"/>
                    <a:pt x="17708" y="12223"/>
                    <a:pt x="17580" y="12223"/>
                  </a:cubicBezTo>
                  <a:cubicBezTo>
                    <a:pt x="17530" y="12223"/>
                    <a:pt x="17478" y="12237"/>
                    <a:pt x="17431" y="12266"/>
                  </a:cubicBezTo>
                  <a:cubicBezTo>
                    <a:pt x="16821" y="12643"/>
                    <a:pt x="16351" y="12959"/>
                    <a:pt x="16033" y="13204"/>
                  </a:cubicBezTo>
                  <a:cubicBezTo>
                    <a:pt x="15094" y="13928"/>
                    <a:pt x="8577" y="21902"/>
                    <a:pt x="8283" y="22510"/>
                  </a:cubicBezTo>
                  <a:cubicBezTo>
                    <a:pt x="8084" y="22925"/>
                    <a:pt x="7511" y="23539"/>
                    <a:pt x="5877" y="23539"/>
                  </a:cubicBezTo>
                  <a:cubicBezTo>
                    <a:pt x="5554" y="23539"/>
                    <a:pt x="5189" y="23515"/>
                    <a:pt x="4777" y="23460"/>
                  </a:cubicBezTo>
                  <a:cubicBezTo>
                    <a:pt x="2241" y="23123"/>
                    <a:pt x="1654" y="20826"/>
                    <a:pt x="1642" y="19970"/>
                  </a:cubicBezTo>
                  <a:cubicBezTo>
                    <a:pt x="1639" y="19699"/>
                    <a:pt x="2098" y="19379"/>
                    <a:pt x="2503" y="19097"/>
                  </a:cubicBezTo>
                  <a:cubicBezTo>
                    <a:pt x="3103" y="18678"/>
                    <a:pt x="3784" y="18204"/>
                    <a:pt x="3719" y="17482"/>
                  </a:cubicBezTo>
                  <a:cubicBezTo>
                    <a:pt x="3694" y="17217"/>
                    <a:pt x="3520" y="16774"/>
                    <a:pt x="3256" y="16104"/>
                  </a:cubicBezTo>
                  <a:cubicBezTo>
                    <a:pt x="2340" y="13773"/>
                    <a:pt x="634" y="9433"/>
                    <a:pt x="2622" y="6139"/>
                  </a:cubicBezTo>
                  <a:cubicBezTo>
                    <a:pt x="4736" y="2634"/>
                    <a:pt x="9233" y="596"/>
                    <a:pt x="12620" y="596"/>
                  </a:cubicBezTo>
                  <a:close/>
                  <a:moveTo>
                    <a:pt x="12549" y="0"/>
                  </a:moveTo>
                  <a:cubicBezTo>
                    <a:pt x="8568" y="0"/>
                    <a:pt x="3979" y="2784"/>
                    <a:pt x="2132" y="5843"/>
                  </a:cubicBezTo>
                  <a:cubicBezTo>
                    <a:pt x="1" y="9380"/>
                    <a:pt x="1840" y="14062"/>
                    <a:pt x="2725" y="16312"/>
                  </a:cubicBezTo>
                  <a:cubicBezTo>
                    <a:pt x="2943" y="16869"/>
                    <a:pt x="3133" y="17351"/>
                    <a:pt x="3149" y="17534"/>
                  </a:cubicBezTo>
                  <a:cubicBezTo>
                    <a:pt x="3185" y="17925"/>
                    <a:pt x="2672" y="18282"/>
                    <a:pt x="2176" y="18628"/>
                  </a:cubicBezTo>
                  <a:cubicBezTo>
                    <a:pt x="1629" y="19010"/>
                    <a:pt x="1063" y="19404"/>
                    <a:pt x="1071" y="19978"/>
                  </a:cubicBezTo>
                  <a:cubicBezTo>
                    <a:pt x="1084" y="20972"/>
                    <a:pt x="1764" y="23636"/>
                    <a:pt x="4701" y="24026"/>
                  </a:cubicBezTo>
                  <a:cubicBezTo>
                    <a:pt x="5086" y="24079"/>
                    <a:pt x="5474" y="24106"/>
                    <a:pt x="5863" y="24108"/>
                  </a:cubicBezTo>
                  <a:cubicBezTo>
                    <a:pt x="7819" y="24108"/>
                    <a:pt x="8538" y="23298"/>
                    <a:pt x="8797" y="22759"/>
                  </a:cubicBezTo>
                  <a:cubicBezTo>
                    <a:pt x="9005" y="22361"/>
                    <a:pt x="15382" y="14428"/>
                    <a:pt x="16382" y="13655"/>
                  </a:cubicBezTo>
                  <a:cubicBezTo>
                    <a:pt x="16626" y="13467"/>
                    <a:pt x="16969" y="13233"/>
                    <a:pt x="17403" y="12956"/>
                  </a:cubicBezTo>
                  <a:cubicBezTo>
                    <a:pt x="17833" y="14391"/>
                    <a:pt x="18854" y="15882"/>
                    <a:pt x="19546" y="16303"/>
                  </a:cubicBezTo>
                  <a:cubicBezTo>
                    <a:pt x="19684" y="16387"/>
                    <a:pt x="19814" y="16430"/>
                    <a:pt x="19932" y="16430"/>
                  </a:cubicBezTo>
                  <a:cubicBezTo>
                    <a:pt x="19974" y="16430"/>
                    <a:pt x="20015" y="16424"/>
                    <a:pt x="20054" y="16413"/>
                  </a:cubicBezTo>
                  <a:cubicBezTo>
                    <a:pt x="21120" y="16132"/>
                    <a:pt x="24227" y="14602"/>
                    <a:pt x="24502" y="11392"/>
                  </a:cubicBezTo>
                  <a:cubicBezTo>
                    <a:pt x="24729" y="8761"/>
                    <a:pt x="22456" y="7040"/>
                    <a:pt x="21356" y="6367"/>
                  </a:cubicBezTo>
                  <a:cubicBezTo>
                    <a:pt x="20683" y="3875"/>
                    <a:pt x="18014" y="1413"/>
                    <a:pt x="14817" y="348"/>
                  </a:cubicBezTo>
                  <a:cubicBezTo>
                    <a:pt x="14102" y="110"/>
                    <a:pt x="13338" y="0"/>
                    <a:pt x="12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91;p44">
              <a:extLst>
                <a:ext uri="{FF2B5EF4-FFF2-40B4-BE49-F238E27FC236}">
                  <a16:creationId xmlns:a16="http://schemas.microsoft.com/office/drawing/2014/main" id="{BB8F0C6E-96CB-4080-9387-112FE6BE6A31}"/>
                </a:ext>
              </a:extLst>
            </p:cNvPr>
            <p:cNvSpPr/>
            <p:nvPr/>
          </p:nvSpPr>
          <p:spPr>
            <a:xfrm>
              <a:off x="899374" y="2580551"/>
              <a:ext cx="85729" cy="82471"/>
            </a:xfrm>
            <a:custGeom>
              <a:avLst/>
              <a:gdLst/>
              <a:ahLst/>
              <a:cxnLst/>
              <a:rect l="l" t="t" r="r" b="b"/>
              <a:pathLst>
                <a:path w="5815" h="5594" extrusionOk="0">
                  <a:moveTo>
                    <a:pt x="3183" y="0"/>
                  </a:moveTo>
                  <a:cubicBezTo>
                    <a:pt x="3136" y="0"/>
                    <a:pt x="3091" y="3"/>
                    <a:pt x="3049" y="9"/>
                  </a:cubicBezTo>
                  <a:cubicBezTo>
                    <a:pt x="1566" y="201"/>
                    <a:pt x="207" y="3693"/>
                    <a:pt x="56" y="4090"/>
                  </a:cubicBezTo>
                  <a:cubicBezTo>
                    <a:pt x="1" y="4238"/>
                    <a:pt x="75" y="4403"/>
                    <a:pt x="222" y="4459"/>
                  </a:cubicBezTo>
                  <a:cubicBezTo>
                    <a:pt x="256" y="4471"/>
                    <a:pt x="290" y="4477"/>
                    <a:pt x="323" y="4477"/>
                  </a:cubicBezTo>
                  <a:cubicBezTo>
                    <a:pt x="439" y="4477"/>
                    <a:pt x="547" y="4407"/>
                    <a:pt x="591" y="4292"/>
                  </a:cubicBezTo>
                  <a:cubicBezTo>
                    <a:pt x="1112" y="2915"/>
                    <a:pt x="2260" y="686"/>
                    <a:pt x="3123" y="574"/>
                  </a:cubicBezTo>
                  <a:cubicBezTo>
                    <a:pt x="3138" y="572"/>
                    <a:pt x="3160" y="570"/>
                    <a:pt x="3187" y="570"/>
                  </a:cubicBezTo>
                  <a:cubicBezTo>
                    <a:pt x="3298" y="570"/>
                    <a:pt x="3498" y="615"/>
                    <a:pt x="3736" y="949"/>
                  </a:cubicBezTo>
                  <a:cubicBezTo>
                    <a:pt x="5162" y="2949"/>
                    <a:pt x="4281" y="5177"/>
                    <a:pt x="4271" y="5199"/>
                  </a:cubicBezTo>
                  <a:cubicBezTo>
                    <a:pt x="4194" y="5387"/>
                    <a:pt x="4333" y="5594"/>
                    <a:pt x="4536" y="5594"/>
                  </a:cubicBezTo>
                  <a:cubicBezTo>
                    <a:pt x="4651" y="5594"/>
                    <a:pt x="4756" y="5523"/>
                    <a:pt x="4799" y="5416"/>
                  </a:cubicBezTo>
                  <a:cubicBezTo>
                    <a:pt x="4842" y="5313"/>
                    <a:pt x="5815" y="2880"/>
                    <a:pt x="4201" y="617"/>
                  </a:cubicBezTo>
                  <a:cubicBezTo>
                    <a:pt x="3849" y="124"/>
                    <a:pt x="3473" y="0"/>
                    <a:pt x="3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692;p44">
              <a:extLst>
                <a:ext uri="{FF2B5EF4-FFF2-40B4-BE49-F238E27FC236}">
                  <a16:creationId xmlns:a16="http://schemas.microsoft.com/office/drawing/2014/main" id="{060BC22A-39A3-4949-88D3-F09F02B2CB5F}"/>
                </a:ext>
              </a:extLst>
            </p:cNvPr>
            <p:cNvSpPr/>
            <p:nvPr/>
          </p:nvSpPr>
          <p:spPr>
            <a:xfrm>
              <a:off x="724761" y="2714842"/>
              <a:ext cx="21834" cy="11765"/>
            </a:xfrm>
            <a:custGeom>
              <a:avLst/>
              <a:gdLst/>
              <a:ahLst/>
              <a:cxnLst/>
              <a:rect l="l" t="t" r="r" b="b"/>
              <a:pathLst>
                <a:path w="1481" h="798" extrusionOk="0">
                  <a:moveTo>
                    <a:pt x="323" y="1"/>
                  </a:moveTo>
                  <a:cubicBezTo>
                    <a:pt x="208" y="1"/>
                    <a:pt x="100" y="70"/>
                    <a:pt x="57" y="184"/>
                  </a:cubicBezTo>
                  <a:cubicBezTo>
                    <a:pt x="0" y="331"/>
                    <a:pt x="74" y="496"/>
                    <a:pt x="221" y="553"/>
                  </a:cubicBezTo>
                  <a:cubicBezTo>
                    <a:pt x="494" y="657"/>
                    <a:pt x="802" y="737"/>
                    <a:pt x="1136" y="793"/>
                  </a:cubicBezTo>
                  <a:cubicBezTo>
                    <a:pt x="1152" y="796"/>
                    <a:pt x="1168" y="797"/>
                    <a:pt x="1183" y="797"/>
                  </a:cubicBezTo>
                  <a:cubicBezTo>
                    <a:pt x="1332" y="797"/>
                    <a:pt x="1456" y="683"/>
                    <a:pt x="1468" y="534"/>
                  </a:cubicBezTo>
                  <a:cubicBezTo>
                    <a:pt x="1481" y="386"/>
                    <a:pt x="1377" y="254"/>
                    <a:pt x="1230" y="230"/>
                  </a:cubicBezTo>
                  <a:cubicBezTo>
                    <a:pt x="932" y="181"/>
                    <a:pt x="661" y="110"/>
                    <a:pt x="425" y="20"/>
                  </a:cubicBezTo>
                  <a:cubicBezTo>
                    <a:pt x="392" y="7"/>
                    <a:pt x="357" y="1"/>
                    <a:pt x="3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693;p44">
              <a:extLst>
                <a:ext uri="{FF2B5EF4-FFF2-40B4-BE49-F238E27FC236}">
                  <a16:creationId xmlns:a16="http://schemas.microsoft.com/office/drawing/2014/main" id="{628375AC-6771-49FA-B509-C8A18C45402E}"/>
                </a:ext>
              </a:extLst>
            </p:cNvPr>
            <p:cNvSpPr/>
            <p:nvPr/>
          </p:nvSpPr>
          <p:spPr>
            <a:xfrm>
              <a:off x="764508" y="2591284"/>
              <a:ext cx="133879" cy="135810"/>
            </a:xfrm>
            <a:custGeom>
              <a:avLst/>
              <a:gdLst/>
              <a:ahLst/>
              <a:cxnLst/>
              <a:rect l="l" t="t" r="r" b="b"/>
              <a:pathLst>
                <a:path w="9081" h="9212" extrusionOk="0">
                  <a:moveTo>
                    <a:pt x="8755" y="1"/>
                  </a:moveTo>
                  <a:cubicBezTo>
                    <a:pt x="8657" y="1"/>
                    <a:pt x="8562" y="51"/>
                    <a:pt x="8509" y="141"/>
                  </a:cubicBezTo>
                  <a:cubicBezTo>
                    <a:pt x="8489" y="175"/>
                    <a:pt x="6526" y="3545"/>
                    <a:pt x="4582" y="6215"/>
                  </a:cubicBezTo>
                  <a:cubicBezTo>
                    <a:pt x="3244" y="8052"/>
                    <a:pt x="1303" y="8525"/>
                    <a:pt x="263" y="8643"/>
                  </a:cubicBezTo>
                  <a:cubicBezTo>
                    <a:pt x="112" y="8659"/>
                    <a:pt x="0" y="8791"/>
                    <a:pt x="9" y="8942"/>
                  </a:cubicBezTo>
                  <a:cubicBezTo>
                    <a:pt x="18" y="9094"/>
                    <a:pt x="143" y="9212"/>
                    <a:pt x="294" y="9212"/>
                  </a:cubicBezTo>
                  <a:cubicBezTo>
                    <a:pt x="295" y="9212"/>
                    <a:pt x="295" y="9212"/>
                    <a:pt x="296" y="9212"/>
                  </a:cubicBezTo>
                  <a:cubicBezTo>
                    <a:pt x="307" y="9212"/>
                    <a:pt x="318" y="9211"/>
                    <a:pt x="329" y="9210"/>
                  </a:cubicBezTo>
                  <a:cubicBezTo>
                    <a:pt x="1460" y="9081"/>
                    <a:pt x="3578" y="8564"/>
                    <a:pt x="5044" y="6551"/>
                  </a:cubicBezTo>
                  <a:cubicBezTo>
                    <a:pt x="7006" y="3857"/>
                    <a:pt x="8983" y="462"/>
                    <a:pt x="9003" y="428"/>
                  </a:cubicBezTo>
                  <a:cubicBezTo>
                    <a:pt x="9080" y="292"/>
                    <a:pt x="9035" y="118"/>
                    <a:pt x="8899" y="40"/>
                  </a:cubicBezTo>
                  <a:cubicBezTo>
                    <a:pt x="8853" y="13"/>
                    <a:pt x="8804" y="1"/>
                    <a:pt x="87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694;p44">
              <a:extLst>
                <a:ext uri="{FF2B5EF4-FFF2-40B4-BE49-F238E27FC236}">
                  <a16:creationId xmlns:a16="http://schemas.microsoft.com/office/drawing/2014/main" id="{87D5B30F-08FC-4510-AF1B-23E630C583AE}"/>
                </a:ext>
              </a:extLst>
            </p:cNvPr>
            <p:cNvSpPr/>
            <p:nvPr/>
          </p:nvSpPr>
          <p:spPr>
            <a:xfrm>
              <a:off x="883408" y="2548662"/>
              <a:ext cx="33776" cy="10615"/>
            </a:xfrm>
            <a:custGeom>
              <a:avLst/>
              <a:gdLst/>
              <a:ahLst/>
              <a:cxnLst/>
              <a:rect l="l" t="t" r="r" b="b"/>
              <a:pathLst>
                <a:path w="2291" h="720" extrusionOk="0">
                  <a:moveTo>
                    <a:pt x="1540" y="0"/>
                  </a:moveTo>
                  <a:cubicBezTo>
                    <a:pt x="1092" y="0"/>
                    <a:pt x="654" y="52"/>
                    <a:pt x="234" y="156"/>
                  </a:cubicBezTo>
                  <a:cubicBezTo>
                    <a:pt x="93" y="191"/>
                    <a:pt x="1" y="325"/>
                    <a:pt x="17" y="468"/>
                  </a:cubicBezTo>
                  <a:cubicBezTo>
                    <a:pt x="35" y="612"/>
                    <a:pt x="156" y="719"/>
                    <a:pt x="301" y="719"/>
                  </a:cubicBezTo>
                  <a:cubicBezTo>
                    <a:pt x="325" y="719"/>
                    <a:pt x="348" y="716"/>
                    <a:pt x="371" y="711"/>
                  </a:cubicBezTo>
                  <a:cubicBezTo>
                    <a:pt x="747" y="617"/>
                    <a:pt x="1128" y="570"/>
                    <a:pt x="1524" y="570"/>
                  </a:cubicBezTo>
                  <a:cubicBezTo>
                    <a:pt x="1670" y="570"/>
                    <a:pt x="1819" y="576"/>
                    <a:pt x="1970" y="589"/>
                  </a:cubicBezTo>
                  <a:cubicBezTo>
                    <a:pt x="1977" y="590"/>
                    <a:pt x="1985" y="590"/>
                    <a:pt x="1992" y="590"/>
                  </a:cubicBezTo>
                  <a:cubicBezTo>
                    <a:pt x="2140" y="590"/>
                    <a:pt x="2266" y="477"/>
                    <a:pt x="2277" y="327"/>
                  </a:cubicBezTo>
                  <a:cubicBezTo>
                    <a:pt x="2290" y="169"/>
                    <a:pt x="2173" y="32"/>
                    <a:pt x="2016" y="19"/>
                  </a:cubicBezTo>
                  <a:cubicBezTo>
                    <a:pt x="1856" y="7"/>
                    <a:pt x="1697" y="0"/>
                    <a:pt x="15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695;p44">
              <a:extLst>
                <a:ext uri="{FF2B5EF4-FFF2-40B4-BE49-F238E27FC236}">
                  <a16:creationId xmlns:a16="http://schemas.microsoft.com/office/drawing/2014/main" id="{7664092B-EB1E-4194-B635-50CA3B448218}"/>
                </a:ext>
              </a:extLst>
            </p:cNvPr>
            <p:cNvSpPr/>
            <p:nvPr/>
          </p:nvSpPr>
          <p:spPr>
            <a:xfrm>
              <a:off x="704416" y="2562005"/>
              <a:ext cx="162878" cy="97435"/>
            </a:xfrm>
            <a:custGeom>
              <a:avLst/>
              <a:gdLst/>
              <a:ahLst/>
              <a:cxnLst/>
              <a:rect l="l" t="t" r="r" b="b"/>
              <a:pathLst>
                <a:path w="11048" h="6609" extrusionOk="0">
                  <a:moveTo>
                    <a:pt x="10721" y="1"/>
                  </a:moveTo>
                  <a:cubicBezTo>
                    <a:pt x="10667" y="1"/>
                    <a:pt x="10613" y="16"/>
                    <a:pt x="10566" y="47"/>
                  </a:cubicBezTo>
                  <a:cubicBezTo>
                    <a:pt x="9578" y="674"/>
                    <a:pt x="8720" y="1527"/>
                    <a:pt x="7810" y="2429"/>
                  </a:cubicBezTo>
                  <a:cubicBezTo>
                    <a:pt x="7223" y="3013"/>
                    <a:pt x="6617" y="3616"/>
                    <a:pt x="5965" y="4160"/>
                  </a:cubicBezTo>
                  <a:cubicBezTo>
                    <a:pt x="3921" y="5869"/>
                    <a:pt x="1514" y="6034"/>
                    <a:pt x="652" y="6034"/>
                  </a:cubicBezTo>
                  <a:cubicBezTo>
                    <a:pt x="448" y="6034"/>
                    <a:pt x="330" y="6024"/>
                    <a:pt x="325" y="6024"/>
                  </a:cubicBezTo>
                  <a:cubicBezTo>
                    <a:pt x="316" y="6023"/>
                    <a:pt x="307" y="6023"/>
                    <a:pt x="299" y="6023"/>
                  </a:cubicBezTo>
                  <a:cubicBezTo>
                    <a:pt x="153" y="6023"/>
                    <a:pt x="28" y="6134"/>
                    <a:pt x="15" y="6283"/>
                  </a:cubicBezTo>
                  <a:cubicBezTo>
                    <a:pt x="1" y="6440"/>
                    <a:pt x="116" y="6579"/>
                    <a:pt x="274" y="6593"/>
                  </a:cubicBezTo>
                  <a:cubicBezTo>
                    <a:pt x="301" y="6595"/>
                    <a:pt x="453" y="6608"/>
                    <a:pt x="702" y="6608"/>
                  </a:cubicBezTo>
                  <a:cubicBezTo>
                    <a:pt x="1684" y="6608"/>
                    <a:pt x="4164" y="6410"/>
                    <a:pt x="6330" y="4598"/>
                  </a:cubicBezTo>
                  <a:cubicBezTo>
                    <a:pt x="7001" y="4038"/>
                    <a:pt x="7616" y="3426"/>
                    <a:pt x="8212" y="2835"/>
                  </a:cubicBezTo>
                  <a:cubicBezTo>
                    <a:pt x="9099" y="1954"/>
                    <a:pt x="9936" y="1123"/>
                    <a:pt x="10871" y="529"/>
                  </a:cubicBezTo>
                  <a:cubicBezTo>
                    <a:pt x="11006" y="445"/>
                    <a:pt x="11047" y="267"/>
                    <a:pt x="10961" y="133"/>
                  </a:cubicBezTo>
                  <a:cubicBezTo>
                    <a:pt x="10907" y="48"/>
                    <a:pt x="10815" y="1"/>
                    <a:pt x="107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696;p44">
              <a:extLst>
                <a:ext uri="{FF2B5EF4-FFF2-40B4-BE49-F238E27FC236}">
                  <a16:creationId xmlns:a16="http://schemas.microsoft.com/office/drawing/2014/main" id="{749CDE58-0FFE-4AC7-A592-61046447A6C2}"/>
                </a:ext>
              </a:extLst>
            </p:cNvPr>
            <p:cNvSpPr/>
            <p:nvPr/>
          </p:nvSpPr>
          <p:spPr>
            <a:xfrm>
              <a:off x="966851" y="2670850"/>
              <a:ext cx="47472" cy="61094"/>
            </a:xfrm>
            <a:custGeom>
              <a:avLst/>
              <a:gdLst/>
              <a:ahLst/>
              <a:cxnLst/>
              <a:rect l="l" t="t" r="r" b="b"/>
              <a:pathLst>
                <a:path w="3220" h="4144" extrusionOk="0">
                  <a:moveTo>
                    <a:pt x="1089" y="1"/>
                  </a:moveTo>
                  <a:cubicBezTo>
                    <a:pt x="640" y="1"/>
                    <a:pt x="289" y="66"/>
                    <a:pt x="257" y="72"/>
                  </a:cubicBezTo>
                  <a:cubicBezTo>
                    <a:pt x="103" y="102"/>
                    <a:pt x="1" y="251"/>
                    <a:pt x="30" y="406"/>
                  </a:cubicBezTo>
                  <a:cubicBezTo>
                    <a:pt x="56" y="543"/>
                    <a:pt x="175" y="638"/>
                    <a:pt x="309" y="638"/>
                  </a:cubicBezTo>
                  <a:cubicBezTo>
                    <a:pt x="327" y="638"/>
                    <a:pt x="345" y="637"/>
                    <a:pt x="364" y="633"/>
                  </a:cubicBezTo>
                  <a:cubicBezTo>
                    <a:pt x="520" y="604"/>
                    <a:pt x="789" y="572"/>
                    <a:pt x="1088" y="572"/>
                  </a:cubicBezTo>
                  <a:cubicBezTo>
                    <a:pt x="1545" y="572"/>
                    <a:pt x="2070" y="647"/>
                    <a:pt x="2356" y="923"/>
                  </a:cubicBezTo>
                  <a:cubicBezTo>
                    <a:pt x="2557" y="1117"/>
                    <a:pt x="2626" y="1399"/>
                    <a:pt x="2567" y="1785"/>
                  </a:cubicBezTo>
                  <a:cubicBezTo>
                    <a:pt x="2310" y="3480"/>
                    <a:pt x="1692" y="3573"/>
                    <a:pt x="1700" y="3573"/>
                  </a:cubicBezTo>
                  <a:cubicBezTo>
                    <a:pt x="1542" y="3574"/>
                    <a:pt x="1415" y="3702"/>
                    <a:pt x="1416" y="3860"/>
                  </a:cubicBezTo>
                  <a:cubicBezTo>
                    <a:pt x="1417" y="4016"/>
                    <a:pt x="1544" y="4143"/>
                    <a:pt x="1701" y="4143"/>
                  </a:cubicBezTo>
                  <a:cubicBezTo>
                    <a:pt x="1702" y="4143"/>
                    <a:pt x="1702" y="4143"/>
                    <a:pt x="1703" y="4143"/>
                  </a:cubicBezTo>
                  <a:lnTo>
                    <a:pt x="1707" y="4143"/>
                  </a:lnTo>
                  <a:cubicBezTo>
                    <a:pt x="1818" y="4141"/>
                    <a:pt x="2798" y="4065"/>
                    <a:pt x="3133" y="1871"/>
                  </a:cubicBezTo>
                  <a:cubicBezTo>
                    <a:pt x="3220" y="1296"/>
                    <a:pt x="3091" y="838"/>
                    <a:pt x="2752" y="511"/>
                  </a:cubicBezTo>
                  <a:cubicBezTo>
                    <a:pt x="2322" y="97"/>
                    <a:pt x="1634" y="1"/>
                    <a:pt x="10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697;p44">
              <a:extLst>
                <a:ext uri="{FF2B5EF4-FFF2-40B4-BE49-F238E27FC236}">
                  <a16:creationId xmlns:a16="http://schemas.microsoft.com/office/drawing/2014/main" id="{43EEE059-D481-41F2-8C43-C5AA86ACE939}"/>
                </a:ext>
              </a:extLst>
            </p:cNvPr>
            <p:cNvSpPr/>
            <p:nvPr/>
          </p:nvSpPr>
          <p:spPr>
            <a:xfrm>
              <a:off x="762208" y="2652333"/>
              <a:ext cx="223293" cy="296093"/>
            </a:xfrm>
            <a:custGeom>
              <a:avLst/>
              <a:gdLst/>
              <a:ahLst/>
              <a:cxnLst/>
              <a:rect l="l" t="t" r="r" b="b"/>
              <a:pathLst>
                <a:path w="15146" h="20084" extrusionOk="0">
                  <a:moveTo>
                    <a:pt x="10475" y="0"/>
                  </a:moveTo>
                  <a:cubicBezTo>
                    <a:pt x="9881" y="0"/>
                    <a:pt x="9352" y="179"/>
                    <a:pt x="9005" y="536"/>
                  </a:cubicBezTo>
                  <a:cubicBezTo>
                    <a:pt x="8044" y="1524"/>
                    <a:pt x="6963" y="5520"/>
                    <a:pt x="4138" y="6695"/>
                  </a:cubicBezTo>
                  <a:cubicBezTo>
                    <a:pt x="3332" y="7030"/>
                    <a:pt x="2648" y="7127"/>
                    <a:pt x="2083" y="7127"/>
                  </a:cubicBezTo>
                  <a:cubicBezTo>
                    <a:pt x="1322" y="7127"/>
                    <a:pt x="776" y="6952"/>
                    <a:pt x="435" y="6952"/>
                  </a:cubicBezTo>
                  <a:cubicBezTo>
                    <a:pt x="141" y="6952"/>
                    <a:pt x="1" y="7082"/>
                    <a:pt x="7" y="7566"/>
                  </a:cubicBezTo>
                  <a:cubicBezTo>
                    <a:pt x="28" y="9028"/>
                    <a:pt x="1065" y="13480"/>
                    <a:pt x="2716" y="15324"/>
                  </a:cubicBezTo>
                  <a:cubicBezTo>
                    <a:pt x="4366" y="17169"/>
                    <a:pt x="6513" y="19656"/>
                    <a:pt x="8060" y="19959"/>
                  </a:cubicBezTo>
                  <a:cubicBezTo>
                    <a:pt x="8493" y="20044"/>
                    <a:pt x="8996" y="20083"/>
                    <a:pt x="9499" y="20083"/>
                  </a:cubicBezTo>
                  <a:cubicBezTo>
                    <a:pt x="10791" y="20083"/>
                    <a:pt x="12083" y="19824"/>
                    <a:pt x="12194" y="19414"/>
                  </a:cubicBezTo>
                  <a:cubicBezTo>
                    <a:pt x="12349" y="18843"/>
                    <a:pt x="13746" y="14276"/>
                    <a:pt x="14446" y="12073"/>
                  </a:cubicBezTo>
                  <a:cubicBezTo>
                    <a:pt x="15146" y="9871"/>
                    <a:pt x="14759" y="5490"/>
                    <a:pt x="14759" y="5490"/>
                  </a:cubicBezTo>
                  <a:cubicBezTo>
                    <a:pt x="14759" y="5490"/>
                    <a:pt x="14762" y="5370"/>
                    <a:pt x="14749" y="5161"/>
                  </a:cubicBezTo>
                  <a:cubicBezTo>
                    <a:pt x="14708" y="4517"/>
                    <a:pt x="14509" y="3028"/>
                    <a:pt x="13568" y="1690"/>
                  </a:cubicBezTo>
                  <a:cubicBezTo>
                    <a:pt x="12774" y="560"/>
                    <a:pt x="11524" y="0"/>
                    <a:pt x="104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98;p44">
              <a:extLst>
                <a:ext uri="{FF2B5EF4-FFF2-40B4-BE49-F238E27FC236}">
                  <a16:creationId xmlns:a16="http://schemas.microsoft.com/office/drawing/2014/main" id="{D4B621ED-DD40-4A81-BF5D-D5A40C04822C}"/>
                </a:ext>
              </a:extLst>
            </p:cNvPr>
            <p:cNvSpPr/>
            <p:nvPr/>
          </p:nvSpPr>
          <p:spPr>
            <a:xfrm>
              <a:off x="758050" y="2648117"/>
              <a:ext cx="231402" cy="304466"/>
            </a:xfrm>
            <a:custGeom>
              <a:avLst/>
              <a:gdLst/>
              <a:ahLst/>
              <a:cxnLst/>
              <a:rect l="l" t="t" r="r" b="b"/>
              <a:pathLst>
                <a:path w="15696" h="20652" extrusionOk="0">
                  <a:moveTo>
                    <a:pt x="10760" y="571"/>
                  </a:moveTo>
                  <a:cubicBezTo>
                    <a:pt x="10831" y="571"/>
                    <a:pt x="10904" y="574"/>
                    <a:pt x="10978" y="580"/>
                  </a:cubicBezTo>
                  <a:cubicBezTo>
                    <a:pt x="11986" y="660"/>
                    <a:pt x="12997" y="1257"/>
                    <a:pt x="13617" y="2140"/>
                  </a:cubicBezTo>
                  <a:cubicBezTo>
                    <a:pt x="14528" y="3436"/>
                    <a:pt x="14709" y="4897"/>
                    <a:pt x="14745" y="5466"/>
                  </a:cubicBezTo>
                  <a:cubicBezTo>
                    <a:pt x="14757" y="5653"/>
                    <a:pt x="14755" y="5762"/>
                    <a:pt x="14755" y="5769"/>
                  </a:cubicBezTo>
                  <a:cubicBezTo>
                    <a:pt x="14755" y="5780"/>
                    <a:pt x="14756" y="5791"/>
                    <a:pt x="14756" y="5802"/>
                  </a:cubicBezTo>
                  <a:cubicBezTo>
                    <a:pt x="14760" y="5844"/>
                    <a:pt x="15130" y="10148"/>
                    <a:pt x="14456" y="12272"/>
                  </a:cubicBezTo>
                  <a:cubicBezTo>
                    <a:pt x="13754" y="14480"/>
                    <a:pt x="12357" y="19047"/>
                    <a:pt x="12202" y="19618"/>
                  </a:cubicBezTo>
                  <a:cubicBezTo>
                    <a:pt x="12085" y="19838"/>
                    <a:pt x="10975" y="20086"/>
                    <a:pt x="9764" y="20086"/>
                  </a:cubicBezTo>
                  <a:cubicBezTo>
                    <a:pt x="9307" y="20086"/>
                    <a:pt x="8834" y="20051"/>
                    <a:pt x="8396" y="19965"/>
                  </a:cubicBezTo>
                  <a:cubicBezTo>
                    <a:pt x="7028" y="19697"/>
                    <a:pt x="5063" y="17496"/>
                    <a:pt x="3485" y="15727"/>
                  </a:cubicBezTo>
                  <a:lnTo>
                    <a:pt x="3211" y="15420"/>
                  </a:lnTo>
                  <a:cubicBezTo>
                    <a:pt x="1611" y="13632"/>
                    <a:pt x="595" y="9284"/>
                    <a:pt x="574" y="7848"/>
                  </a:cubicBezTo>
                  <a:cubicBezTo>
                    <a:pt x="571" y="7589"/>
                    <a:pt x="617" y="7537"/>
                    <a:pt x="617" y="7537"/>
                  </a:cubicBezTo>
                  <a:cubicBezTo>
                    <a:pt x="632" y="7527"/>
                    <a:pt x="664" y="7523"/>
                    <a:pt x="705" y="7523"/>
                  </a:cubicBezTo>
                  <a:cubicBezTo>
                    <a:pt x="823" y="7523"/>
                    <a:pt x="1022" y="7556"/>
                    <a:pt x="1180" y="7581"/>
                  </a:cubicBezTo>
                  <a:cubicBezTo>
                    <a:pt x="1484" y="7632"/>
                    <a:pt x="1880" y="7697"/>
                    <a:pt x="2361" y="7697"/>
                  </a:cubicBezTo>
                  <a:cubicBezTo>
                    <a:pt x="2957" y="7697"/>
                    <a:pt x="3683" y="7597"/>
                    <a:pt x="4529" y="7245"/>
                  </a:cubicBezTo>
                  <a:cubicBezTo>
                    <a:pt x="6574" y="6393"/>
                    <a:pt x="7723" y="4181"/>
                    <a:pt x="8563" y="2566"/>
                  </a:cubicBezTo>
                  <a:cubicBezTo>
                    <a:pt x="8917" y="1885"/>
                    <a:pt x="9222" y="1298"/>
                    <a:pt x="9491" y="1021"/>
                  </a:cubicBezTo>
                  <a:cubicBezTo>
                    <a:pt x="9773" y="730"/>
                    <a:pt x="10228" y="571"/>
                    <a:pt x="10760" y="571"/>
                  </a:cubicBezTo>
                  <a:close/>
                  <a:moveTo>
                    <a:pt x="10755" y="0"/>
                  </a:moveTo>
                  <a:cubicBezTo>
                    <a:pt x="10069" y="0"/>
                    <a:pt x="9471" y="222"/>
                    <a:pt x="9081" y="622"/>
                  </a:cubicBezTo>
                  <a:cubicBezTo>
                    <a:pt x="8754" y="959"/>
                    <a:pt x="8446" y="1552"/>
                    <a:pt x="8056" y="2303"/>
                  </a:cubicBezTo>
                  <a:cubicBezTo>
                    <a:pt x="7258" y="3840"/>
                    <a:pt x="6163" y="5946"/>
                    <a:pt x="4309" y="6718"/>
                  </a:cubicBezTo>
                  <a:cubicBezTo>
                    <a:pt x="3547" y="7035"/>
                    <a:pt x="2901" y="7127"/>
                    <a:pt x="2365" y="7127"/>
                  </a:cubicBezTo>
                  <a:cubicBezTo>
                    <a:pt x="1930" y="7127"/>
                    <a:pt x="1567" y="7067"/>
                    <a:pt x="1272" y="7018"/>
                  </a:cubicBezTo>
                  <a:cubicBezTo>
                    <a:pt x="1066" y="6984"/>
                    <a:pt x="881" y="6953"/>
                    <a:pt x="716" y="6953"/>
                  </a:cubicBezTo>
                  <a:cubicBezTo>
                    <a:pt x="533" y="6953"/>
                    <a:pt x="376" y="6991"/>
                    <a:pt x="245" y="7104"/>
                  </a:cubicBezTo>
                  <a:cubicBezTo>
                    <a:pt x="24" y="7293"/>
                    <a:pt x="0" y="7605"/>
                    <a:pt x="4" y="7855"/>
                  </a:cubicBezTo>
                  <a:cubicBezTo>
                    <a:pt x="24" y="9282"/>
                    <a:pt x="1023" y="13831"/>
                    <a:pt x="2784" y="15800"/>
                  </a:cubicBezTo>
                  <a:lnTo>
                    <a:pt x="3058" y="16107"/>
                  </a:lnTo>
                  <a:cubicBezTo>
                    <a:pt x="4693" y="17940"/>
                    <a:pt x="6730" y="20220"/>
                    <a:pt x="8286" y="20526"/>
                  </a:cubicBezTo>
                  <a:cubicBezTo>
                    <a:pt x="8700" y="20606"/>
                    <a:pt x="9241" y="20652"/>
                    <a:pt x="9804" y="20652"/>
                  </a:cubicBezTo>
                  <a:cubicBezTo>
                    <a:pt x="11133" y="20652"/>
                    <a:pt x="12582" y="20401"/>
                    <a:pt x="12751" y="19775"/>
                  </a:cubicBezTo>
                  <a:cubicBezTo>
                    <a:pt x="12907" y="19201"/>
                    <a:pt x="14299" y="14650"/>
                    <a:pt x="15000" y="12445"/>
                  </a:cubicBezTo>
                  <a:cubicBezTo>
                    <a:pt x="15695" y="10257"/>
                    <a:pt x="15355" y="6096"/>
                    <a:pt x="15327" y="5766"/>
                  </a:cubicBezTo>
                  <a:cubicBezTo>
                    <a:pt x="15327" y="5723"/>
                    <a:pt x="15327" y="5607"/>
                    <a:pt x="15316" y="5430"/>
                  </a:cubicBezTo>
                  <a:cubicBezTo>
                    <a:pt x="15277" y="4813"/>
                    <a:pt x="15078" y="3227"/>
                    <a:pt x="14084" y="1812"/>
                  </a:cubicBezTo>
                  <a:cubicBezTo>
                    <a:pt x="13358" y="779"/>
                    <a:pt x="12214" y="106"/>
                    <a:pt x="11024" y="11"/>
                  </a:cubicBezTo>
                  <a:cubicBezTo>
                    <a:pt x="10933" y="4"/>
                    <a:pt x="10843" y="0"/>
                    <a:pt x="107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99;p44">
              <a:extLst>
                <a:ext uri="{FF2B5EF4-FFF2-40B4-BE49-F238E27FC236}">
                  <a16:creationId xmlns:a16="http://schemas.microsoft.com/office/drawing/2014/main" id="{0146BB0D-F24F-4FA4-9D9A-9FE8DDF36FAF}"/>
                </a:ext>
              </a:extLst>
            </p:cNvPr>
            <p:cNvSpPr/>
            <p:nvPr/>
          </p:nvSpPr>
          <p:spPr>
            <a:xfrm>
              <a:off x="732074" y="2740008"/>
              <a:ext cx="51246" cy="75792"/>
            </a:xfrm>
            <a:custGeom>
              <a:avLst/>
              <a:gdLst/>
              <a:ahLst/>
              <a:cxnLst/>
              <a:rect l="l" t="t" r="r" b="b"/>
              <a:pathLst>
                <a:path w="3476" h="5141" extrusionOk="0">
                  <a:moveTo>
                    <a:pt x="1481" y="1"/>
                  </a:moveTo>
                  <a:cubicBezTo>
                    <a:pt x="1448" y="1"/>
                    <a:pt x="1413" y="2"/>
                    <a:pt x="1379" y="5"/>
                  </a:cubicBezTo>
                  <a:cubicBezTo>
                    <a:pt x="0" y="105"/>
                    <a:pt x="117" y="2702"/>
                    <a:pt x="1034" y="4313"/>
                  </a:cubicBezTo>
                  <a:cubicBezTo>
                    <a:pt x="1394" y="4948"/>
                    <a:pt x="1850" y="5140"/>
                    <a:pt x="2269" y="5140"/>
                  </a:cubicBezTo>
                  <a:cubicBezTo>
                    <a:pt x="2915" y="5140"/>
                    <a:pt x="3476" y="4685"/>
                    <a:pt x="3476" y="4685"/>
                  </a:cubicBezTo>
                  <a:lnTo>
                    <a:pt x="2948" y="1849"/>
                  </a:lnTo>
                  <a:cubicBezTo>
                    <a:pt x="2948" y="1849"/>
                    <a:pt x="2768" y="1"/>
                    <a:pt x="14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700;p44">
              <a:extLst>
                <a:ext uri="{FF2B5EF4-FFF2-40B4-BE49-F238E27FC236}">
                  <a16:creationId xmlns:a16="http://schemas.microsoft.com/office/drawing/2014/main" id="{9E45703A-B044-40D0-AF5A-6E0CDA859526}"/>
                </a:ext>
              </a:extLst>
            </p:cNvPr>
            <p:cNvSpPr/>
            <p:nvPr/>
          </p:nvSpPr>
          <p:spPr>
            <a:xfrm>
              <a:off x="729700" y="2735806"/>
              <a:ext cx="58352" cy="84210"/>
            </a:xfrm>
            <a:custGeom>
              <a:avLst/>
              <a:gdLst/>
              <a:ahLst/>
              <a:cxnLst/>
              <a:rect l="l" t="t" r="r" b="b"/>
              <a:pathLst>
                <a:path w="3958" h="5712" extrusionOk="0">
                  <a:moveTo>
                    <a:pt x="1643" y="0"/>
                  </a:moveTo>
                  <a:cubicBezTo>
                    <a:pt x="1602" y="0"/>
                    <a:pt x="1561" y="2"/>
                    <a:pt x="1519" y="5"/>
                  </a:cubicBezTo>
                  <a:cubicBezTo>
                    <a:pt x="1072" y="37"/>
                    <a:pt x="718" y="278"/>
                    <a:pt x="492" y="700"/>
                  </a:cubicBezTo>
                  <a:cubicBezTo>
                    <a:pt x="0" y="1621"/>
                    <a:pt x="203" y="3434"/>
                    <a:pt x="947" y="4739"/>
                  </a:cubicBezTo>
                  <a:cubicBezTo>
                    <a:pt x="1250" y="5274"/>
                    <a:pt x="1653" y="5593"/>
                    <a:pt x="2140" y="5684"/>
                  </a:cubicBezTo>
                  <a:cubicBezTo>
                    <a:pt x="2235" y="5701"/>
                    <a:pt x="2332" y="5711"/>
                    <a:pt x="2429" y="5711"/>
                  </a:cubicBezTo>
                  <a:cubicBezTo>
                    <a:pt x="3168" y="5711"/>
                    <a:pt x="3788" y="5215"/>
                    <a:pt x="3816" y="5191"/>
                  </a:cubicBezTo>
                  <a:cubicBezTo>
                    <a:pt x="3939" y="5091"/>
                    <a:pt x="3957" y="4912"/>
                    <a:pt x="3857" y="4789"/>
                  </a:cubicBezTo>
                  <a:cubicBezTo>
                    <a:pt x="3801" y="4720"/>
                    <a:pt x="3719" y="4683"/>
                    <a:pt x="3636" y="4683"/>
                  </a:cubicBezTo>
                  <a:cubicBezTo>
                    <a:pt x="3573" y="4683"/>
                    <a:pt x="3509" y="4705"/>
                    <a:pt x="3456" y="4748"/>
                  </a:cubicBezTo>
                  <a:cubicBezTo>
                    <a:pt x="3450" y="4752"/>
                    <a:pt x="2959" y="5140"/>
                    <a:pt x="2431" y="5140"/>
                  </a:cubicBezTo>
                  <a:cubicBezTo>
                    <a:pt x="2369" y="5140"/>
                    <a:pt x="2307" y="5135"/>
                    <a:pt x="2245" y="5123"/>
                  </a:cubicBezTo>
                  <a:cubicBezTo>
                    <a:pt x="1930" y="5063"/>
                    <a:pt x="1660" y="4839"/>
                    <a:pt x="1443" y="4457"/>
                  </a:cubicBezTo>
                  <a:cubicBezTo>
                    <a:pt x="797" y="3320"/>
                    <a:pt x="592" y="1723"/>
                    <a:pt x="995" y="968"/>
                  </a:cubicBezTo>
                  <a:cubicBezTo>
                    <a:pt x="1127" y="721"/>
                    <a:pt x="1312" y="592"/>
                    <a:pt x="1560" y="573"/>
                  </a:cubicBezTo>
                  <a:cubicBezTo>
                    <a:pt x="1585" y="572"/>
                    <a:pt x="1610" y="571"/>
                    <a:pt x="1634" y="571"/>
                  </a:cubicBezTo>
                  <a:cubicBezTo>
                    <a:pt x="2648" y="571"/>
                    <a:pt x="2818" y="2097"/>
                    <a:pt x="2825" y="2163"/>
                  </a:cubicBezTo>
                  <a:cubicBezTo>
                    <a:pt x="2840" y="2308"/>
                    <a:pt x="2964" y="2422"/>
                    <a:pt x="3102" y="2422"/>
                  </a:cubicBezTo>
                  <a:cubicBezTo>
                    <a:pt x="3114" y="2422"/>
                    <a:pt x="3125" y="2421"/>
                    <a:pt x="3137" y="2419"/>
                  </a:cubicBezTo>
                  <a:cubicBezTo>
                    <a:pt x="3293" y="2403"/>
                    <a:pt x="3408" y="2264"/>
                    <a:pt x="3393" y="2107"/>
                  </a:cubicBezTo>
                  <a:cubicBezTo>
                    <a:pt x="3320" y="1363"/>
                    <a:pt x="2861" y="0"/>
                    <a:pt x="16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701;p44">
              <a:extLst>
                <a:ext uri="{FF2B5EF4-FFF2-40B4-BE49-F238E27FC236}">
                  <a16:creationId xmlns:a16="http://schemas.microsoft.com/office/drawing/2014/main" id="{1891CBD2-5C1E-40A8-96A9-4ED79FB7572D}"/>
                </a:ext>
              </a:extLst>
            </p:cNvPr>
            <p:cNvSpPr/>
            <p:nvPr/>
          </p:nvSpPr>
          <p:spPr>
            <a:xfrm>
              <a:off x="841907" y="2747733"/>
              <a:ext cx="51865" cy="20360"/>
            </a:xfrm>
            <a:custGeom>
              <a:avLst/>
              <a:gdLst/>
              <a:ahLst/>
              <a:cxnLst/>
              <a:rect l="l" t="t" r="r" b="b"/>
              <a:pathLst>
                <a:path w="3518" h="1381" extrusionOk="0">
                  <a:moveTo>
                    <a:pt x="2224" y="0"/>
                  </a:moveTo>
                  <a:cubicBezTo>
                    <a:pt x="1537" y="0"/>
                    <a:pt x="672" y="175"/>
                    <a:pt x="135" y="930"/>
                  </a:cubicBezTo>
                  <a:cubicBezTo>
                    <a:pt x="0" y="1118"/>
                    <a:pt x="135" y="1380"/>
                    <a:pt x="368" y="1381"/>
                  </a:cubicBezTo>
                  <a:cubicBezTo>
                    <a:pt x="460" y="1381"/>
                    <a:pt x="546" y="1336"/>
                    <a:pt x="600" y="1260"/>
                  </a:cubicBezTo>
                  <a:cubicBezTo>
                    <a:pt x="996" y="705"/>
                    <a:pt x="1673" y="573"/>
                    <a:pt x="2227" y="573"/>
                  </a:cubicBezTo>
                  <a:cubicBezTo>
                    <a:pt x="2721" y="573"/>
                    <a:pt x="3116" y="678"/>
                    <a:pt x="3125" y="681"/>
                  </a:cubicBezTo>
                  <a:cubicBezTo>
                    <a:pt x="3150" y="688"/>
                    <a:pt x="3175" y="691"/>
                    <a:pt x="3200" y="691"/>
                  </a:cubicBezTo>
                  <a:cubicBezTo>
                    <a:pt x="3325" y="691"/>
                    <a:pt x="3440" y="608"/>
                    <a:pt x="3476" y="481"/>
                  </a:cubicBezTo>
                  <a:cubicBezTo>
                    <a:pt x="3517" y="329"/>
                    <a:pt x="3428" y="172"/>
                    <a:pt x="3277" y="130"/>
                  </a:cubicBezTo>
                  <a:cubicBezTo>
                    <a:pt x="3237" y="119"/>
                    <a:pt x="2791" y="0"/>
                    <a:pt x="2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702;p44">
              <a:extLst>
                <a:ext uri="{FF2B5EF4-FFF2-40B4-BE49-F238E27FC236}">
                  <a16:creationId xmlns:a16="http://schemas.microsoft.com/office/drawing/2014/main" id="{0FA0E0B7-51B3-4D62-B432-EA5DEF70CE5A}"/>
                </a:ext>
              </a:extLst>
            </p:cNvPr>
            <p:cNvSpPr/>
            <p:nvPr/>
          </p:nvSpPr>
          <p:spPr>
            <a:xfrm>
              <a:off x="933341" y="2744446"/>
              <a:ext cx="36046" cy="14124"/>
            </a:xfrm>
            <a:custGeom>
              <a:avLst/>
              <a:gdLst/>
              <a:ahLst/>
              <a:cxnLst/>
              <a:rect l="l" t="t" r="r" b="b"/>
              <a:pathLst>
                <a:path w="2445" h="958" extrusionOk="0">
                  <a:moveTo>
                    <a:pt x="1237" y="1"/>
                  </a:moveTo>
                  <a:cubicBezTo>
                    <a:pt x="602" y="1"/>
                    <a:pt x="0" y="423"/>
                    <a:pt x="0" y="423"/>
                  </a:cubicBezTo>
                  <a:lnTo>
                    <a:pt x="2444" y="957"/>
                  </a:lnTo>
                  <a:cubicBezTo>
                    <a:pt x="2163" y="217"/>
                    <a:pt x="1691" y="1"/>
                    <a:pt x="12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03;p44">
              <a:extLst>
                <a:ext uri="{FF2B5EF4-FFF2-40B4-BE49-F238E27FC236}">
                  <a16:creationId xmlns:a16="http://schemas.microsoft.com/office/drawing/2014/main" id="{D3BD9102-5DD0-4FEE-B5F6-7022A01E939C}"/>
                </a:ext>
              </a:extLst>
            </p:cNvPr>
            <p:cNvSpPr/>
            <p:nvPr/>
          </p:nvSpPr>
          <p:spPr>
            <a:xfrm>
              <a:off x="928550" y="2740244"/>
              <a:ext cx="45820" cy="22527"/>
            </a:xfrm>
            <a:custGeom>
              <a:avLst/>
              <a:gdLst/>
              <a:ahLst/>
              <a:cxnLst/>
              <a:rect l="l" t="t" r="r" b="b"/>
              <a:pathLst>
                <a:path w="3108" h="1528" extrusionOk="0">
                  <a:moveTo>
                    <a:pt x="1565" y="0"/>
                  </a:moveTo>
                  <a:cubicBezTo>
                    <a:pt x="846" y="0"/>
                    <a:pt x="194" y="452"/>
                    <a:pt x="161" y="474"/>
                  </a:cubicBezTo>
                  <a:cubicBezTo>
                    <a:pt x="32" y="566"/>
                    <a:pt x="0" y="743"/>
                    <a:pt x="92" y="872"/>
                  </a:cubicBezTo>
                  <a:cubicBezTo>
                    <a:pt x="147" y="952"/>
                    <a:pt x="235" y="994"/>
                    <a:pt x="325" y="994"/>
                  </a:cubicBezTo>
                  <a:cubicBezTo>
                    <a:pt x="382" y="994"/>
                    <a:pt x="439" y="977"/>
                    <a:pt x="488" y="942"/>
                  </a:cubicBezTo>
                  <a:cubicBezTo>
                    <a:pt x="495" y="938"/>
                    <a:pt x="1030" y="570"/>
                    <a:pt x="1559" y="570"/>
                  </a:cubicBezTo>
                  <a:cubicBezTo>
                    <a:pt x="1655" y="570"/>
                    <a:pt x="1751" y="583"/>
                    <a:pt x="1844" y="611"/>
                  </a:cubicBezTo>
                  <a:cubicBezTo>
                    <a:pt x="2130" y="700"/>
                    <a:pt x="2352" y="946"/>
                    <a:pt x="2503" y="1344"/>
                  </a:cubicBezTo>
                  <a:cubicBezTo>
                    <a:pt x="2544" y="1455"/>
                    <a:pt x="2651" y="1528"/>
                    <a:pt x="2769" y="1528"/>
                  </a:cubicBezTo>
                  <a:cubicBezTo>
                    <a:pt x="2969" y="1528"/>
                    <a:pt x="3107" y="1328"/>
                    <a:pt x="3036" y="1141"/>
                  </a:cubicBezTo>
                  <a:cubicBezTo>
                    <a:pt x="2819" y="569"/>
                    <a:pt x="2474" y="207"/>
                    <a:pt x="2010" y="65"/>
                  </a:cubicBezTo>
                  <a:cubicBezTo>
                    <a:pt x="1862" y="19"/>
                    <a:pt x="1712" y="0"/>
                    <a:pt x="1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04;p44">
              <a:extLst>
                <a:ext uri="{FF2B5EF4-FFF2-40B4-BE49-F238E27FC236}">
                  <a16:creationId xmlns:a16="http://schemas.microsoft.com/office/drawing/2014/main" id="{BB6D2258-BB4C-4EC7-BE69-6EAAF947EFAF}"/>
                </a:ext>
              </a:extLst>
            </p:cNvPr>
            <p:cNvSpPr/>
            <p:nvPr/>
          </p:nvSpPr>
          <p:spPr>
            <a:xfrm>
              <a:off x="891472" y="2768108"/>
              <a:ext cx="45806" cy="78652"/>
            </a:xfrm>
            <a:custGeom>
              <a:avLst/>
              <a:gdLst/>
              <a:ahLst/>
              <a:cxnLst/>
              <a:rect l="l" t="t" r="r" b="b"/>
              <a:pathLst>
                <a:path w="3107" h="5335" extrusionOk="0">
                  <a:moveTo>
                    <a:pt x="2448" y="0"/>
                  </a:moveTo>
                  <a:cubicBezTo>
                    <a:pt x="2440" y="0"/>
                    <a:pt x="2433" y="1"/>
                    <a:pt x="2426" y="1"/>
                  </a:cubicBezTo>
                  <a:cubicBezTo>
                    <a:pt x="2270" y="17"/>
                    <a:pt x="2154" y="157"/>
                    <a:pt x="2171" y="314"/>
                  </a:cubicBezTo>
                  <a:cubicBezTo>
                    <a:pt x="2349" y="2111"/>
                    <a:pt x="2487" y="4134"/>
                    <a:pt x="2411" y="4402"/>
                  </a:cubicBezTo>
                  <a:cubicBezTo>
                    <a:pt x="2391" y="4444"/>
                    <a:pt x="2225" y="4589"/>
                    <a:pt x="1865" y="4687"/>
                  </a:cubicBezTo>
                  <a:cubicBezTo>
                    <a:pt x="1696" y="4733"/>
                    <a:pt x="1497" y="4763"/>
                    <a:pt x="1293" y="4763"/>
                  </a:cubicBezTo>
                  <a:cubicBezTo>
                    <a:pt x="1010" y="4763"/>
                    <a:pt x="718" y="4704"/>
                    <a:pt x="486" y="4546"/>
                  </a:cubicBezTo>
                  <a:cubicBezTo>
                    <a:pt x="437" y="4513"/>
                    <a:pt x="381" y="4497"/>
                    <a:pt x="326" y="4497"/>
                  </a:cubicBezTo>
                  <a:cubicBezTo>
                    <a:pt x="234" y="4497"/>
                    <a:pt x="145" y="4541"/>
                    <a:pt x="90" y="4622"/>
                  </a:cubicBezTo>
                  <a:cubicBezTo>
                    <a:pt x="1" y="4753"/>
                    <a:pt x="34" y="4930"/>
                    <a:pt x="165" y="5018"/>
                  </a:cubicBezTo>
                  <a:cubicBezTo>
                    <a:pt x="503" y="5249"/>
                    <a:pt x="906" y="5335"/>
                    <a:pt x="1293" y="5335"/>
                  </a:cubicBezTo>
                  <a:cubicBezTo>
                    <a:pt x="1572" y="5333"/>
                    <a:pt x="1847" y="5291"/>
                    <a:pt x="2112" y="5210"/>
                  </a:cubicBezTo>
                  <a:cubicBezTo>
                    <a:pt x="2317" y="5145"/>
                    <a:pt x="2810" y="4957"/>
                    <a:pt x="2944" y="4607"/>
                  </a:cubicBezTo>
                  <a:cubicBezTo>
                    <a:pt x="3107" y="4182"/>
                    <a:pt x="2854" y="1424"/>
                    <a:pt x="2739" y="258"/>
                  </a:cubicBezTo>
                  <a:cubicBezTo>
                    <a:pt x="2725" y="107"/>
                    <a:pt x="2596" y="0"/>
                    <a:pt x="24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05;p44">
              <a:extLst>
                <a:ext uri="{FF2B5EF4-FFF2-40B4-BE49-F238E27FC236}">
                  <a16:creationId xmlns:a16="http://schemas.microsoft.com/office/drawing/2014/main" id="{91F7E841-E57F-44B3-A72F-BBEC0540E409}"/>
                </a:ext>
              </a:extLst>
            </p:cNvPr>
            <p:cNvSpPr/>
            <p:nvPr/>
          </p:nvSpPr>
          <p:spPr>
            <a:xfrm>
              <a:off x="837720" y="2842337"/>
              <a:ext cx="54902" cy="32935"/>
            </a:xfrm>
            <a:custGeom>
              <a:avLst/>
              <a:gdLst/>
              <a:ahLst/>
              <a:cxnLst/>
              <a:rect l="l" t="t" r="r" b="b"/>
              <a:pathLst>
                <a:path w="3724" h="2234" extrusionOk="0">
                  <a:moveTo>
                    <a:pt x="324" y="0"/>
                  </a:moveTo>
                  <a:cubicBezTo>
                    <a:pt x="287" y="0"/>
                    <a:pt x="250" y="7"/>
                    <a:pt x="214" y="22"/>
                  </a:cubicBezTo>
                  <a:cubicBezTo>
                    <a:pt x="68" y="83"/>
                    <a:pt x="0" y="251"/>
                    <a:pt x="61" y="396"/>
                  </a:cubicBezTo>
                  <a:cubicBezTo>
                    <a:pt x="92" y="469"/>
                    <a:pt x="835" y="2184"/>
                    <a:pt x="3428" y="2234"/>
                  </a:cubicBezTo>
                  <a:lnTo>
                    <a:pt x="3434" y="2234"/>
                  </a:lnTo>
                  <a:lnTo>
                    <a:pt x="3434" y="2233"/>
                  </a:lnTo>
                  <a:cubicBezTo>
                    <a:pt x="3435" y="2233"/>
                    <a:pt x="3436" y="2233"/>
                    <a:pt x="3438" y="2233"/>
                  </a:cubicBezTo>
                  <a:cubicBezTo>
                    <a:pt x="3593" y="2233"/>
                    <a:pt x="3721" y="2107"/>
                    <a:pt x="3722" y="1951"/>
                  </a:cubicBezTo>
                  <a:cubicBezTo>
                    <a:pt x="3724" y="1793"/>
                    <a:pt x="3597" y="1664"/>
                    <a:pt x="3439" y="1662"/>
                  </a:cubicBezTo>
                  <a:cubicBezTo>
                    <a:pt x="1235" y="1619"/>
                    <a:pt x="614" y="235"/>
                    <a:pt x="588" y="175"/>
                  </a:cubicBezTo>
                  <a:cubicBezTo>
                    <a:pt x="542" y="66"/>
                    <a:pt x="436" y="0"/>
                    <a:pt x="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06;p44">
              <a:extLst>
                <a:ext uri="{FF2B5EF4-FFF2-40B4-BE49-F238E27FC236}">
                  <a16:creationId xmlns:a16="http://schemas.microsoft.com/office/drawing/2014/main" id="{B2502759-692B-4DC4-A482-79DB23B9FCB5}"/>
                </a:ext>
              </a:extLst>
            </p:cNvPr>
            <p:cNvSpPr/>
            <p:nvPr/>
          </p:nvSpPr>
          <p:spPr>
            <a:xfrm>
              <a:off x="867913" y="2775435"/>
              <a:ext cx="14581" cy="26375"/>
            </a:xfrm>
            <a:custGeom>
              <a:avLst/>
              <a:gdLst/>
              <a:ahLst/>
              <a:cxnLst/>
              <a:rect l="l" t="t" r="r" b="b"/>
              <a:pathLst>
                <a:path w="989" h="1789" extrusionOk="0">
                  <a:moveTo>
                    <a:pt x="486" y="1"/>
                  </a:moveTo>
                  <a:cubicBezTo>
                    <a:pt x="484" y="1"/>
                    <a:pt x="483" y="1"/>
                    <a:pt x="482" y="1"/>
                  </a:cubicBezTo>
                  <a:cubicBezTo>
                    <a:pt x="214" y="5"/>
                    <a:pt x="1" y="409"/>
                    <a:pt x="8" y="901"/>
                  </a:cubicBezTo>
                  <a:cubicBezTo>
                    <a:pt x="15" y="1393"/>
                    <a:pt x="237" y="1788"/>
                    <a:pt x="504" y="1788"/>
                  </a:cubicBezTo>
                  <a:cubicBezTo>
                    <a:pt x="505" y="1788"/>
                    <a:pt x="506" y="1788"/>
                    <a:pt x="507" y="1788"/>
                  </a:cubicBezTo>
                  <a:cubicBezTo>
                    <a:pt x="777" y="1784"/>
                    <a:pt x="989" y="1382"/>
                    <a:pt x="982" y="888"/>
                  </a:cubicBezTo>
                  <a:cubicBezTo>
                    <a:pt x="976" y="396"/>
                    <a:pt x="754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07;p44">
              <a:extLst>
                <a:ext uri="{FF2B5EF4-FFF2-40B4-BE49-F238E27FC236}">
                  <a16:creationId xmlns:a16="http://schemas.microsoft.com/office/drawing/2014/main" id="{BD977204-D675-437E-9FE0-35EDF2F1A154}"/>
                </a:ext>
              </a:extLst>
            </p:cNvPr>
            <p:cNvSpPr/>
            <p:nvPr/>
          </p:nvSpPr>
          <p:spPr>
            <a:xfrm>
              <a:off x="936083" y="2769700"/>
              <a:ext cx="14581" cy="26345"/>
            </a:xfrm>
            <a:custGeom>
              <a:avLst/>
              <a:gdLst/>
              <a:ahLst/>
              <a:cxnLst/>
              <a:rect l="l" t="t" r="r" b="b"/>
              <a:pathLst>
                <a:path w="989" h="1787" extrusionOk="0">
                  <a:moveTo>
                    <a:pt x="485" y="1"/>
                  </a:moveTo>
                  <a:cubicBezTo>
                    <a:pt x="484" y="1"/>
                    <a:pt x="483" y="1"/>
                    <a:pt x="482" y="1"/>
                  </a:cubicBezTo>
                  <a:cubicBezTo>
                    <a:pt x="213" y="4"/>
                    <a:pt x="0" y="407"/>
                    <a:pt x="8" y="901"/>
                  </a:cubicBezTo>
                  <a:cubicBezTo>
                    <a:pt x="14" y="1391"/>
                    <a:pt x="236" y="1787"/>
                    <a:pt x="504" y="1787"/>
                  </a:cubicBezTo>
                  <a:cubicBezTo>
                    <a:pt x="505" y="1787"/>
                    <a:pt x="506" y="1787"/>
                    <a:pt x="507" y="1787"/>
                  </a:cubicBezTo>
                  <a:cubicBezTo>
                    <a:pt x="776" y="1782"/>
                    <a:pt x="988" y="1380"/>
                    <a:pt x="982" y="887"/>
                  </a:cubicBezTo>
                  <a:cubicBezTo>
                    <a:pt x="975" y="395"/>
                    <a:pt x="753" y="1"/>
                    <a:pt x="4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08;p44">
              <a:extLst>
                <a:ext uri="{FF2B5EF4-FFF2-40B4-BE49-F238E27FC236}">
                  <a16:creationId xmlns:a16="http://schemas.microsoft.com/office/drawing/2014/main" id="{D7CDCF78-E40C-449D-934E-3AFCF4EDD1E7}"/>
                </a:ext>
              </a:extLst>
            </p:cNvPr>
            <p:cNvSpPr/>
            <p:nvPr/>
          </p:nvSpPr>
          <p:spPr>
            <a:xfrm>
              <a:off x="477437" y="3010522"/>
              <a:ext cx="194412" cy="456670"/>
            </a:xfrm>
            <a:custGeom>
              <a:avLst/>
              <a:gdLst/>
              <a:ahLst/>
              <a:cxnLst/>
              <a:rect l="l" t="t" r="r" b="b"/>
              <a:pathLst>
                <a:path w="13187" h="30976" extrusionOk="0">
                  <a:moveTo>
                    <a:pt x="5390" y="1"/>
                  </a:moveTo>
                  <a:cubicBezTo>
                    <a:pt x="4830" y="1"/>
                    <a:pt x="4198" y="164"/>
                    <a:pt x="3571" y="661"/>
                  </a:cubicBezTo>
                  <a:cubicBezTo>
                    <a:pt x="1736" y="2114"/>
                    <a:pt x="753" y="23542"/>
                    <a:pt x="507" y="26400"/>
                  </a:cubicBezTo>
                  <a:cubicBezTo>
                    <a:pt x="263" y="29258"/>
                    <a:pt x="1" y="30976"/>
                    <a:pt x="1" y="30976"/>
                  </a:cubicBezTo>
                  <a:lnTo>
                    <a:pt x="10809" y="27968"/>
                  </a:lnTo>
                  <a:lnTo>
                    <a:pt x="11617" y="24530"/>
                  </a:lnTo>
                  <a:cubicBezTo>
                    <a:pt x="11617" y="24530"/>
                    <a:pt x="13187" y="24507"/>
                    <a:pt x="13028" y="23368"/>
                  </a:cubicBezTo>
                  <a:cubicBezTo>
                    <a:pt x="12869" y="22229"/>
                    <a:pt x="12769" y="15234"/>
                    <a:pt x="12736" y="12808"/>
                  </a:cubicBezTo>
                  <a:cubicBezTo>
                    <a:pt x="12703" y="10381"/>
                    <a:pt x="9210" y="5721"/>
                    <a:pt x="9210" y="5721"/>
                  </a:cubicBezTo>
                  <a:lnTo>
                    <a:pt x="7282" y="608"/>
                  </a:lnTo>
                  <a:cubicBezTo>
                    <a:pt x="7282" y="608"/>
                    <a:pt x="6470" y="1"/>
                    <a:pt x="5390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09;p44">
              <a:extLst>
                <a:ext uri="{FF2B5EF4-FFF2-40B4-BE49-F238E27FC236}">
                  <a16:creationId xmlns:a16="http://schemas.microsoft.com/office/drawing/2014/main" id="{06A40446-92F4-4CCE-8A7C-762B6B29024D}"/>
                </a:ext>
              </a:extLst>
            </p:cNvPr>
            <p:cNvSpPr/>
            <p:nvPr/>
          </p:nvSpPr>
          <p:spPr>
            <a:xfrm>
              <a:off x="472897" y="3006394"/>
              <a:ext cx="201518" cy="465000"/>
            </a:xfrm>
            <a:custGeom>
              <a:avLst/>
              <a:gdLst/>
              <a:ahLst/>
              <a:cxnLst/>
              <a:rect l="l" t="t" r="r" b="b"/>
              <a:pathLst>
                <a:path w="13669" h="31541" extrusionOk="0">
                  <a:moveTo>
                    <a:pt x="5685" y="1"/>
                  </a:moveTo>
                  <a:cubicBezTo>
                    <a:pt x="5073" y="1"/>
                    <a:pt x="4384" y="178"/>
                    <a:pt x="3703" y="717"/>
                  </a:cubicBezTo>
                  <a:cubicBezTo>
                    <a:pt x="2267" y="1853"/>
                    <a:pt x="1418" y="12534"/>
                    <a:pt x="713" y="23908"/>
                  </a:cubicBezTo>
                  <a:cubicBezTo>
                    <a:pt x="632" y="25213"/>
                    <a:pt x="572" y="26187"/>
                    <a:pt x="531" y="26656"/>
                  </a:cubicBezTo>
                  <a:cubicBezTo>
                    <a:pt x="290" y="29471"/>
                    <a:pt x="29" y="31196"/>
                    <a:pt x="27" y="31214"/>
                  </a:cubicBezTo>
                  <a:cubicBezTo>
                    <a:pt x="1" y="31385"/>
                    <a:pt x="135" y="31541"/>
                    <a:pt x="310" y="31541"/>
                  </a:cubicBezTo>
                  <a:cubicBezTo>
                    <a:pt x="335" y="31541"/>
                    <a:pt x="361" y="31538"/>
                    <a:pt x="386" y="31530"/>
                  </a:cubicBezTo>
                  <a:lnTo>
                    <a:pt x="11193" y="28523"/>
                  </a:lnTo>
                  <a:cubicBezTo>
                    <a:pt x="11293" y="28495"/>
                    <a:pt x="11370" y="28414"/>
                    <a:pt x="11394" y="28313"/>
                  </a:cubicBezTo>
                  <a:lnTo>
                    <a:pt x="12154" y="25079"/>
                  </a:lnTo>
                  <a:cubicBezTo>
                    <a:pt x="12472" y="25043"/>
                    <a:pt x="13035" y="24922"/>
                    <a:pt x="13371" y="24531"/>
                  </a:cubicBezTo>
                  <a:cubicBezTo>
                    <a:pt x="13583" y="24284"/>
                    <a:pt x="13668" y="23966"/>
                    <a:pt x="13618" y="23609"/>
                  </a:cubicBezTo>
                  <a:cubicBezTo>
                    <a:pt x="13462" y="22488"/>
                    <a:pt x="13362" y="15415"/>
                    <a:pt x="13329" y="13084"/>
                  </a:cubicBezTo>
                  <a:cubicBezTo>
                    <a:pt x="13295" y="10593"/>
                    <a:pt x="9892" y="6022"/>
                    <a:pt x="9746" y="5829"/>
                  </a:cubicBezTo>
                  <a:cubicBezTo>
                    <a:pt x="9690" y="5754"/>
                    <a:pt x="9604" y="5714"/>
                    <a:pt x="9517" y="5714"/>
                  </a:cubicBezTo>
                  <a:cubicBezTo>
                    <a:pt x="9458" y="5714"/>
                    <a:pt x="9398" y="5733"/>
                    <a:pt x="9347" y="5771"/>
                  </a:cubicBezTo>
                  <a:cubicBezTo>
                    <a:pt x="9220" y="5866"/>
                    <a:pt x="9195" y="6045"/>
                    <a:pt x="9289" y="6171"/>
                  </a:cubicBezTo>
                  <a:cubicBezTo>
                    <a:pt x="9324" y="6217"/>
                    <a:pt x="12726" y="10786"/>
                    <a:pt x="12759" y="13100"/>
                  </a:cubicBezTo>
                  <a:cubicBezTo>
                    <a:pt x="12816" y="17148"/>
                    <a:pt x="12909" y="22651"/>
                    <a:pt x="13053" y="23687"/>
                  </a:cubicBezTo>
                  <a:cubicBezTo>
                    <a:pt x="13080" y="23882"/>
                    <a:pt x="13042" y="24036"/>
                    <a:pt x="12938" y="24158"/>
                  </a:cubicBezTo>
                  <a:cubicBezTo>
                    <a:pt x="12691" y="24448"/>
                    <a:pt x="12119" y="24521"/>
                    <a:pt x="11920" y="24524"/>
                  </a:cubicBezTo>
                  <a:cubicBezTo>
                    <a:pt x="11789" y="24527"/>
                    <a:pt x="11677" y="24617"/>
                    <a:pt x="11646" y="24745"/>
                  </a:cubicBezTo>
                  <a:lnTo>
                    <a:pt x="10877" y="28018"/>
                  </a:lnTo>
                  <a:lnTo>
                    <a:pt x="653" y="30863"/>
                  </a:lnTo>
                  <a:cubicBezTo>
                    <a:pt x="746" y="30179"/>
                    <a:pt x="928" y="28717"/>
                    <a:pt x="1100" y="26704"/>
                  </a:cubicBezTo>
                  <a:cubicBezTo>
                    <a:pt x="1141" y="26232"/>
                    <a:pt x="1201" y="25254"/>
                    <a:pt x="1283" y="23943"/>
                  </a:cubicBezTo>
                  <a:cubicBezTo>
                    <a:pt x="1650" y="18023"/>
                    <a:pt x="2623" y="2299"/>
                    <a:pt x="4057" y="1165"/>
                  </a:cubicBezTo>
                  <a:cubicBezTo>
                    <a:pt x="4627" y="713"/>
                    <a:pt x="5200" y="564"/>
                    <a:pt x="5708" y="564"/>
                  </a:cubicBezTo>
                  <a:cubicBezTo>
                    <a:pt x="6655" y="564"/>
                    <a:pt x="7374" y="1083"/>
                    <a:pt x="7420" y="1118"/>
                  </a:cubicBezTo>
                  <a:cubicBezTo>
                    <a:pt x="7471" y="1156"/>
                    <a:pt x="7531" y="1174"/>
                    <a:pt x="7590" y="1174"/>
                  </a:cubicBezTo>
                  <a:cubicBezTo>
                    <a:pt x="7677" y="1174"/>
                    <a:pt x="7763" y="1135"/>
                    <a:pt x="7820" y="1059"/>
                  </a:cubicBezTo>
                  <a:cubicBezTo>
                    <a:pt x="7914" y="933"/>
                    <a:pt x="7888" y="754"/>
                    <a:pt x="7761" y="660"/>
                  </a:cubicBezTo>
                  <a:cubicBezTo>
                    <a:pt x="7747" y="650"/>
                    <a:pt x="6857" y="1"/>
                    <a:pt x="56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10;p44">
              <a:extLst>
                <a:ext uri="{FF2B5EF4-FFF2-40B4-BE49-F238E27FC236}">
                  <a16:creationId xmlns:a16="http://schemas.microsoft.com/office/drawing/2014/main" id="{DAB0AB24-84F0-4E93-BCAD-86540ED3E01A}"/>
                </a:ext>
              </a:extLst>
            </p:cNvPr>
            <p:cNvSpPr/>
            <p:nvPr/>
          </p:nvSpPr>
          <p:spPr>
            <a:xfrm>
              <a:off x="525720" y="3354233"/>
              <a:ext cx="106501" cy="9627"/>
            </a:xfrm>
            <a:custGeom>
              <a:avLst/>
              <a:gdLst/>
              <a:ahLst/>
              <a:cxnLst/>
              <a:rect l="l" t="t" r="r" b="b"/>
              <a:pathLst>
                <a:path w="7224" h="653" extrusionOk="0">
                  <a:moveTo>
                    <a:pt x="3119" y="1"/>
                  </a:moveTo>
                  <a:cubicBezTo>
                    <a:pt x="2227" y="1"/>
                    <a:pt x="1188" y="69"/>
                    <a:pt x="0" y="250"/>
                  </a:cubicBezTo>
                  <a:lnTo>
                    <a:pt x="7223" y="652"/>
                  </a:lnTo>
                  <a:cubicBezTo>
                    <a:pt x="7223" y="652"/>
                    <a:pt x="5873" y="1"/>
                    <a:pt x="31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11;p44">
              <a:extLst>
                <a:ext uri="{FF2B5EF4-FFF2-40B4-BE49-F238E27FC236}">
                  <a16:creationId xmlns:a16="http://schemas.microsoft.com/office/drawing/2014/main" id="{94DE9104-AF36-4684-9E51-E0441EDCE3CE}"/>
                </a:ext>
              </a:extLst>
            </p:cNvPr>
            <p:cNvSpPr/>
            <p:nvPr/>
          </p:nvSpPr>
          <p:spPr>
            <a:xfrm>
              <a:off x="521208" y="3350002"/>
              <a:ext cx="115553" cy="18045"/>
            </a:xfrm>
            <a:custGeom>
              <a:avLst/>
              <a:gdLst/>
              <a:ahLst/>
              <a:cxnLst/>
              <a:rect l="l" t="t" r="r" b="b"/>
              <a:pathLst>
                <a:path w="7838" h="1224" extrusionOk="0">
                  <a:moveTo>
                    <a:pt x="3442" y="1"/>
                  </a:moveTo>
                  <a:cubicBezTo>
                    <a:pt x="2533" y="1"/>
                    <a:pt x="1475" y="71"/>
                    <a:pt x="264" y="255"/>
                  </a:cubicBezTo>
                  <a:cubicBezTo>
                    <a:pt x="107" y="279"/>
                    <a:pt x="1" y="424"/>
                    <a:pt x="25" y="580"/>
                  </a:cubicBezTo>
                  <a:cubicBezTo>
                    <a:pt x="45" y="721"/>
                    <a:pt x="167" y="823"/>
                    <a:pt x="306" y="823"/>
                  </a:cubicBezTo>
                  <a:cubicBezTo>
                    <a:pt x="320" y="823"/>
                    <a:pt x="335" y="822"/>
                    <a:pt x="350" y="819"/>
                  </a:cubicBezTo>
                  <a:cubicBezTo>
                    <a:pt x="1515" y="642"/>
                    <a:pt x="2535" y="575"/>
                    <a:pt x="3411" y="575"/>
                  </a:cubicBezTo>
                  <a:cubicBezTo>
                    <a:pt x="6062" y="575"/>
                    <a:pt x="7389" y="1187"/>
                    <a:pt x="7406" y="1196"/>
                  </a:cubicBezTo>
                  <a:cubicBezTo>
                    <a:pt x="7444" y="1214"/>
                    <a:pt x="7487" y="1224"/>
                    <a:pt x="7529" y="1224"/>
                  </a:cubicBezTo>
                  <a:cubicBezTo>
                    <a:pt x="7663" y="1224"/>
                    <a:pt x="7778" y="1133"/>
                    <a:pt x="7808" y="1002"/>
                  </a:cubicBezTo>
                  <a:cubicBezTo>
                    <a:pt x="7838" y="873"/>
                    <a:pt x="7774" y="739"/>
                    <a:pt x="7654" y="681"/>
                  </a:cubicBezTo>
                  <a:cubicBezTo>
                    <a:pt x="7579" y="645"/>
                    <a:pt x="6201" y="1"/>
                    <a:pt x="34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12;p44">
              <a:extLst>
                <a:ext uri="{FF2B5EF4-FFF2-40B4-BE49-F238E27FC236}">
                  <a16:creationId xmlns:a16="http://schemas.microsoft.com/office/drawing/2014/main" id="{7B79CDBC-2623-4AF0-897F-F5DEA7026569}"/>
                </a:ext>
              </a:extLst>
            </p:cNvPr>
            <p:cNvSpPr/>
            <p:nvPr/>
          </p:nvSpPr>
          <p:spPr>
            <a:xfrm>
              <a:off x="574960" y="3334169"/>
              <a:ext cx="14816" cy="3066"/>
            </a:xfrm>
            <a:custGeom>
              <a:avLst/>
              <a:gdLst/>
              <a:ahLst/>
              <a:cxnLst/>
              <a:rect l="l" t="t" r="r" b="b"/>
              <a:pathLst>
                <a:path w="1005" h="208" extrusionOk="0">
                  <a:moveTo>
                    <a:pt x="1" y="1"/>
                  </a:moveTo>
                  <a:lnTo>
                    <a:pt x="1004" y="207"/>
                  </a:lnTo>
                  <a:cubicBezTo>
                    <a:pt x="676" y="109"/>
                    <a:pt x="341" y="4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13;p44">
              <a:extLst>
                <a:ext uri="{FF2B5EF4-FFF2-40B4-BE49-F238E27FC236}">
                  <a16:creationId xmlns:a16="http://schemas.microsoft.com/office/drawing/2014/main" id="{1BECE566-B12C-40CB-A6F4-8804AA27DDD1}"/>
                </a:ext>
              </a:extLst>
            </p:cNvPr>
            <p:cNvSpPr/>
            <p:nvPr/>
          </p:nvSpPr>
          <p:spPr>
            <a:xfrm>
              <a:off x="570508" y="3329967"/>
              <a:ext cx="23736" cy="11470"/>
            </a:xfrm>
            <a:custGeom>
              <a:avLst/>
              <a:gdLst/>
              <a:ahLst/>
              <a:cxnLst/>
              <a:rect l="l" t="t" r="r" b="b"/>
              <a:pathLst>
                <a:path w="1610" h="778" extrusionOk="0">
                  <a:moveTo>
                    <a:pt x="304" y="0"/>
                  </a:moveTo>
                  <a:cubicBezTo>
                    <a:pt x="160" y="0"/>
                    <a:pt x="37" y="107"/>
                    <a:pt x="19" y="252"/>
                  </a:cubicBezTo>
                  <a:cubicBezTo>
                    <a:pt x="1" y="409"/>
                    <a:pt x="113" y="551"/>
                    <a:pt x="269" y="569"/>
                  </a:cubicBezTo>
                  <a:cubicBezTo>
                    <a:pt x="592" y="608"/>
                    <a:pt x="912" y="673"/>
                    <a:pt x="1224" y="765"/>
                  </a:cubicBezTo>
                  <a:cubicBezTo>
                    <a:pt x="1251" y="773"/>
                    <a:pt x="1278" y="777"/>
                    <a:pt x="1306" y="777"/>
                  </a:cubicBezTo>
                  <a:cubicBezTo>
                    <a:pt x="1449" y="777"/>
                    <a:pt x="1568" y="674"/>
                    <a:pt x="1589" y="534"/>
                  </a:cubicBezTo>
                  <a:cubicBezTo>
                    <a:pt x="1610" y="392"/>
                    <a:pt x="1524" y="259"/>
                    <a:pt x="1388" y="218"/>
                  </a:cubicBezTo>
                  <a:cubicBezTo>
                    <a:pt x="1044" y="116"/>
                    <a:pt x="693" y="44"/>
                    <a:pt x="338" y="2"/>
                  </a:cubicBezTo>
                  <a:cubicBezTo>
                    <a:pt x="326" y="1"/>
                    <a:pt x="315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14;p44">
              <a:extLst>
                <a:ext uri="{FF2B5EF4-FFF2-40B4-BE49-F238E27FC236}">
                  <a16:creationId xmlns:a16="http://schemas.microsoft.com/office/drawing/2014/main" id="{C066EAEB-3907-4597-AF67-3DD1144920BE}"/>
                </a:ext>
              </a:extLst>
            </p:cNvPr>
            <p:cNvSpPr/>
            <p:nvPr/>
          </p:nvSpPr>
          <p:spPr>
            <a:xfrm>
              <a:off x="486047" y="3335009"/>
              <a:ext cx="56715" cy="18517"/>
            </a:xfrm>
            <a:custGeom>
              <a:avLst/>
              <a:gdLst/>
              <a:ahLst/>
              <a:cxnLst/>
              <a:rect l="l" t="t" r="r" b="b"/>
              <a:pathLst>
                <a:path w="3847" h="1256" extrusionOk="0">
                  <a:moveTo>
                    <a:pt x="3847" y="0"/>
                  </a:moveTo>
                  <a:lnTo>
                    <a:pt x="3847" y="0"/>
                  </a:lnTo>
                  <a:cubicBezTo>
                    <a:pt x="1736" y="320"/>
                    <a:pt x="0" y="1256"/>
                    <a:pt x="0" y="1256"/>
                  </a:cubicBezTo>
                  <a:lnTo>
                    <a:pt x="38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15;p44">
              <a:extLst>
                <a:ext uri="{FF2B5EF4-FFF2-40B4-BE49-F238E27FC236}">
                  <a16:creationId xmlns:a16="http://schemas.microsoft.com/office/drawing/2014/main" id="{BDAC31E7-A850-48E9-BF18-37418658E969}"/>
                </a:ext>
              </a:extLst>
            </p:cNvPr>
            <p:cNvSpPr/>
            <p:nvPr/>
          </p:nvSpPr>
          <p:spPr>
            <a:xfrm>
              <a:off x="481492" y="3330778"/>
              <a:ext cx="65856" cy="26964"/>
            </a:xfrm>
            <a:custGeom>
              <a:avLst/>
              <a:gdLst/>
              <a:ahLst/>
              <a:cxnLst/>
              <a:rect l="l" t="t" r="r" b="b"/>
              <a:pathLst>
                <a:path w="4467" h="1829" extrusionOk="0">
                  <a:moveTo>
                    <a:pt x="4159" y="1"/>
                  </a:moveTo>
                  <a:cubicBezTo>
                    <a:pt x="4144" y="1"/>
                    <a:pt x="4128" y="2"/>
                    <a:pt x="4112" y="5"/>
                  </a:cubicBezTo>
                  <a:cubicBezTo>
                    <a:pt x="1977" y="329"/>
                    <a:pt x="246" y="1253"/>
                    <a:pt x="175" y="1292"/>
                  </a:cubicBezTo>
                  <a:cubicBezTo>
                    <a:pt x="59" y="1354"/>
                    <a:pt x="1" y="1486"/>
                    <a:pt x="33" y="1614"/>
                  </a:cubicBezTo>
                  <a:cubicBezTo>
                    <a:pt x="65" y="1741"/>
                    <a:pt x="179" y="1829"/>
                    <a:pt x="311" y="1829"/>
                  </a:cubicBezTo>
                  <a:cubicBezTo>
                    <a:pt x="357" y="1829"/>
                    <a:pt x="404" y="1817"/>
                    <a:pt x="445" y="1795"/>
                  </a:cubicBezTo>
                  <a:cubicBezTo>
                    <a:pt x="463" y="1785"/>
                    <a:pt x="2160" y="879"/>
                    <a:pt x="4198" y="569"/>
                  </a:cubicBezTo>
                  <a:cubicBezTo>
                    <a:pt x="4356" y="548"/>
                    <a:pt x="4467" y="401"/>
                    <a:pt x="4443" y="244"/>
                  </a:cubicBezTo>
                  <a:cubicBezTo>
                    <a:pt x="4421" y="102"/>
                    <a:pt x="4299" y="1"/>
                    <a:pt x="41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16;p44">
              <a:extLst>
                <a:ext uri="{FF2B5EF4-FFF2-40B4-BE49-F238E27FC236}">
                  <a16:creationId xmlns:a16="http://schemas.microsoft.com/office/drawing/2014/main" id="{865885D7-4163-413C-B04F-C2E7AE0CF28B}"/>
                </a:ext>
              </a:extLst>
            </p:cNvPr>
            <p:cNvSpPr/>
            <p:nvPr/>
          </p:nvSpPr>
          <p:spPr>
            <a:xfrm>
              <a:off x="449529" y="3393316"/>
              <a:ext cx="220138" cy="137210"/>
            </a:xfrm>
            <a:custGeom>
              <a:avLst/>
              <a:gdLst/>
              <a:ahLst/>
              <a:cxnLst/>
              <a:rect l="l" t="t" r="r" b="b"/>
              <a:pathLst>
                <a:path w="14932" h="9307" extrusionOk="0">
                  <a:moveTo>
                    <a:pt x="12999" y="0"/>
                  </a:moveTo>
                  <a:cubicBezTo>
                    <a:pt x="12986" y="0"/>
                    <a:pt x="12972" y="0"/>
                    <a:pt x="12959" y="0"/>
                  </a:cubicBezTo>
                  <a:cubicBezTo>
                    <a:pt x="10961" y="29"/>
                    <a:pt x="1254" y="166"/>
                    <a:pt x="1" y="2325"/>
                  </a:cubicBezTo>
                  <a:cubicBezTo>
                    <a:pt x="1" y="2325"/>
                    <a:pt x="1521" y="8870"/>
                    <a:pt x="2811" y="9280"/>
                  </a:cubicBezTo>
                  <a:cubicBezTo>
                    <a:pt x="2866" y="9298"/>
                    <a:pt x="2936" y="9306"/>
                    <a:pt x="3018" y="9306"/>
                  </a:cubicBezTo>
                  <a:cubicBezTo>
                    <a:pt x="4861" y="9306"/>
                    <a:pt x="13173" y="5070"/>
                    <a:pt x="13152" y="3567"/>
                  </a:cubicBezTo>
                  <a:cubicBezTo>
                    <a:pt x="13130" y="2007"/>
                    <a:pt x="14932" y="0"/>
                    <a:pt x="1299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17;p44">
              <a:extLst>
                <a:ext uri="{FF2B5EF4-FFF2-40B4-BE49-F238E27FC236}">
                  <a16:creationId xmlns:a16="http://schemas.microsoft.com/office/drawing/2014/main" id="{9B9FD0AB-17CD-4B83-B619-6F31146D3EFA}"/>
                </a:ext>
              </a:extLst>
            </p:cNvPr>
            <p:cNvSpPr/>
            <p:nvPr/>
          </p:nvSpPr>
          <p:spPr>
            <a:xfrm>
              <a:off x="445195" y="3389115"/>
              <a:ext cx="215833" cy="145540"/>
            </a:xfrm>
            <a:custGeom>
              <a:avLst/>
              <a:gdLst/>
              <a:ahLst/>
              <a:cxnLst/>
              <a:rect l="l" t="t" r="r" b="b"/>
              <a:pathLst>
                <a:path w="14640" h="9872" extrusionOk="0">
                  <a:moveTo>
                    <a:pt x="13334" y="570"/>
                  </a:moveTo>
                  <a:cubicBezTo>
                    <a:pt x="13607" y="570"/>
                    <a:pt x="13791" y="629"/>
                    <a:pt x="13857" y="721"/>
                  </a:cubicBezTo>
                  <a:cubicBezTo>
                    <a:pt x="14000" y="923"/>
                    <a:pt x="13786" y="1511"/>
                    <a:pt x="13597" y="2028"/>
                  </a:cubicBezTo>
                  <a:cubicBezTo>
                    <a:pt x="13388" y="2600"/>
                    <a:pt x="13151" y="3248"/>
                    <a:pt x="13160" y="3855"/>
                  </a:cubicBezTo>
                  <a:cubicBezTo>
                    <a:pt x="13161" y="3923"/>
                    <a:pt x="13104" y="4306"/>
                    <a:pt x="11873" y="5219"/>
                  </a:cubicBezTo>
                  <a:cubicBezTo>
                    <a:pt x="9345" y="7094"/>
                    <a:pt x="4482" y="9311"/>
                    <a:pt x="3336" y="9311"/>
                  </a:cubicBezTo>
                  <a:cubicBezTo>
                    <a:pt x="3278" y="9311"/>
                    <a:pt x="3229" y="9305"/>
                    <a:pt x="3191" y="9293"/>
                  </a:cubicBezTo>
                  <a:cubicBezTo>
                    <a:pt x="2420" y="9048"/>
                    <a:pt x="1224" y="5311"/>
                    <a:pt x="600" y="2665"/>
                  </a:cubicBezTo>
                  <a:cubicBezTo>
                    <a:pt x="1090" y="2018"/>
                    <a:pt x="3317" y="711"/>
                    <a:pt x="13257" y="571"/>
                  </a:cubicBezTo>
                  <a:cubicBezTo>
                    <a:pt x="13283" y="570"/>
                    <a:pt x="13309" y="570"/>
                    <a:pt x="13334" y="570"/>
                  </a:cubicBezTo>
                  <a:close/>
                  <a:moveTo>
                    <a:pt x="13286" y="0"/>
                  </a:moveTo>
                  <a:cubicBezTo>
                    <a:pt x="13274" y="0"/>
                    <a:pt x="13261" y="0"/>
                    <a:pt x="13248" y="0"/>
                  </a:cubicBezTo>
                  <a:cubicBezTo>
                    <a:pt x="7836" y="77"/>
                    <a:pt x="1152" y="566"/>
                    <a:pt x="48" y="2466"/>
                  </a:cubicBezTo>
                  <a:cubicBezTo>
                    <a:pt x="11" y="2529"/>
                    <a:pt x="0" y="2604"/>
                    <a:pt x="17" y="2675"/>
                  </a:cubicBezTo>
                  <a:cubicBezTo>
                    <a:pt x="276" y="3794"/>
                    <a:pt x="1643" y="9400"/>
                    <a:pt x="3018" y="9838"/>
                  </a:cubicBezTo>
                  <a:cubicBezTo>
                    <a:pt x="3091" y="9861"/>
                    <a:pt x="3180" y="9872"/>
                    <a:pt x="3287" y="9872"/>
                  </a:cubicBezTo>
                  <a:cubicBezTo>
                    <a:pt x="4845" y="9872"/>
                    <a:pt x="9801" y="7469"/>
                    <a:pt x="12214" y="5676"/>
                  </a:cubicBezTo>
                  <a:cubicBezTo>
                    <a:pt x="13583" y="4661"/>
                    <a:pt x="13735" y="4147"/>
                    <a:pt x="13732" y="3848"/>
                  </a:cubicBezTo>
                  <a:cubicBezTo>
                    <a:pt x="13724" y="3345"/>
                    <a:pt x="13942" y="2750"/>
                    <a:pt x="14134" y="2225"/>
                  </a:cubicBezTo>
                  <a:cubicBezTo>
                    <a:pt x="14405" y="1480"/>
                    <a:pt x="14640" y="838"/>
                    <a:pt x="14322" y="391"/>
                  </a:cubicBezTo>
                  <a:cubicBezTo>
                    <a:pt x="14136" y="127"/>
                    <a:pt x="13789" y="0"/>
                    <a:pt x="13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18;p44">
              <a:extLst>
                <a:ext uri="{FF2B5EF4-FFF2-40B4-BE49-F238E27FC236}">
                  <a16:creationId xmlns:a16="http://schemas.microsoft.com/office/drawing/2014/main" id="{988FEB37-1AE6-4F6D-A386-0E948D53BC3F}"/>
                </a:ext>
              </a:extLst>
            </p:cNvPr>
            <p:cNvSpPr/>
            <p:nvPr/>
          </p:nvSpPr>
          <p:spPr>
            <a:xfrm>
              <a:off x="473840" y="3341334"/>
              <a:ext cx="667698" cy="227967"/>
            </a:xfrm>
            <a:custGeom>
              <a:avLst/>
              <a:gdLst/>
              <a:ahLst/>
              <a:cxnLst/>
              <a:rect l="l" t="t" r="r" b="b"/>
              <a:pathLst>
                <a:path w="45290" h="15463" extrusionOk="0">
                  <a:moveTo>
                    <a:pt x="37787" y="0"/>
                  </a:moveTo>
                  <a:cubicBezTo>
                    <a:pt x="37770" y="0"/>
                    <a:pt x="37753" y="0"/>
                    <a:pt x="37736" y="1"/>
                  </a:cubicBezTo>
                  <a:cubicBezTo>
                    <a:pt x="36166" y="22"/>
                    <a:pt x="29160" y="3988"/>
                    <a:pt x="29160" y="3988"/>
                  </a:cubicBezTo>
                  <a:cubicBezTo>
                    <a:pt x="29160" y="3988"/>
                    <a:pt x="10485" y="5822"/>
                    <a:pt x="7076" y="7013"/>
                  </a:cubicBezTo>
                  <a:cubicBezTo>
                    <a:pt x="3666" y="8203"/>
                    <a:pt x="0" y="11395"/>
                    <a:pt x="445" y="12531"/>
                  </a:cubicBezTo>
                  <a:cubicBezTo>
                    <a:pt x="886" y="13661"/>
                    <a:pt x="3737" y="15462"/>
                    <a:pt x="5172" y="15462"/>
                  </a:cubicBezTo>
                  <a:cubicBezTo>
                    <a:pt x="5180" y="15462"/>
                    <a:pt x="5188" y="15462"/>
                    <a:pt x="5197" y="15462"/>
                  </a:cubicBezTo>
                  <a:cubicBezTo>
                    <a:pt x="6624" y="15442"/>
                    <a:pt x="8753" y="14555"/>
                    <a:pt x="9181" y="14550"/>
                  </a:cubicBezTo>
                  <a:cubicBezTo>
                    <a:pt x="9609" y="14543"/>
                    <a:pt x="28063" y="7145"/>
                    <a:pt x="28490" y="6996"/>
                  </a:cubicBezTo>
                  <a:cubicBezTo>
                    <a:pt x="28916" y="6848"/>
                    <a:pt x="31766" y="6521"/>
                    <a:pt x="33043" y="5933"/>
                  </a:cubicBezTo>
                  <a:cubicBezTo>
                    <a:pt x="34319" y="5344"/>
                    <a:pt x="36224" y="3457"/>
                    <a:pt x="36224" y="3457"/>
                  </a:cubicBezTo>
                  <a:cubicBezTo>
                    <a:pt x="36224" y="3457"/>
                    <a:pt x="43313" y="3434"/>
                    <a:pt x="44023" y="3138"/>
                  </a:cubicBezTo>
                  <a:cubicBezTo>
                    <a:pt x="44731" y="2842"/>
                    <a:pt x="45289" y="2027"/>
                    <a:pt x="42854" y="1490"/>
                  </a:cubicBezTo>
                  <a:cubicBezTo>
                    <a:pt x="40447" y="959"/>
                    <a:pt x="39330" y="0"/>
                    <a:pt x="377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19;p44">
              <a:extLst>
                <a:ext uri="{FF2B5EF4-FFF2-40B4-BE49-F238E27FC236}">
                  <a16:creationId xmlns:a16="http://schemas.microsoft.com/office/drawing/2014/main" id="{9B71DCDB-29B8-4BE5-ACEB-889D7BFFCD95}"/>
                </a:ext>
              </a:extLst>
            </p:cNvPr>
            <p:cNvSpPr/>
            <p:nvPr/>
          </p:nvSpPr>
          <p:spPr>
            <a:xfrm>
              <a:off x="474990" y="3337117"/>
              <a:ext cx="661476" cy="236370"/>
            </a:xfrm>
            <a:custGeom>
              <a:avLst/>
              <a:gdLst/>
              <a:ahLst/>
              <a:cxnLst/>
              <a:rect l="l" t="t" r="r" b="b"/>
              <a:pathLst>
                <a:path w="44868" h="16033" extrusionOk="0">
                  <a:moveTo>
                    <a:pt x="37711" y="573"/>
                  </a:moveTo>
                  <a:cubicBezTo>
                    <a:pt x="38496" y="573"/>
                    <a:pt x="39173" y="842"/>
                    <a:pt x="40024" y="1181"/>
                  </a:cubicBezTo>
                  <a:cubicBezTo>
                    <a:pt x="40762" y="1475"/>
                    <a:pt x="41598" y="1808"/>
                    <a:pt x="42715" y="2054"/>
                  </a:cubicBezTo>
                  <a:cubicBezTo>
                    <a:pt x="44213" y="2384"/>
                    <a:pt x="44263" y="2759"/>
                    <a:pt x="44265" y="2774"/>
                  </a:cubicBezTo>
                  <a:cubicBezTo>
                    <a:pt x="44274" y="2872"/>
                    <a:pt x="44115" y="3043"/>
                    <a:pt x="43835" y="3160"/>
                  </a:cubicBezTo>
                  <a:cubicBezTo>
                    <a:pt x="43355" y="3359"/>
                    <a:pt x="38863" y="3447"/>
                    <a:pt x="36144" y="3456"/>
                  </a:cubicBezTo>
                  <a:cubicBezTo>
                    <a:pt x="36069" y="3456"/>
                    <a:pt x="35998" y="3486"/>
                    <a:pt x="35944" y="3538"/>
                  </a:cubicBezTo>
                  <a:cubicBezTo>
                    <a:pt x="35926" y="3557"/>
                    <a:pt x="34060" y="5397"/>
                    <a:pt x="32845" y="5958"/>
                  </a:cubicBezTo>
                  <a:cubicBezTo>
                    <a:pt x="32000" y="6349"/>
                    <a:pt x="30402" y="6625"/>
                    <a:pt x="29345" y="6807"/>
                  </a:cubicBezTo>
                  <a:cubicBezTo>
                    <a:pt x="28771" y="6906"/>
                    <a:pt x="28465" y="6961"/>
                    <a:pt x="28317" y="7012"/>
                  </a:cubicBezTo>
                  <a:cubicBezTo>
                    <a:pt x="28207" y="7052"/>
                    <a:pt x="27072" y="7502"/>
                    <a:pt x="24910" y="8362"/>
                  </a:cubicBezTo>
                  <a:cubicBezTo>
                    <a:pt x="19951" y="10334"/>
                    <a:pt x="9632" y="14438"/>
                    <a:pt x="9099" y="14549"/>
                  </a:cubicBezTo>
                  <a:cubicBezTo>
                    <a:pt x="8916" y="14551"/>
                    <a:pt x="8607" y="14645"/>
                    <a:pt x="8032" y="14822"/>
                  </a:cubicBezTo>
                  <a:cubicBezTo>
                    <a:pt x="7173" y="15086"/>
                    <a:pt x="5996" y="15449"/>
                    <a:pt x="5115" y="15462"/>
                  </a:cubicBezTo>
                  <a:lnTo>
                    <a:pt x="5094" y="15462"/>
                  </a:lnTo>
                  <a:cubicBezTo>
                    <a:pt x="3723" y="15462"/>
                    <a:pt x="1007" y="13671"/>
                    <a:pt x="632" y="12712"/>
                  </a:cubicBezTo>
                  <a:cubicBezTo>
                    <a:pt x="592" y="12611"/>
                    <a:pt x="622" y="12440"/>
                    <a:pt x="718" y="12232"/>
                  </a:cubicBezTo>
                  <a:cubicBezTo>
                    <a:pt x="1323" y="10916"/>
                    <a:pt x="4302" y="8541"/>
                    <a:pt x="7092" y="7567"/>
                  </a:cubicBezTo>
                  <a:cubicBezTo>
                    <a:pt x="10430" y="6402"/>
                    <a:pt x="28925" y="4577"/>
                    <a:pt x="29111" y="4558"/>
                  </a:cubicBezTo>
                  <a:cubicBezTo>
                    <a:pt x="29151" y="4554"/>
                    <a:pt x="29189" y="4542"/>
                    <a:pt x="29224" y="4522"/>
                  </a:cubicBezTo>
                  <a:cubicBezTo>
                    <a:pt x="31154" y="3430"/>
                    <a:pt x="36434" y="590"/>
                    <a:pt x="37662" y="573"/>
                  </a:cubicBezTo>
                  <a:close/>
                  <a:moveTo>
                    <a:pt x="37748" y="1"/>
                  </a:moveTo>
                  <a:cubicBezTo>
                    <a:pt x="37717" y="1"/>
                    <a:pt x="37685" y="1"/>
                    <a:pt x="37653" y="2"/>
                  </a:cubicBezTo>
                  <a:cubicBezTo>
                    <a:pt x="36090" y="24"/>
                    <a:pt x="29930" y="3468"/>
                    <a:pt x="28994" y="3996"/>
                  </a:cubicBezTo>
                  <a:cubicBezTo>
                    <a:pt x="27629" y="4131"/>
                    <a:pt x="10243" y="5863"/>
                    <a:pt x="6904" y="7029"/>
                  </a:cubicBezTo>
                  <a:cubicBezTo>
                    <a:pt x="3938" y="8064"/>
                    <a:pt x="863" y="10548"/>
                    <a:pt x="199" y="11995"/>
                  </a:cubicBezTo>
                  <a:cubicBezTo>
                    <a:pt x="34" y="12354"/>
                    <a:pt x="0" y="12666"/>
                    <a:pt x="100" y="12921"/>
                  </a:cubicBezTo>
                  <a:cubicBezTo>
                    <a:pt x="595" y="14186"/>
                    <a:pt x="3568" y="16033"/>
                    <a:pt x="5097" y="16033"/>
                  </a:cubicBezTo>
                  <a:lnTo>
                    <a:pt x="5123" y="16033"/>
                  </a:lnTo>
                  <a:cubicBezTo>
                    <a:pt x="6086" y="16020"/>
                    <a:pt x="7308" y="15643"/>
                    <a:pt x="8201" y="15368"/>
                  </a:cubicBezTo>
                  <a:cubicBezTo>
                    <a:pt x="8573" y="15252"/>
                    <a:pt x="8996" y="15122"/>
                    <a:pt x="9107" y="15121"/>
                  </a:cubicBezTo>
                  <a:cubicBezTo>
                    <a:pt x="9387" y="15116"/>
                    <a:pt x="13278" y="13603"/>
                    <a:pt x="25121" y="8893"/>
                  </a:cubicBezTo>
                  <a:cubicBezTo>
                    <a:pt x="26953" y="8164"/>
                    <a:pt x="28400" y="7588"/>
                    <a:pt x="28506" y="7551"/>
                  </a:cubicBezTo>
                  <a:cubicBezTo>
                    <a:pt x="28616" y="7513"/>
                    <a:pt x="29017" y="7443"/>
                    <a:pt x="29442" y="7371"/>
                  </a:cubicBezTo>
                  <a:cubicBezTo>
                    <a:pt x="30529" y="7182"/>
                    <a:pt x="32171" y="6899"/>
                    <a:pt x="33084" y="6478"/>
                  </a:cubicBezTo>
                  <a:cubicBezTo>
                    <a:pt x="34251" y="5939"/>
                    <a:pt x="35873" y="4405"/>
                    <a:pt x="36262" y="4026"/>
                  </a:cubicBezTo>
                  <a:cubicBezTo>
                    <a:pt x="37683" y="4021"/>
                    <a:pt x="43350" y="3981"/>
                    <a:pt x="44053" y="3687"/>
                  </a:cubicBezTo>
                  <a:cubicBezTo>
                    <a:pt x="44569" y="3473"/>
                    <a:pt x="44868" y="3103"/>
                    <a:pt x="44834" y="2724"/>
                  </a:cubicBezTo>
                  <a:cubicBezTo>
                    <a:pt x="44786" y="2184"/>
                    <a:pt x="44133" y="1782"/>
                    <a:pt x="42838" y="1497"/>
                  </a:cubicBezTo>
                  <a:cubicBezTo>
                    <a:pt x="41765" y="1261"/>
                    <a:pt x="40953" y="937"/>
                    <a:pt x="40235" y="651"/>
                  </a:cubicBezTo>
                  <a:cubicBezTo>
                    <a:pt x="39375" y="308"/>
                    <a:pt x="38633" y="1"/>
                    <a:pt x="3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20;p44">
              <a:extLst>
                <a:ext uri="{FF2B5EF4-FFF2-40B4-BE49-F238E27FC236}">
                  <a16:creationId xmlns:a16="http://schemas.microsoft.com/office/drawing/2014/main" id="{BBCD61B2-1C90-4EB4-9E9E-7F1878C7E10C}"/>
                </a:ext>
              </a:extLst>
            </p:cNvPr>
            <p:cNvSpPr/>
            <p:nvPr/>
          </p:nvSpPr>
          <p:spPr>
            <a:xfrm>
              <a:off x="990572" y="3367738"/>
              <a:ext cx="121421" cy="25829"/>
            </a:xfrm>
            <a:custGeom>
              <a:avLst/>
              <a:gdLst/>
              <a:ahLst/>
              <a:cxnLst/>
              <a:rect l="l" t="t" r="r" b="b"/>
              <a:pathLst>
                <a:path w="8236" h="1752" extrusionOk="0">
                  <a:moveTo>
                    <a:pt x="1954" y="1"/>
                  </a:moveTo>
                  <a:cubicBezTo>
                    <a:pt x="764" y="1"/>
                    <a:pt x="192" y="384"/>
                    <a:pt x="166" y="401"/>
                  </a:cubicBezTo>
                  <a:cubicBezTo>
                    <a:pt x="35" y="489"/>
                    <a:pt x="1" y="668"/>
                    <a:pt x="90" y="798"/>
                  </a:cubicBezTo>
                  <a:cubicBezTo>
                    <a:pt x="144" y="879"/>
                    <a:pt x="234" y="923"/>
                    <a:pt x="325" y="923"/>
                  </a:cubicBezTo>
                  <a:cubicBezTo>
                    <a:pt x="381" y="923"/>
                    <a:pt x="437" y="907"/>
                    <a:pt x="486" y="873"/>
                  </a:cubicBezTo>
                  <a:cubicBezTo>
                    <a:pt x="491" y="870"/>
                    <a:pt x="958" y="571"/>
                    <a:pt x="1950" y="571"/>
                  </a:cubicBezTo>
                  <a:cubicBezTo>
                    <a:pt x="2054" y="571"/>
                    <a:pt x="2165" y="574"/>
                    <a:pt x="2281" y="582"/>
                  </a:cubicBezTo>
                  <a:cubicBezTo>
                    <a:pt x="3594" y="664"/>
                    <a:pt x="7821" y="1732"/>
                    <a:pt x="7864" y="1743"/>
                  </a:cubicBezTo>
                  <a:cubicBezTo>
                    <a:pt x="7887" y="1748"/>
                    <a:pt x="7911" y="1751"/>
                    <a:pt x="7934" y="1752"/>
                  </a:cubicBezTo>
                  <a:cubicBezTo>
                    <a:pt x="8078" y="1752"/>
                    <a:pt x="8200" y="1644"/>
                    <a:pt x="8218" y="1500"/>
                  </a:cubicBezTo>
                  <a:cubicBezTo>
                    <a:pt x="8236" y="1358"/>
                    <a:pt x="8144" y="1223"/>
                    <a:pt x="8004" y="1188"/>
                  </a:cubicBezTo>
                  <a:cubicBezTo>
                    <a:pt x="7828" y="1144"/>
                    <a:pt x="3682" y="97"/>
                    <a:pt x="2317" y="12"/>
                  </a:cubicBezTo>
                  <a:cubicBezTo>
                    <a:pt x="2190" y="4"/>
                    <a:pt x="2069" y="1"/>
                    <a:pt x="19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21;p44">
              <a:extLst>
                <a:ext uri="{FF2B5EF4-FFF2-40B4-BE49-F238E27FC236}">
                  <a16:creationId xmlns:a16="http://schemas.microsoft.com/office/drawing/2014/main" id="{FE5E1448-CD83-42CB-9B5B-AD19B3F2904A}"/>
                </a:ext>
              </a:extLst>
            </p:cNvPr>
            <p:cNvSpPr/>
            <p:nvPr/>
          </p:nvSpPr>
          <p:spPr>
            <a:xfrm>
              <a:off x="1013306" y="3349177"/>
              <a:ext cx="120507" cy="34881"/>
            </a:xfrm>
            <a:custGeom>
              <a:avLst/>
              <a:gdLst/>
              <a:ahLst/>
              <a:cxnLst/>
              <a:rect l="l" t="t" r="r" b="b"/>
              <a:pathLst>
                <a:path w="8174" h="2366" extrusionOk="0">
                  <a:moveTo>
                    <a:pt x="1442" y="0"/>
                  </a:moveTo>
                  <a:cubicBezTo>
                    <a:pt x="784" y="0"/>
                    <a:pt x="238" y="248"/>
                    <a:pt x="207" y="262"/>
                  </a:cubicBezTo>
                  <a:cubicBezTo>
                    <a:pt x="63" y="328"/>
                    <a:pt x="0" y="497"/>
                    <a:pt x="66" y="641"/>
                  </a:cubicBezTo>
                  <a:cubicBezTo>
                    <a:pt x="115" y="745"/>
                    <a:pt x="218" y="807"/>
                    <a:pt x="326" y="807"/>
                  </a:cubicBezTo>
                  <a:cubicBezTo>
                    <a:pt x="366" y="807"/>
                    <a:pt x="406" y="798"/>
                    <a:pt x="445" y="781"/>
                  </a:cubicBezTo>
                  <a:cubicBezTo>
                    <a:pt x="451" y="778"/>
                    <a:pt x="912" y="571"/>
                    <a:pt x="1442" y="571"/>
                  </a:cubicBezTo>
                  <a:cubicBezTo>
                    <a:pt x="1624" y="571"/>
                    <a:pt x="1814" y="596"/>
                    <a:pt x="1996" y="661"/>
                  </a:cubicBezTo>
                  <a:cubicBezTo>
                    <a:pt x="2306" y="772"/>
                    <a:pt x="3103" y="977"/>
                    <a:pt x="4026" y="1214"/>
                  </a:cubicBezTo>
                  <a:cubicBezTo>
                    <a:pt x="5254" y="1529"/>
                    <a:pt x="7295" y="2053"/>
                    <a:pt x="7611" y="2253"/>
                  </a:cubicBezTo>
                  <a:cubicBezTo>
                    <a:pt x="7665" y="2323"/>
                    <a:pt x="7749" y="2366"/>
                    <a:pt x="7839" y="2366"/>
                  </a:cubicBezTo>
                  <a:lnTo>
                    <a:pt x="7839" y="2366"/>
                  </a:lnTo>
                  <a:cubicBezTo>
                    <a:pt x="8035" y="2366"/>
                    <a:pt x="8173" y="2171"/>
                    <a:pt x="8108" y="1987"/>
                  </a:cubicBezTo>
                  <a:cubicBezTo>
                    <a:pt x="8013" y="1711"/>
                    <a:pt x="7613" y="1545"/>
                    <a:pt x="4167" y="660"/>
                  </a:cubicBezTo>
                  <a:cubicBezTo>
                    <a:pt x="3296" y="437"/>
                    <a:pt x="2474" y="225"/>
                    <a:pt x="2190" y="123"/>
                  </a:cubicBezTo>
                  <a:cubicBezTo>
                    <a:pt x="1939" y="34"/>
                    <a:pt x="1683" y="0"/>
                    <a:pt x="1442" y="0"/>
                  </a:cubicBezTo>
                  <a:close/>
                  <a:moveTo>
                    <a:pt x="7839" y="2366"/>
                  </a:moveTo>
                  <a:cubicBezTo>
                    <a:pt x="7839" y="2366"/>
                    <a:pt x="7839" y="2366"/>
                    <a:pt x="7838" y="2366"/>
                  </a:cubicBezTo>
                  <a:lnTo>
                    <a:pt x="7839" y="2366"/>
                  </a:lnTo>
                  <a:cubicBezTo>
                    <a:pt x="7839" y="2366"/>
                    <a:pt x="7839" y="2366"/>
                    <a:pt x="7839" y="23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22;p44">
              <a:extLst>
                <a:ext uri="{FF2B5EF4-FFF2-40B4-BE49-F238E27FC236}">
                  <a16:creationId xmlns:a16="http://schemas.microsoft.com/office/drawing/2014/main" id="{1DA61D1C-71A8-4608-ABD8-9CD910FAC191}"/>
                </a:ext>
              </a:extLst>
            </p:cNvPr>
            <p:cNvSpPr/>
            <p:nvPr/>
          </p:nvSpPr>
          <p:spPr>
            <a:xfrm>
              <a:off x="913497" y="3407514"/>
              <a:ext cx="583178" cy="29294"/>
            </a:xfrm>
            <a:custGeom>
              <a:avLst/>
              <a:gdLst/>
              <a:ahLst/>
              <a:cxnLst/>
              <a:rect l="l" t="t" r="r" b="b"/>
              <a:pathLst>
                <a:path w="39557" h="1987" extrusionOk="0">
                  <a:moveTo>
                    <a:pt x="39536" y="1"/>
                  </a:moveTo>
                  <a:lnTo>
                    <a:pt x="0" y="560"/>
                  </a:lnTo>
                  <a:lnTo>
                    <a:pt x="20" y="1987"/>
                  </a:lnTo>
                  <a:lnTo>
                    <a:pt x="39556" y="1428"/>
                  </a:lnTo>
                  <a:lnTo>
                    <a:pt x="395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23;p44">
              <a:extLst>
                <a:ext uri="{FF2B5EF4-FFF2-40B4-BE49-F238E27FC236}">
                  <a16:creationId xmlns:a16="http://schemas.microsoft.com/office/drawing/2014/main" id="{B6B77C55-F628-4099-9F26-595690720498}"/>
                </a:ext>
              </a:extLst>
            </p:cNvPr>
            <p:cNvSpPr/>
            <p:nvPr/>
          </p:nvSpPr>
          <p:spPr>
            <a:xfrm>
              <a:off x="909207" y="3403356"/>
              <a:ext cx="591655" cy="37682"/>
            </a:xfrm>
            <a:custGeom>
              <a:avLst/>
              <a:gdLst/>
              <a:ahLst/>
              <a:cxnLst/>
              <a:rect l="l" t="t" r="r" b="b"/>
              <a:pathLst>
                <a:path w="40132" h="2556" extrusionOk="0">
                  <a:moveTo>
                    <a:pt x="39542" y="574"/>
                  </a:moveTo>
                  <a:lnTo>
                    <a:pt x="39555" y="1431"/>
                  </a:lnTo>
                  <a:lnTo>
                    <a:pt x="589" y="1981"/>
                  </a:lnTo>
                  <a:lnTo>
                    <a:pt x="576" y="1124"/>
                  </a:lnTo>
                  <a:lnTo>
                    <a:pt x="39542" y="574"/>
                  </a:lnTo>
                  <a:close/>
                  <a:moveTo>
                    <a:pt x="39820" y="1"/>
                  </a:moveTo>
                  <a:lnTo>
                    <a:pt x="284" y="559"/>
                  </a:lnTo>
                  <a:cubicBezTo>
                    <a:pt x="126" y="560"/>
                    <a:pt x="0" y="690"/>
                    <a:pt x="2" y="848"/>
                  </a:cubicBezTo>
                  <a:lnTo>
                    <a:pt x="22" y="2274"/>
                  </a:lnTo>
                  <a:cubicBezTo>
                    <a:pt x="24" y="2431"/>
                    <a:pt x="151" y="2556"/>
                    <a:pt x="308" y="2556"/>
                  </a:cubicBezTo>
                  <a:lnTo>
                    <a:pt x="311" y="2556"/>
                  </a:lnTo>
                  <a:lnTo>
                    <a:pt x="39847" y="1999"/>
                  </a:lnTo>
                  <a:cubicBezTo>
                    <a:pt x="40006" y="1997"/>
                    <a:pt x="40132" y="1868"/>
                    <a:pt x="40129" y="1710"/>
                  </a:cubicBezTo>
                  <a:lnTo>
                    <a:pt x="40109" y="283"/>
                  </a:lnTo>
                  <a:cubicBezTo>
                    <a:pt x="40108" y="206"/>
                    <a:pt x="40076" y="135"/>
                    <a:pt x="40023" y="81"/>
                  </a:cubicBezTo>
                  <a:cubicBezTo>
                    <a:pt x="39969" y="29"/>
                    <a:pt x="39885" y="12"/>
                    <a:pt x="39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24;p44">
              <a:extLst>
                <a:ext uri="{FF2B5EF4-FFF2-40B4-BE49-F238E27FC236}">
                  <a16:creationId xmlns:a16="http://schemas.microsoft.com/office/drawing/2014/main" id="{B4A9A309-2B08-49CC-82C8-3E81273471BA}"/>
                </a:ext>
              </a:extLst>
            </p:cNvPr>
            <p:cNvSpPr/>
            <p:nvPr/>
          </p:nvSpPr>
          <p:spPr>
            <a:xfrm>
              <a:off x="1176655" y="3120281"/>
              <a:ext cx="393483" cy="304422"/>
            </a:xfrm>
            <a:custGeom>
              <a:avLst/>
              <a:gdLst/>
              <a:ahLst/>
              <a:cxnLst/>
              <a:rect l="l" t="t" r="r" b="b"/>
              <a:pathLst>
                <a:path w="26690" h="20649" extrusionOk="0">
                  <a:moveTo>
                    <a:pt x="26689" y="1"/>
                  </a:moveTo>
                  <a:lnTo>
                    <a:pt x="5138" y="305"/>
                  </a:lnTo>
                  <a:lnTo>
                    <a:pt x="0" y="20649"/>
                  </a:lnTo>
                  <a:lnTo>
                    <a:pt x="21552" y="20345"/>
                  </a:lnTo>
                  <a:lnTo>
                    <a:pt x="266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25;p44">
              <a:extLst>
                <a:ext uri="{FF2B5EF4-FFF2-40B4-BE49-F238E27FC236}">
                  <a16:creationId xmlns:a16="http://schemas.microsoft.com/office/drawing/2014/main" id="{68E74633-21F2-4E38-98E3-7005063C949C}"/>
                </a:ext>
              </a:extLst>
            </p:cNvPr>
            <p:cNvSpPr/>
            <p:nvPr/>
          </p:nvSpPr>
          <p:spPr>
            <a:xfrm>
              <a:off x="1171893" y="3116065"/>
              <a:ext cx="403007" cy="312855"/>
            </a:xfrm>
            <a:custGeom>
              <a:avLst/>
              <a:gdLst/>
              <a:ahLst/>
              <a:cxnLst/>
              <a:rect l="l" t="t" r="r" b="b"/>
              <a:pathLst>
                <a:path w="27336" h="21221" extrusionOk="0">
                  <a:moveTo>
                    <a:pt x="26644" y="577"/>
                  </a:moveTo>
                  <a:lnTo>
                    <a:pt x="21652" y="20349"/>
                  </a:lnTo>
                  <a:lnTo>
                    <a:pt x="691" y="20644"/>
                  </a:lnTo>
                  <a:lnTo>
                    <a:pt x="5684" y="873"/>
                  </a:lnTo>
                  <a:lnTo>
                    <a:pt x="26644" y="577"/>
                  </a:lnTo>
                  <a:close/>
                  <a:moveTo>
                    <a:pt x="27012" y="1"/>
                  </a:moveTo>
                  <a:cubicBezTo>
                    <a:pt x="27010" y="1"/>
                    <a:pt x="27009" y="1"/>
                    <a:pt x="27008" y="1"/>
                  </a:cubicBezTo>
                  <a:lnTo>
                    <a:pt x="5457" y="305"/>
                  </a:lnTo>
                  <a:cubicBezTo>
                    <a:pt x="5327" y="306"/>
                    <a:pt x="5215" y="396"/>
                    <a:pt x="5184" y="521"/>
                  </a:cubicBezTo>
                  <a:lnTo>
                    <a:pt x="46" y="20865"/>
                  </a:lnTo>
                  <a:cubicBezTo>
                    <a:pt x="0" y="21045"/>
                    <a:pt x="136" y="21221"/>
                    <a:pt x="322" y="21221"/>
                  </a:cubicBezTo>
                  <a:lnTo>
                    <a:pt x="326" y="21221"/>
                  </a:lnTo>
                  <a:lnTo>
                    <a:pt x="21879" y="20916"/>
                  </a:lnTo>
                  <a:cubicBezTo>
                    <a:pt x="22008" y="20914"/>
                    <a:pt x="22120" y="20826"/>
                    <a:pt x="22152" y="20701"/>
                  </a:cubicBezTo>
                  <a:lnTo>
                    <a:pt x="27289" y="356"/>
                  </a:lnTo>
                  <a:cubicBezTo>
                    <a:pt x="27335" y="176"/>
                    <a:pt x="27198" y="1"/>
                    <a:pt x="270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26;p44">
              <a:extLst>
                <a:ext uri="{FF2B5EF4-FFF2-40B4-BE49-F238E27FC236}">
                  <a16:creationId xmlns:a16="http://schemas.microsoft.com/office/drawing/2014/main" id="{01598E43-330A-466F-9339-436C677B6F81}"/>
                </a:ext>
              </a:extLst>
            </p:cNvPr>
            <p:cNvSpPr/>
            <p:nvPr/>
          </p:nvSpPr>
          <p:spPr>
            <a:xfrm>
              <a:off x="797797" y="3598432"/>
              <a:ext cx="72991" cy="49447"/>
            </a:xfrm>
            <a:custGeom>
              <a:avLst/>
              <a:gdLst/>
              <a:ahLst/>
              <a:cxnLst/>
              <a:rect l="l" t="t" r="r" b="b"/>
              <a:pathLst>
                <a:path w="4951" h="3354" extrusionOk="0">
                  <a:moveTo>
                    <a:pt x="4950" y="1"/>
                  </a:moveTo>
                  <a:lnTo>
                    <a:pt x="99" y="211"/>
                  </a:lnTo>
                  <a:lnTo>
                    <a:pt x="0" y="3353"/>
                  </a:lnTo>
                  <a:lnTo>
                    <a:pt x="4853" y="3286"/>
                  </a:lnTo>
                  <a:lnTo>
                    <a:pt x="49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27;p44">
              <a:extLst>
                <a:ext uri="{FF2B5EF4-FFF2-40B4-BE49-F238E27FC236}">
                  <a16:creationId xmlns:a16="http://schemas.microsoft.com/office/drawing/2014/main" id="{26142F82-1BE1-4469-BC92-99CDB418E640}"/>
                </a:ext>
              </a:extLst>
            </p:cNvPr>
            <p:cNvSpPr/>
            <p:nvPr/>
          </p:nvSpPr>
          <p:spPr>
            <a:xfrm>
              <a:off x="793521" y="3594215"/>
              <a:ext cx="81512" cy="57880"/>
            </a:xfrm>
            <a:custGeom>
              <a:avLst/>
              <a:gdLst/>
              <a:ahLst/>
              <a:cxnLst/>
              <a:rect l="l" t="t" r="r" b="b"/>
              <a:pathLst>
                <a:path w="5529" h="3926" extrusionOk="0">
                  <a:moveTo>
                    <a:pt x="4944" y="586"/>
                  </a:moveTo>
                  <a:lnTo>
                    <a:pt x="4865" y="3290"/>
                  </a:lnTo>
                  <a:lnTo>
                    <a:pt x="585" y="3350"/>
                  </a:lnTo>
                  <a:lnTo>
                    <a:pt x="667" y="773"/>
                  </a:lnTo>
                  <a:lnTo>
                    <a:pt x="4944" y="586"/>
                  </a:lnTo>
                  <a:close/>
                  <a:moveTo>
                    <a:pt x="5228" y="1"/>
                  </a:moveTo>
                  <a:lnTo>
                    <a:pt x="376" y="213"/>
                  </a:lnTo>
                  <a:cubicBezTo>
                    <a:pt x="227" y="219"/>
                    <a:pt x="108" y="340"/>
                    <a:pt x="103" y="489"/>
                  </a:cubicBezTo>
                  <a:lnTo>
                    <a:pt x="6" y="3631"/>
                  </a:lnTo>
                  <a:cubicBezTo>
                    <a:pt x="0" y="3793"/>
                    <a:pt x="129" y="3925"/>
                    <a:pt x="290" y="3925"/>
                  </a:cubicBezTo>
                  <a:lnTo>
                    <a:pt x="295" y="3924"/>
                  </a:lnTo>
                  <a:lnTo>
                    <a:pt x="5148" y="3857"/>
                  </a:lnTo>
                  <a:cubicBezTo>
                    <a:pt x="5301" y="3855"/>
                    <a:pt x="5425" y="3732"/>
                    <a:pt x="5429" y="3580"/>
                  </a:cubicBezTo>
                  <a:lnTo>
                    <a:pt x="5526" y="294"/>
                  </a:lnTo>
                  <a:cubicBezTo>
                    <a:pt x="5528" y="215"/>
                    <a:pt x="5498" y="139"/>
                    <a:pt x="5441" y="82"/>
                  </a:cubicBezTo>
                  <a:cubicBezTo>
                    <a:pt x="5385" y="28"/>
                    <a:pt x="5310" y="3"/>
                    <a:pt x="52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28;p44">
              <a:extLst>
                <a:ext uri="{FF2B5EF4-FFF2-40B4-BE49-F238E27FC236}">
                  <a16:creationId xmlns:a16="http://schemas.microsoft.com/office/drawing/2014/main" id="{AD283BF4-8A86-47DB-A1C6-3B8C78E83E1E}"/>
                </a:ext>
              </a:extLst>
            </p:cNvPr>
            <p:cNvSpPr/>
            <p:nvPr/>
          </p:nvSpPr>
          <p:spPr>
            <a:xfrm>
              <a:off x="556974" y="4717256"/>
              <a:ext cx="169571" cy="214816"/>
            </a:xfrm>
            <a:custGeom>
              <a:avLst/>
              <a:gdLst/>
              <a:ahLst/>
              <a:cxnLst/>
              <a:rect l="l" t="t" r="r" b="b"/>
              <a:pathLst>
                <a:path w="11502" h="14571" extrusionOk="0">
                  <a:moveTo>
                    <a:pt x="9022" y="1"/>
                  </a:moveTo>
                  <a:lnTo>
                    <a:pt x="2873" y="607"/>
                  </a:lnTo>
                  <a:cubicBezTo>
                    <a:pt x="2873" y="607"/>
                    <a:pt x="2224" y="5022"/>
                    <a:pt x="2039" y="7445"/>
                  </a:cubicBezTo>
                  <a:cubicBezTo>
                    <a:pt x="1855" y="9870"/>
                    <a:pt x="0" y="12550"/>
                    <a:pt x="1407" y="13716"/>
                  </a:cubicBezTo>
                  <a:cubicBezTo>
                    <a:pt x="2142" y="14325"/>
                    <a:pt x="3608" y="14571"/>
                    <a:pt x="5169" y="14571"/>
                  </a:cubicBezTo>
                  <a:cubicBezTo>
                    <a:pt x="6599" y="14571"/>
                    <a:pt x="8108" y="14364"/>
                    <a:pt x="9206" y="14042"/>
                  </a:cubicBezTo>
                  <a:cubicBezTo>
                    <a:pt x="11502" y="13368"/>
                    <a:pt x="9868" y="8820"/>
                    <a:pt x="9893" y="7392"/>
                  </a:cubicBezTo>
                  <a:cubicBezTo>
                    <a:pt x="9918" y="5965"/>
                    <a:pt x="9679" y="3296"/>
                    <a:pt x="9416" y="2006"/>
                  </a:cubicBezTo>
                  <a:cubicBezTo>
                    <a:pt x="9153" y="717"/>
                    <a:pt x="9022" y="1"/>
                    <a:pt x="90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29;p44">
              <a:extLst>
                <a:ext uri="{FF2B5EF4-FFF2-40B4-BE49-F238E27FC236}">
                  <a16:creationId xmlns:a16="http://schemas.microsoft.com/office/drawing/2014/main" id="{06AEE453-D568-4EA9-9AA2-EB1AA37DF1FE}"/>
                </a:ext>
              </a:extLst>
            </p:cNvPr>
            <p:cNvSpPr/>
            <p:nvPr/>
          </p:nvSpPr>
          <p:spPr>
            <a:xfrm>
              <a:off x="559628" y="4713069"/>
              <a:ext cx="163143" cy="223234"/>
            </a:xfrm>
            <a:custGeom>
              <a:avLst/>
              <a:gdLst/>
              <a:ahLst/>
              <a:cxnLst/>
              <a:rect l="l" t="t" r="r" b="b"/>
              <a:pathLst>
                <a:path w="11066" h="15142" extrusionOk="0">
                  <a:moveTo>
                    <a:pt x="8610" y="595"/>
                  </a:moveTo>
                  <a:cubicBezTo>
                    <a:pt x="8669" y="911"/>
                    <a:pt x="8785" y="1508"/>
                    <a:pt x="8956" y="2347"/>
                  </a:cubicBezTo>
                  <a:cubicBezTo>
                    <a:pt x="9218" y="3635"/>
                    <a:pt x="9452" y="6273"/>
                    <a:pt x="9427" y="7671"/>
                  </a:cubicBezTo>
                  <a:cubicBezTo>
                    <a:pt x="9421" y="8061"/>
                    <a:pt x="9523" y="8636"/>
                    <a:pt x="9641" y="9301"/>
                  </a:cubicBezTo>
                  <a:cubicBezTo>
                    <a:pt x="9967" y="11126"/>
                    <a:pt x="10413" y="13622"/>
                    <a:pt x="8945" y="14052"/>
                  </a:cubicBezTo>
                  <a:cubicBezTo>
                    <a:pt x="7823" y="14381"/>
                    <a:pt x="6377" y="14565"/>
                    <a:pt x="5029" y="14565"/>
                  </a:cubicBezTo>
                  <a:cubicBezTo>
                    <a:pt x="3482" y="14565"/>
                    <a:pt x="2064" y="14323"/>
                    <a:pt x="1409" y="13781"/>
                  </a:cubicBezTo>
                  <a:cubicBezTo>
                    <a:pt x="660" y="13160"/>
                    <a:pt x="1053" y="11915"/>
                    <a:pt x="1506" y="10473"/>
                  </a:cubicBezTo>
                  <a:cubicBezTo>
                    <a:pt x="1786" y="9584"/>
                    <a:pt x="2075" y="8664"/>
                    <a:pt x="2144" y="7751"/>
                  </a:cubicBezTo>
                  <a:cubicBezTo>
                    <a:pt x="2303" y="5674"/>
                    <a:pt x="2811" y="2077"/>
                    <a:pt x="2943" y="1153"/>
                  </a:cubicBezTo>
                  <a:lnTo>
                    <a:pt x="8610" y="595"/>
                  </a:lnTo>
                  <a:close/>
                  <a:moveTo>
                    <a:pt x="8833" y="0"/>
                  </a:moveTo>
                  <a:cubicBezTo>
                    <a:pt x="8826" y="0"/>
                    <a:pt x="8820" y="1"/>
                    <a:pt x="8814" y="1"/>
                  </a:cubicBezTo>
                  <a:lnTo>
                    <a:pt x="2665" y="608"/>
                  </a:lnTo>
                  <a:cubicBezTo>
                    <a:pt x="2535" y="621"/>
                    <a:pt x="2429" y="721"/>
                    <a:pt x="2411" y="850"/>
                  </a:cubicBezTo>
                  <a:cubicBezTo>
                    <a:pt x="2404" y="895"/>
                    <a:pt x="1758" y="5302"/>
                    <a:pt x="1575" y="7708"/>
                  </a:cubicBezTo>
                  <a:cubicBezTo>
                    <a:pt x="1511" y="8556"/>
                    <a:pt x="1231" y="9443"/>
                    <a:pt x="962" y="10302"/>
                  </a:cubicBezTo>
                  <a:cubicBezTo>
                    <a:pt x="467" y="11871"/>
                    <a:pt x="0" y="13354"/>
                    <a:pt x="1045" y="14220"/>
                  </a:cubicBezTo>
                  <a:cubicBezTo>
                    <a:pt x="1841" y="14880"/>
                    <a:pt x="3376" y="15142"/>
                    <a:pt x="4996" y="15142"/>
                  </a:cubicBezTo>
                  <a:cubicBezTo>
                    <a:pt x="6460" y="15142"/>
                    <a:pt x="7992" y="14927"/>
                    <a:pt x="9106" y="14600"/>
                  </a:cubicBezTo>
                  <a:cubicBezTo>
                    <a:pt x="11065" y="14026"/>
                    <a:pt x="10567" y="11238"/>
                    <a:pt x="10204" y="9201"/>
                  </a:cubicBezTo>
                  <a:cubicBezTo>
                    <a:pt x="10090" y="8565"/>
                    <a:pt x="9992" y="8015"/>
                    <a:pt x="9998" y="7682"/>
                  </a:cubicBezTo>
                  <a:cubicBezTo>
                    <a:pt x="10023" y="6251"/>
                    <a:pt x="9784" y="3552"/>
                    <a:pt x="9515" y="2234"/>
                  </a:cubicBezTo>
                  <a:cubicBezTo>
                    <a:pt x="9253" y="949"/>
                    <a:pt x="9123" y="236"/>
                    <a:pt x="9123" y="234"/>
                  </a:cubicBezTo>
                  <a:cubicBezTo>
                    <a:pt x="9098" y="94"/>
                    <a:pt x="8973" y="0"/>
                    <a:pt x="88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30;p44">
              <a:extLst>
                <a:ext uri="{FF2B5EF4-FFF2-40B4-BE49-F238E27FC236}">
                  <a16:creationId xmlns:a16="http://schemas.microsoft.com/office/drawing/2014/main" id="{A1C8CA4C-84D7-4BDD-8C9E-7B815CA1B53A}"/>
                </a:ext>
              </a:extLst>
            </p:cNvPr>
            <p:cNvSpPr/>
            <p:nvPr/>
          </p:nvSpPr>
          <p:spPr>
            <a:xfrm>
              <a:off x="610505" y="4743498"/>
              <a:ext cx="58499" cy="95872"/>
            </a:xfrm>
            <a:custGeom>
              <a:avLst/>
              <a:gdLst/>
              <a:ahLst/>
              <a:cxnLst/>
              <a:rect l="l" t="t" r="r" b="b"/>
              <a:pathLst>
                <a:path w="3968" h="6503" extrusionOk="0">
                  <a:moveTo>
                    <a:pt x="3521" y="0"/>
                  </a:moveTo>
                  <a:lnTo>
                    <a:pt x="1238" y="32"/>
                  </a:lnTo>
                  <a:cubicBezTo>
                    <a:pt x="1238" y="32"/>
                    <a:pt x="0" y="6503"/>
                    <a:pt x="1324" y="6503"/>
                  </a:cubicBezTo>
                  <a:cubicBezTo>
                    <a:pt x="1326" y="6503"/>
                    <a:pt x="1328" y="6503"/>
                    <a:pt x="1330" y="6503"/>
                  </a:cubicBezTo>
                  <a:cubicBezTo>
                    <a:pt x="2661" y="6484"/>
                    <a:pt x="3613" y="6470"/>
                    <a:pt x="3790" y="5517"/>
                  </a:cubicBezTo>
                  <a:cubicBezTo>
                    <a:pt x="3967" y="4562"/>
                    <a:pt x="3521" y="0"/>
                    <a:pt x="35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31;p44">
              <a:extLst>
                <a:ext uri="{FF2B5EF4-FFF2-40B4-BE49-F238E27FC236}">
                  <a16:creationId xmlns:a16="http://schemas.microsoft.com/office/drawing/2014/main" id="{498CC750-D822-41CE-823B-3713988C056D}"/>
                </a:ext>
              </a:extLst>
            </p:cNvPr>
            <p:cNvSpPr/>
            <p:nvPr/>
          </p:nvSpPr>
          <p:spPr>
            <a:xfrm>
              <a:off x="609783" y="4739267"/>
              <a:ext cx="63408" cy="104319"/>
            </a:xfrm>
            <a:custGeom>
              <a:avLst/>
              <a:gdLst/>
              <a:ahLst/>
              <a:cxnLst/>
              <a:rect l="l" t="t" r="r" b="b"/>
              <a:pathLst>
                <a:path w="4301" h="7076" extrusionOk="0">
                  <a:moveTo>
                    <a:pt x="3312" y="577"/>
                  </a:moveTo>
                  <a:cubicBezTo>
                    <a:pt x="3444" y="1993"/>
                    <a:pt x="3689" y="5048"/>
                    <a:pt x="3558" y="5751"/>
                  </a:cubicBezTo>
                  <a:cubicBezTo>
                    <a:pt x="3430" y="6445"/>
                    <a:pt x="2758" y="6485"/>
                    <a:pt x="1374" y="6505"/>
                  </a:cubicBezTo>
                  <a:cubicBezTo>
                    <a:pt x="1360" y="6505"/>
                    <a:pt x="1332" y="6505"/>
                    <a:pt x="1293" y="6457"/>
                  </a:cubicBezTo>
                  <a:cubicBezTo>
                    <a:pt x="785" y="5852"/>
                    <a:pt x="1153" y="2641"/>
                    <a:pt x="1525" y="602"/>
                  </a:cubicBezTo>
                  <a:lnTo>
                    <a:pt x="3312" y="577"/>
                  </a:lnTo>
                  <a:close/>
                  <a:moveTo>
                    <a:pt x="3584" y="1"/>
                  </a:moveTo>
                  <a:cubicBezTo>
                    <a:pt x="3578" y="1"/>
                    <a:pt x="3572" y="1"/>
                    <a:pt x="3566" y="1"/>
                  </a:cubicBezTo>
                  <a:lnTo>
                    <a:pt x="1283" y="34"/>
                  </a:lnTo>
                  <a:cubicBezTo>
                    <a:pt x="1147" y="36"/>
                    <a:pt x="1032" y="133"/>
                    <a:pt x="1007" y="266"/>
                  </a:cubicBezTo>
                  <a:cubicBezTo>
                    <a:pt x="832" y="1182"/>
                    <a:pt x="0" y="5806"/>
                    <a:pt x="856" y="6824"/>
                  </a:cubicBezTo>
                  <a:cubicBezTo>
                    <a:pt x="993" y="6989"/>
                    <a:pt x="1172" y="7075"/>
                    <a:pt x="1373" y="7075"/>
                  </a:cubicBezTo>
                  <a:lnTo>
                    <a:pt x="1382" y="7075"/>
                  </a:lnTo>
                  <a:cubicBezTo>
                    <a:pt x="2733" y="7056"/>
                    <a:pt x="3900" y="7040"/>
                    <a:pt x="4119" y="5856"/>
                  </a:cubicBezTo>
                  <a:cubicBezTo>
                    <a:pt x="4301" y="4872"/>
                    <a:pt x="3873" y="447"/>
                    <a:pt x="3854" y="259"/>
                  </a:cubicBezTo>
                  <a:cubicBezTo>
                    <a:pt x="3841" y="118"/>
                    <a:pt x="3709" y="1"/>
                    <a:pt x="3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32;p44">
              <a:extLst>
                <a:ext uri="{FF2B5EF4-FFF2-40B4-BE49-F238E27FC236}">
                  <a16:creationId xmlns:a16="http://schemas.microsoft.com/office/drawing/2014/main" id="{3BF2C4FD-AB56-440A-8566-FD3444644D43}"/>
                </a:ext>
              </a:extLst>
            </p:cNvPr>
            <p:cNvSpPr/>
            <p:nvPr/>
          </p:nvSpPr>
          <p:spPr>
            <a:xfrm>
              <a:off x="570228" y="4896660"/>
              <a:ext cx="140233" cy="35412"/>
            </a:xfrm>
            <a:custGeom>
              <a:avLst/>
              <a:gdLst/>
              <a:ahLst/>
              <a:cxnLst/>
              <a:rect l="l" t="t" r="r" b="b"/>
              <a:pathLst>
                <a:path w="9512" h="2402" extrusionOk="0">
                  <a:moveTo>
                    <a:pt x="9511" y="0"/>
                  </a:moveTo>
                  <a:lnTo>
                    <a:pt x="9511" y="0"/>
                  </a:lnTo>
                  <a:cubicBezTo>
                    <a:pt x="8468" y="545"/>
                    <a:pt x="6728" y="835"/>
                    <a:pt x="3747" y="876"/>
                  </a:cubicBezTo>
                  <a:cubicBezTo>
                    <a:pt x="3609" y="878"/>
                    <a:pt x="3474" y="879"/>
                    <a:pt x="3344" y="879"/>
                  </a:cubicBezTo>
                  <a:cubicBezTo>
                    <a:pt x="1606" y="879"/>
                    <a:pt x="594" y="710"/>
                    <a:pt x="0" y="519"/>
                  </a:cubicBezTo>
                  <a:lnTo>
                    <a:pt x="0" y="519"/>
                  </a:lnTo>
                  <a:cubicBezTo>
                    <a:pt x="38" y="926"/>
                    <a:pt x="184" y="1279"/>
                    <a:pt x="508" y="1547"/>
                  </a:cubicBezTo>
                  <a:cubicBezTo>
                    <a:pt x="1243" y="2156"/>
                    <a:pt x="2709" y="2402"/>
                    <a:pt x="4270" y="2402"/>
                  </a:cubicBezTo>
                  <a:cubicBezTo>
                    <a:pt x="5700" y="2402"/>
                    <a:pt x="7209" y="2195"/>
                    <a:pt x="8307" y="1873"/>
                  </a:cubicBezTo>
                  <a:cubicBezTo>
                    <a:pt x="9122" y="1634"/>
                    <a:pt x="9436" y="904"/>
                    <a:pt x="95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33;p44">
              <a:extLst>
                <a:ext uri="{FF2B5EF4-FFF2-40B4-BE49-F238E27FC236}">
                  <a16:creationId xmlns:a16="http://schemas.microsoft.com/office/drawing/2014/main" id="{AFB005F4-C48E-4EA3-8F18-20AEAE1A10BC}"/>
                </a:ext>
              </a:extLst>
            </p:cNvPr>
            <p:cNvSpPr/>
            <p:nvPr/>
          </p:nvSpPr>
          <p:spPr>
            <a:xfrm>
              <a:off x="565894" y="4892429"/>
              <a:ext cx="148975" cy="43874"/>
            </a:xfrm>
            <a:custGeom>
              <a:avLst/>
              <a:gdLst/>
              <a:ahLst/>
              <a:cxnLst/>
              <a:rect l="l" t="t" r="r" b="b"/>
              <a:pathLst>
                <a:path w="10105" h="2976" extrusionOk="0">
                  <a:moveTo>
                    <a:pt x="9448" y="759"/>
                  </a:moveTo>
                  <a:cubicBezTo>
                    <a:pt x="9310" y="1381"/>
                    <a:pt x="9009" y="1743"/>
                    <a:pt x="8520" y="1886"/>
                  </a:cubicBezTo>
                  <a:cubicBezTo>
                    <a:pt x="7398" y="2215"/>
                    <a:pt x="5952" y="2399"/>
                    <a:pt x="4604" y="2399"/>
                  </a:cubicBezTo>
                  <a:cubicBezTo>
                    <a:pt x="3057" y="2399"/>
                    <a:pt x="1639" y="2157"/>
                    <a:pt x="984" y="1615"/>
                  </a:cubicBezTo>
                  <a:cubicBezTo>
                    <a:pt x="850" y="1505"/>
                    <a:pt x="744" y="1364"/>
                    <a:pt x="678" y="1204"/>
                  </a:cubicBezTo>
                  <a:lnTo>
                    <a:pt x="678" y="1204"/>
                  </a:lnTo>
                  <a:cubicBezTo>
                    <a:pt x="1427" y="1371"/>
                    <a:pt x="2430" y="1451"/>
                    <a:pt x="3669" y="1451"/>
                  </a:cubicBezTo>
                  <a:cubicBezTo>
                    <a:pt x="3792" y="1451"/>
                    <a:pt x="3918" y="1450"/>
                    <a:pt x="4046" y="1448"/>
                  </a:cubicBezTo>
                  <a:cubicBezTo>
                    <a:pt x="6602" y="1413"/>
                    <a:pt x="8306" y="1198"/>
                    <a:pt x="9448" y="759"/>
                  </a:cubicBezTo>
                  <a:close/>
                  <a:moveTo>
                    <a:pt x="9805" y="1"/>
                  </a:moveTo>
                  <a:cubicBezTo>
                    <a:pt x="9762" y="1"/>
                    <a:pt x="9716" y="11"/>
                    <a:pt x="9673" y="34"/>
                  </a:cubicBezTo>
                  <a:cubicBezTo>
                    <a:pt x="8647" y="571"/>
                    <a:pt x="6855" y="838"/>
                    <a:pt x="4038" y="879"/>
                  </a:cubicBezTo>
                  <a:cubicBezTo>
                    <a:pt x="3917" y="880"/>
                    <a:pt x="3798" y="881"/>
                    <a:pt x="3681" y="881"/>
                  </a:cubicBezTo>
                  <a:cubicBezTo>
                    <a:pt x="2212" y="881"/>
                    <a:pt x="1106" y="767"/>
                    <a:pt x="381" y="534"/>
                  </a:cubicBezTo>
                  <a:cubicBezTo>
                    <a:pt x="352" y="525"/>
                    <a:pt x="323" y="520"/>
                    <a:pt x="294" y="520"/>
                  </a:cubicBezTo>
                  <a:cubicBezTo>
                    <a:pt x="230" y="520"/>
                    <a:pt x="167" y="542"/>
                    <a:pt x="116" y="583"/>
                  </a:cubicBezTo>
                  <a:cubicBezTo>
                    <a:pt x="41" y="644"/>
                    <a:pt x="1" y="737"/>
                    <a:pt x="9" y="833"/>
                  </a:cubicBezTo>
                  <a:cubicBezTo>
                    <a:pt x="58" y="1355"/>
                    <a:pt x="258" y="1755"/>
                    <a:pt x="620" y="2054"/>
                  </a:cubicBezTo>
                  <a:cubicBezTo>
                    <a:pt x="1416" y="2714"/>
                    <a:pt x="2951" y="2976"/>
                    <a:pt x="4571" y="2976"/>
                  </a:cubicBezTo>
                  <a:cubicBezTo>
                    <a:pt x="6035" y="2976"/>
                    <a:pt x="7567" y="2761"/>
                    <a:pt x="8681" y="2434"/>
                  </a:cubicBezTo>
                  <a:cubicBezTo>
                    <a:pt x="9520" y="2189"/>
                    <a:pt x="9994" y="1473"/>
                    <a:pt x="10090" y="310"/>
                  </a:cubicBezTo>
                  <a:cubicBezTo>
                    <a:pt x="10105" y="135"/>
                    <a:pt x="9963" y="1"/>
                    <a:pt x="98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34;p44">
              <a:extLst>
                <a:ext uri="{FF2B5EF4-FFF2-40B4-BE49-F238E27FC236}">
                  <a16:creationId xmlns:a16="http://schemas.microsoft.com/office/drawing/2014/main" id="{38679AD1-0B10-4BB6-B83B-7013DF3DFE5C}"/>
                </a:ext>
              </a:extLst>
            </p:cNvPr>
            <p:cNvSpPr/>
            <p:nvPr/>
          </p:nvSpPr>
          <p:spPr>
            <a:xfrm>
              <a:off x="574916" y="4664728"/>
              <a:ext cx="131918" cy="88442"/>
            </a:xfrm>
            <a:custGeom>
              <a:avLst/>
              <a:gdLst/>
              <a:ahLst/>
              <a:cxnLst/>
              <a:rect l="l" t="t" r="r" b="b"/>
              <a:pathLst>
                <a:path w="8948" h="5999" extrusionOk="0">
                  <a:moveTo>
                    <a:pt x="8285" y="0"/>
                  </a:moveTo>
                  <a:cubicBezTo>
                    <a:pt x="8261" y="0"/>
                    <a:pt x="8237" y="2"/>
                    <a:pt x="8212" y="4"/>
                  </a:cubicBezTo>
                  <a:lnTo>
                    <a:pt x="620" y="835"/>
                  </a:lnTo>
                  <a:cubicBezTo>
                    <a:pt x="262" y="875"/>
                    <a:pt x="1" y="1196"/>
                    <a:pt x="35" y="1556"/>
                  </a:cubicBezTo>
                  <a:lnTo>
                    <a:pt x="412" y="5403"/>
                  </a:lnTo>
                  <a:cubicBezTo>
                    <a:pt x="444" y="5743"/>
                    <a:pt x="729" y="5998"/>
                    <a:pt x="1066" y="5998"/>
                  </a:cubicBezTo>
                  <a:cubicBezTo>
                    <a:pt x="1081" y="5998"/>
                    <a:pt x="1096" y="5998"/>
                    <a:pt x="1111" y="5997"/>
                  </a:cubicBezTo>
                  <a:lnTo>
                    <a:pt x="8278" y="5531"/>
                  </a:lnTo>
                  <a:cubicBezTo>
                    <a:pt x="8623" y="5509"/>
                    <a:pt x="8891" y="5225"/>
                    <a:pt x="8896" y="4880"/>
                  </a:cubicBezTo>
                  <a:lnTo>
                    <a:pt x="8943" y="668"/>
                  </a:lnTo>
                  <a:cubicBezTo>
                    <a:pt x="8948" y="297"/>
                    <a:pt x="8647" y="0"/>
                    <a:pt x="82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35;p44">
              <a:extLst>
                <a:ext uri="{FF2B5EF4-FFF2-40B4-BE49-F238E27FC236}">
                  <a16:creationId xmlns:a16="http://schemas.microsoft.com/office/drawing/2014/main" id="{317D85A9-306B-47E0-8D90-7609D1138541}"/>
                </a:ext>
              </a:extLst>
            </p:cNvPr>
            <p:cNvSpPr/>
            <p:nvPr/>
          </p:nvSpPr>
          <p:spPr>
            <a:xfrm>
              <a:off x="570538" y="4660496"/>
              <a:ext cx="140557" cy="96874"/>
            </a:xfrm>
            <a:custGeom>
              <a:avLst/>
              <a:gdLst/>
              <a:ahLst/>
              <a:cxnLst/>
              <a:rect l="l" t="t" r="r" b="b"/>
              <a:pathLst>
                <a:path w="9534" h="6571" extrusionOk="0">
                  <a:moveTo>
                    <a:pt x="8582" y="572"/>
                  </a:moveTo>
                  <a:lnTo>
                    <a:pt x="8583" y="573"/>
                  </a:lnTo>
                  <a:cubicBezTo>
                    <a:pt x="8790" y="573"/>
                    <a:pt x="8958" y="743"/>
                    <a:pt x="8956" y="951"/>
                  </a:cubicBezTo>
                  <a:lnTo>
                    <a:pt x="8907" y="5164"/>
                  </a:lnTo>
                  <a:cubicBezTo>
                    <a:pt x="8903" y="5360"/>
                    <a:pt x="8752" y="5521"/>
                    <a:pt x="8557" y="5534"/>
                  </a:cubicBezTo>
                  <a:lnTo>
                    <a:pt x="1389" y="5999"/>
                  </a:lnTo>
                  <a:cubicBezTo>
                    <a:pt x="1380" y="6000"/>
                    <a:pt x="1370" y="6000"/>
                    <a:pt x="1361" y="6000"/>
                  </a:cubicBezTo>
                  <a:cubicBezTo>
                    <a:pt x="1171" y="6000"/>
                    <a:pt x="1009" y="5855"/>
                    <a:pt x="992" y="5662"/>
                  </a:cubicBezTo>
                  <a:lnTo>
                    <a:pt x="617" y="1815"/>
                  </a:lnTo>
                  <a:cubicBezTo>
                    <a:pt x="598" y="1611"/>
                    <a:pt x="746" y="1430"/>
                    <a:pt x="949" y="1407"/>
                  </a:cubicBezTo>
                  <a:lnTo>
                    <a:pt x="8540" y="574"/>
                  </a:lnTo>
                  <a:cubicBezTo>
                    <a:pt x="8553" y="573"/>
                    <a:pt x="8567" y="572"/>
                    <a:pt x="8582" y="572"/>
                  </a:cubicBezTo>
                  <a:close/>
                  <a:moveTo>
                    <a:pt x="8583" y="1"/>
                  </a:moveTo>
                  <a:cubicBezTo>
                    <a:pt x="8549" y="1"/>
                    <a:pt x="8514" y="3"/>
                    <a:pt x="8478" y="7"/>
                  </a:cubicBezTo>
                  <a:lnTo>
                    <a:pt x="887" y="838"/>
                  </a:lnTo>
                  <a:cubicBezTo>
                    <a:pt x="374" y="896"/>
                    <a:pt x="1" y="1355"/>
                    <a:pt x="50" y="1870"/>
                  </a:cubicBezTo>
                  <a:lnTo>
                    <a:pt x="425" y="5717"/>
                  </a:lnTo>
                  <a:cubicBezTo>
                    <a:pt x="469" y="6201"/>
                    <a:pt x="876" y="6571"/>
                    <a:pt x="1362" y="6571"/>
                  </a:cubicBezTo>
                  <a:cubicBezTo>
                    <a:pt x="1384" y="6571"/>
                    <a:pt x="1404" y="6571"/>
                    <a:pt x="1426" y="6570"/>
                  </a:cubicBezTo>
                  <a:lnTo>
                    <a:pt x="8594" y="6103"/>
                  </a:lnTo>
                  <a:cubicBezTo>
                    <a:pt x="9086" y="6070"/>
                    <a:pt x="9471" y="5664"/>
                    <a:pt x="9479" y="5171"/>
                  </a:cubicBezTo>
                  <a:lnTo>
                    <a:pt x="9526" y="958"/>
                  </a:lnTo>
                  <a:cubicBezTo>
                    <a:pt x="9533" y="426"/>
                    <a:pt x="9102" y="1"/>
                    <a:pt x="85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36;p44">
              <a:extLst>
                <a:ext uri="{FF2B5EF4-FFF2-40B4-BE49-F238E27FC236}">
                  <a16:creationId xmlns:a16="http://schemas.microsoft.com/office/drawing/2014/main" id="{F57124B5-B341-430E-9631-C1940A453C1C}"/>
                </a:ext>
              </a:extLst>
            </p:cNvPr>
            <p:cNvSpPr/>
            <p:nvPr/>
          </p:nvSpPr>
          <p:spPr>
            <a:xfrm>
              <a:off x="754261" y="4629109"/>
              <a:ext cx="163703" cy="113725"/>
            </a:xfrm>
            <a:custGeom>
              <a:avLst/>
              <a:gdLst/>
              <a:ahLst/>
              <a:cxnLst/>
              <a:rect l="l" t="t" r="r" b="b"/>
              <a:pathLst>
                <a:path w="11104" h="7714" extrusionOk="0">
                  <a:moveTo>
                    <a:pt x="10095" y="1"/>
                  </a:moveTo>
                  <a:cubicBezTo>
                    <a:pt x="10009" y="1"/>
                    <a:pt x="9922" y="15"/>
                    <a:pt x="9835" y="45"/>
                  </a:cubicBezTo>
                  <a:lnTo>
                    <a:pt x="602" y="3237"/>
                  </a:lnTo>
                  <a:cubicBezTo>
                    <a:pt x="206" y="3374"/>
                    <a:pt x="1" y="3793"/>
                    <a:pt x="140" y="4183"/>
                  </a:cubicBezTo>
                  <a:lnTo>
                    <a:pt x="1210" y="7194"/>
                  </a:lnTo>
                  <a:cubicBezTo>
                    <a:pt x="1323" y="7511"/>
                    <a:pt x="1630" y="7714"/>
                    <a:pt x="1958" y="7714"/>
                  </a:cubicBezTo>
                  <a:cubicBezTo>
                    <a:pt x="2033" y="7714"/>
                    <a:pt x="2108" y="7703"/>
                    <a:pt x="2183" y="7681"/>
                  </a:cubicBezTo>
                  <a:lnTo>
                    <a:pt x="10546" y="5222"/>
                  </a:lnTo>
                  <a:cubicBezTo>
                    <a:pt x="10882" y="5123"/>
                    <a:pt x="11104" y="4816"/>
                    <a:pt x="11085" y="4474"/>
                  </a:cubicBezTo>
                  <a:lnTo>
                    <a:pt x="10885" y="730"/>
                  </a:lnTo>
                  <a:cubicBezTo>
                    <a:pt x="10863" y="310"/>
                    <a:pt x="10498" y="1"/>
                    <a:pt x="100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37;p44">
              <a:extLst>
                <a:ext uri="{FF2B5EF4-FFF2-40B4-BE49-F238E27FC236}">
                  <a16:creationId xmlns:a16="http://schemas.microsoft.com/office/drawing/2014/main" id="{E5C078AD-35DE-407F-9AD5-597844857E93}"/>
                </a:ext>
              </a:extLst>
            </p:cNvPr>
            <p:cNvSpPr/>
            <p:nvPr/>
          </p:nvSpPr>
          <p:spPr>
            <a:xfrm>
              <a:off x="750974" y="4624908"/>
              <a:ext cx="171310" cy="122158"/>
            </a:xfrm>
            <a:custGeom>
              <a:avLst/>
              <a:gdLst/>
              <a:ahLst/>
              <a:cxnLst/>
              <a:rect l="l" t="t" r="r" b="b"/>
              <a:pathLst>
                <a:path w="11620" h="8286" extrusionOk="0">
                  <a:moveTo>
                    <a:pt x="10320" y="571"/>
                  </a:moveTo>
                  <a:cubicBezTo>
                    <a:pt x="10422" y="572"/>
                    <a:pt x="10522" y="603"/>
                    <a:pt x="10607" y="660"/>
                  </a:cubicBezTo>
                  <a:cubicBezTo>
                    <a:pt x="10733" y="743"/>
                    <a:pt x="10814" y="880"/>
                    <a:pt x="10822" y="1030"/>
                  </a:cubicBezTo>
                  <a:lnTo>
                    <a:pt x="11023" y="4775"/>
                  </a:lnTo>
                  <a:cubicBezTo>
                    <a:pt x="11034" y="4984"/>
                    <a:pt x="10896" y="5172"/>
                    <a:pt x="10689" y="5234"/>
                  </a:cubicBezTo>
                  <a:lnTo>
                    <a:pt x="2325" y="7693"/>
                  </a:lnTo>
                  <a:cubicBezTo>
                    <a:pt x="2277" y="7707"/>
                    <a:pt x="2229" y="7714"/>
                    <a:pt x="2181" y="7714"/>
                  </a:cubicBezTo>
                  <a:cubicBezTo>
                    <a:pt x="1971" y="7714"/>
                    <a:pt x="1773" y="7584"/>
                    <a:pt x="1701" y="7383"/>
                  </a:cubicBezTo>
                  <a:lnTo>
                    <a:pt x="631" y="4372"/>
                  </a:lnTo>
                  <a:cubicBezTo>
                    <a:pt x="591" y="4260"/>
                    <a:pt x="597" y="4136"/>
                    <a:pt x="649" y="4028"/>
                  </a:cubicBezTo>
                  <a:cubicBezTo>
                    <a:pt x="703" y="3916"/>
                    <a:pt x="801" y="3832"/>
                    <a:pt x="918" y="3793"/>
                  </a:cubicBezTo>
                  <a:lnTo>
                    <a:pt x="10151" y="601"/>
                  </a:lnTo>
                  <a:cubicBezTo>
                    <a:pt x="10206" y="581"/>
                    <a:pt x="10262" y="571"/>
                    <a:pt x="10320" y="571"/>
                  </a:cubicBezTo>
                  <a:close/>
                  <a:moveTo>
                    <a:pt x="10320" y="1"/>
                  </a:moveTo>
                  <a:cubicBezTo>
                    <a:pt x="10200" y="1"/>
                    <a:pt x="10080" y="20"/>
                    <a:pt x="9964" y="60"/>
                  </a:cubicBezTo>
                  <a:lnTo>
                    <a:pt x="732" y="3252"/>
                  </a:lnTo>
                  <a:cubicBezTo>
                    <a:pt x="469" y="3341"/>
                    <a:pt x="254" y="3532"/>
                    <a:pt x="135" y="3782"/>
                  </a:cubicBezTo>
                  <a:cubicBezTo>
                    <a:pt x="16" y="4025"/>
                    <a:pt x="1" y="4308"/>
                    <a:pt x="93" y="4563"/>
                  </a:cubicBezTo>
                  <a:lnTo>
                    <a:pt x="1163" y="7575"/>
                  </a:lnTo>
                  <a:cubicBezTo>
                    <a:pt x="1318" y="8011"/>
                    <a:pt x="1732" y="8286"/>
                    <a:pt x="2177" y="8286"/>
                  </a:cubicBezTo>
                  <a:cubicBezTo>
                    <a:pt x="2282" y="8286"/>
                    <a:pt x="2386" y="8270"/>
                    <a:pt x="2486" y="8241"/>
                  </a:cubicBezTo>
                  <a:lnTo>
                    <a:pt x="10849" y="5781"/>
                  </a:lnTo>
                  <a:cubicBezTo>
                    <a:pt x="11313" y="5645"/>
                    <a:pt x="11619" y="5219"/>
                    <a:pt x="11593" y="4745"/>
                  </a:cubicBezTo>
                  <a:lnTo>
                    <a:pt x="11393" y="1000"/>
                  </a:lnTo>
                  <a:cubicBezTo>
                    <a:pt x="11375" y="671"/>
                    <a:pt x="11205" y="375"/>
                    <a:pt x="10927" y="187"/>
                  </a:cubicBezTo>
                  <a:cubicBezTo>
                    <a:pt x="10745" y="64"/>
                    <a:pt x="10534" y="1"/>
                    <a:pt x="103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54;p44">
              <a:extLst>
                <a:ext uri="{FF2B5EF4-FFF2-40B4-BE49-F238E27FC236}">
                  <a16:creationId xmlns:a16="http://schemas.microsoft.com/office/drawing/2014/main" id="{BE073465-4936-472D-A082-E50553C34586}"/>
                </a:ext>
              </a:extLst>
            </p:cNvPr>
            <p:cNvSpPr/>
            <p:nvPr/>
          </p:nvSpPr>
          <p:spPr>
            <a:xfrm>
              <a:off x="1604341" y="3258347"/>
              <a:ext cx="72593" cy="8433"/>
            </a:xfrm>
            <a:custGeom>
              <a:avLst/>
              <a:gdLst/>
              <a:ahLst/>
              <a:cxnLst/>
              <a:rect l="l" t="t" r="r" b="b"/>
              <a:pathLst>
                <a:path w="4924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642" y="571"/>
                  </a:lnTo>
                  <a:lnTo>
                    <a:pt x="1642" y="0"/>
                  </a:lnTo>
                  <a:close/>
                  <a:moveTo>
                    <a:pt x="3283" y="0"/>
                  </a:moveTo>
                  <a:lnTo>
                    <a:pt x="3283" y="571"/>
                  </a:lnTo>
                  <a:lnTo>
                    <a:pt x="4923" y="571"/>
                  </a:lnTo>
                  <a:lnTo>
                    <a:pt x="49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55;p44">
              <a:extLst>
                <a:ext uri="{FF2B5EF4-FFF2-40B4-BE49-F238E27FC236}">
                  <a16:creationId xmlns:a16="http://schemas.microsoft.com/office/drawing/2014/main" id="{8FDBEA5D-F73A-40F1-9DBE-22CFFD217864}"/>
                </a:ext>
              </a:extLst>
            </p:cNvPr>
            <p:cNvSpPr/>
            <p:nvPr/>
          </p:nvSpPr>
          <p:spPr>
            <a:xfrm>
              <a:off x="1567514" y="3258347"/>
              <a:ext cx="12635" cy="8433"/>
            </a:xfrm>
            <a:custGeom>
              <a:avLst/>
              <a:gdLst/>
              <a:ahLst/>
              <a:cxnLst/>
              <a:rect l="l" t="t" r="r" b="b"/>
              <a:pathLst>
                <a:path w="857" h="572" extrusionOk="0">
                  <a:moveTo>
                    <a:pt x="0" y="0"/>
                  </a:moveTo>
                  <a:lnTo>
                    <a:pt x="0" y="571"/>
                  </a:lnTo>
                  <a:lnTo>
                    <a:pt x="857" y="571"/>
                  </a:lnTo>
                  <a:lnTo>
                    <a:pt x="85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56;p44">
              <a:extLst>
                <a:ext uri="{FF2B5EF4-FFF2-40B4-BE49-F238E27FC236}">
                  <a16:creationId xmlns:a16="http://schemas.microsoft.com/office/drawing/2014/main" id="{C5153198-B169-4597-BBFE-706CCAD86866}"/>
                </a:ext>
              </a:extLst>
            </p:cNvPr>
            <p:cNvSpPr/>
            <p:nvPr/>
          </p:nvSpPr>
          <p:spPr>
            <a:xfrm>
              <a:off x="1539178" y="3231928"/>
              <a:ext cx="52101" cy="60150"/>
            </a:xfrm>
            <a:custGeom>
              <a:avLst/>
              <a:gdLst/>
              <a:ahLst/>
              <a:cxnLst/>
              <a:rect l="l" t="t" r="r" b="b"/>
              <a:pathLst>
                <a:path w="3534" h="4080" extrusionOk="0">
                  <a:moveTo>
                    <a:pt x="3533" y="1"/>
                  </a:moveTo>
                  <a:lnTo>
                    <a:pt x="0" y="2040"/>
                  </a:lnTo>
                  <a:lnTo>
                    <a:pt x="3533" y="4080"/>
                  </a:lnTo>
                  <a:lnTo>
                    <a:pt x="35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634842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242199" y="1786920"/>
            <a:ext cx="418658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32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Создание и начальное наполнение БД</a:t>
            </a:r>
            <a:endParaRPr lang="ru-RU" sz="6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7710" y="323215"/>
            <a:ext cx="4572000" cy="45354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db_name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example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.db"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db_exists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os</a:t>
            </a: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path</a:t>
            </a: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exists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db_name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sqlite3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connect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db_name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row_factory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sqlite3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not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db_exists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configure_db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insert_project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Важный"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insert_project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Срочный"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insert_position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инженер"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50000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insert_position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старший инженер"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51000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insert_position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менеджер проекта"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100000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insert_employee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Иванов И.И."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"инженер"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30000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ivanovi"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"ivanov123"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insert_employee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Петров П.П."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"старший инженер"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50000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petrovp"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"p1e2t3"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insert_employee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Сидоров С.С."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"менеджер проекта"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30000</a:t>
            </a: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sidorovs"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"zayka88"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add_employee_to_project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add_employee_to_project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add_employee_to_project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add_employee_to_project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367398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1" y="160682"/>
            <a:ext cx="82141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kern="1200" dirty="0">
                <a:solidFill>
                  <a:schemeClr val="accent3"/>
                </a:solidFill>
                <a:latin typeface="+mj-lt"/>
              </a:rPr>
              <a:t>Чтение данных: </a:t>
            </a:r>
            <a:r>
              <a:rPr lang="en-US" sz="4000" kern="1200" dirty="0">
                <a:solidFill>
                  <a:schemeClr val="accent3"/>
                </a:solidFill>
                <a:latin typeface="+mj-lt"/>
              </a:rPr>
              <a:t>SELECT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96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261" y="945686"/>
            <a:ext cx="6870125" cy="359965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Проверка наличия пользователя в базе данных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с указанным логином/паролем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authentication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login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pwd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cursor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Делаем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запрос к базе данных, используя обычный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SQL-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синтаксис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execute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"SELECT E.Id, E.Name, E.Position, EP.ProjectId"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FROM Employees AS E, EmployeeProject AS EP"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WHERE E.Id = EP.EmployeeId"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AND E.Login = :login AND E.Password = :pwd"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{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'login'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login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'pwd'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pwd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#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Получаем результат сделанного запроса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fetchone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  <a:endParaRPr kumimoji="0" lang="ru-RU" sz="11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Проверка наличия указанного сотрудника в указанном проекте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is_employee_in_project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employee_id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project_id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cursor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execute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"SELECT EP.ProjectId"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FROM EmployeeProject AS EP"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WHERE EP.EmployeeId = :employee_id"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AND EP.ProjectId = :project_id"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{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'employee_id'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employee_id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'project_id'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project_id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bool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fetchone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1097539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1" y="160682"/>
            <a:ext cx="82141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kern="1200" dirty="0">
                <a:solidFill>
                  <a:schemeClr val="accent3"/>
                </a:solidFill>
                <a:latin typeface="+mj-lt"/>
              </a:rPr>
              <a:t>Чтение данных: </a:t>
            </a:r>
            <a:r>
              <a:rPr lang="en-US" sz="4000" kern="1200" dirty="0">
                <a:solidFill>
                  <a:schemeClr val="accent3"/>
                </a:solidFill>
                <a:latin typeface="+mj-lt"/>
              </a:rPr>
              <a:t>SELECT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66261" y="823796"/>
            <a:ext cx="37193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900" kern="1200" dirty="0">
                <a:solidFill>
                  <a:srgbClr val="008000"/>
                </a:solidFill>
                <a:latin typeface="+mn-lt"/>
              </a:rPr>
              <a:t># Вывод информации для сотрудника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900" kern="1200" dirty="0">
                <a:solidFill>
                  <a:srgbClr val="008000"/>
                </a:solidFill>
                <a:latin typeface="+mn-lt"/>
              </a:rPr>
              <a:t># Соединяем таблицы </a:t>
            </a:r>
            <a:r>
              <a:rPr lang="en-US" sz="900" kern="1200" dirty="0">
                <a:solidFill>
                  <a:srgbClr val="008000"/>
                </a:solidFill>
                <a:latin typeface="+mn-lt"/>
              </a:rPr>
              <a:t>Employees, PositionSalary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 </a:t>
            </a:r>
            <a:r>
              <a:rPr lang="en-US" sz="900" kern="1200" dirty="0">
                <a:solidFill>
                  <a:srgbClr val="FF33CC"/>
                </a:solidFill>
                <a:latin typeface="+mn-lt"/>
              </a:rPr>
              <a:t>show_employee_info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kern="1200" dirty="0">
                <a:latin typeface="+mn-lt"/>
              </a:rPr>
              <a:t>conn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, </a:t>
            </a:r>
            <a:r>
              <a:rPr lang="en-US" sz="900" kern="1200" dirty="0">
                <a:latin typeface="+mn-lt"/>
              </a:rPr>
              <a:t>employee_id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    </a:t>
            </a:r>
            <a:r>
              <a:rPr lang="en-US" sz="900" kern="1200" dirty="0">
                <a:latin typeface="+mn-lt"/>
              </a:rPr>
              <a:t>cur 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900" kern="1200" dirty="0">
                <a:latin typeface="+mn-lt"/>
              </a:rPr>
              <a:t> conn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kern="1200" dirty="0">
                <a:latin typeface="+mn-lt"/>
              </a:rPr>
              <a:t>cursor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    </a:t>
            </a:r>
            <a:r>
              <a:rPr lang="en-US" sz="900" kern="1200" dirty="0">
                <a:latin typeface="+mn-lt"/>
              </a:rPr>
              <a:t>cur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kern="1200" dirty="0">
                <a:latin typeface="+mn-lt"/>
              </a:rPr>
              <a:t>execute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kern="1200" dirty="0">
                <a:solidFill>
                  <a:srgbClr val="808080"/>
                </a:solidFill>
                <a:latin typeface="+mn-lt"/>
              </a:rPr>
              <a:t>"SELECT E.Id, E.Name, P.Salary + E.Bonus As Pay"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kern="1200" dirty="0">
                <a:solidFill>
                  <a:srgbClr val="808080"/>
                </a:solidFill>
                <a:latin typeface="+mn-lt"/>
              </a:rPr>
              <a:t>                " FROM Employees AS E, PositionSalary AS P"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kern="1200" dirty="0">
                <a:solidFill>
                  <a:srgbClr val="808080"/>
                </a:solidFill>
                <a:latin typeface="+mn-lt"/>
              </a:rPr>
              <a:t>                " WHERE E.Position = P.Position"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kern="1200" dirty="0">
                <a:solidFill>
                  <a:srgbClr val="808080"/>
                </a:solidFill>
                <a:latin typeface="+mn-lt"/>
              </a:rPr>
              <a:t>                " AND E.Id = :employee_id"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                {</a:t>
            </a:r>
            <a:r>
              <a:rPr lang="en-US" sz="900" kern="1200" dirty="0">
                <a:solidFill>
                  <a:srgbClr val="808080"/>
                </a:solidFill>
                <a:latin typeface="+mn-lt"/>
              </a:rPr>
              <a:t>'employee_id'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: </a:t>
            </a:r>
            <a:r>
              <a:rPr lang="en-US" sz="900" kern="1200" dirty="0">
                <a:latin typeface="+mn-lt"/>
              </a:rPr>
              <a:t>employee_id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})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    </a:t>
            </a:r>
            <a:r>
              <a:rPr lang="en-US" sz="900" b="1" kern="1200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kern="1200" dirty="0">
                <a:solidFill>
                  <a:srgbClr val="808080"/>
                </a:solidFill>
                <a:latin typeface="+mn-lt"/>
              </a:rPr>
              <a:t>"</a:t>
            </a:r>
            <a:r>
              <a:rPr lang="ru-RU" sz="900" kern="1200" dirty="0">
                <a:solidFill>
                  <a:srgbClr val="808080"/>
                </a:solidFill>
                <a:latin typeface="+mn-lt"/>
              </a:rPr>
              <a:t>Информация для сотрудника:"</a:t>
            </a:r>
            <a:r>
              <a:rPr lang="ru-RU" sz="900" b="1" kern="1200" dirty="0">
                <a:solidFill>
                  <a:srgbClr val="000080"/>
                </a:solidFill>
                <a:latin typeface="+mn-lt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900" b="1" kern="1200" dirty="0">
                <a:solidFill>
                  <a:srgbClr val="000080"/>
                </a:solidFill>
                <a:latin typeface="+mn-lt"/>
              </a:rPr>
              <a:t>    </a:t>
            </a:r>
            <a:r>
              <a:rPr lang="en-US" sz="900" b="1" kern="1200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 </a:t>
            </a:r>
            <a:r>
              <a:rPr lang="en-US" sz="900" kern="1200" dirty="0">
                <a:latin typeface="+mn-lt"/>
              </a:rPr>
              <a:t>row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 </a:t>
            </a:r>
            <a:r>
              <a:rPr lang="en-US" sz="900" b="1" kern="1200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 </a:t>
            </a:r>
            <a:r>
              <a:rPr lang="en-US" sz="900" kern="1200" dirty="0">
                <a:latin typeface="+mn-lt"/>
              </a:rPr>
              <a:t>cur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kern="1200" dirty="0">
                <a:latin typeface="+mn-lt"/>
              </a:rPr>
              <a:t>fetchall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():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        </a:t>
            </a:r>
            <a:r>
              <a:rPr lang="en-US" sz="900" b="1" kern="1200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kern="1200" dirty="0">
                <a:latin typeface="+mn-lt"/>
              </a:rPr>
              <a:t>dict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kern="1200" dirty="0">
                <a:latin typeface="+mn-lt"/>
              </a:rPr>
              <a:t>row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))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DD19AF99-D710-4972-8284-62496D6BB9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346237"/>
              </p:ext>
            </p:extLst>
          </p:nvPr>
        </p:nvGraphicFramePr>
        <p:xfrm>
          <a:off x="824257" y="2690352"/>
          <a:ext cx="4875348" cy="888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3" imgW="5276702" imgH="961968" progId="Excel.Sheet.12">
                  <p:embed/>
                </p:oleObj>
              </mc:Choice>
              <mc:Fallback>
                <p:oleObj name="Лист" r:id="rId3" imgW="5276702" imgH="961968" progId="Excel.Sheet.12">
                  <p:embed/>
                  <p:pic>
                    <p:nvPicPr>
                      <p:cNvPr id="13" name="Object 5">
                        <a:extLst>
                          <a:ext uri="{FF2B5EF4-FFF2-40B4-BE49-F238E27FC236}">
                            <a16:creationId xmlns:a16="http://schemas.microsoft.com/office/drawing/2014/main" id="{DD19AF99-D710-4972-8284-62496D6BB9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4257" y="2690352"/>
                        <a:ext cx="4875348" cy="8887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D5332514-A5AF-4269-B551-36885C1691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500596"/>
              </p:ext>
            </p:extLst>
          </p:nvPr>
        </p:nvGraphicFramePr>
        <p:xfrm>
          <a:off x="6359141" y="2689380"/>
          <a:ext cx="2071956" cy="883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5" imgW="2257283" imgH="961968" progId="Excel.Sheet.12">
                  <p:embed/>
                </p:oleObj>
              </mc:Choice>
              <mc:Fallback>
                <p:oleObj name="Лист" r:id="rId5" imgW="2257283" imgH="961968" progId="Excel.Sheet.12">
                  <p:embed/>
                  <p:pic>
                    <p:nvPicPr>
                      <p:cNvPr id="14" name="Object 6">
                        <a:extLst>
                          <a:ext uri="{FF2B5EF4-FFF2-40B4-BE49-F238E27FC236}">
                            <a16:creationId xmlns:a16="http://schemas.microsoft.com/office/drawing/2014/main" id="{D5332514-A5AF-4269-B551-36885C1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59141" y="2689380"/>
                        <a:ext cx="2071956" cy="883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B5EC925E-F289-4A24-8522-29DED09656BE}"/>
              </a:ext>
            </a:extLst>
          </p:cNvPr>
          <p:cNvSpPr/>
          <p:nvPr/>
        </p:nvSpPr>
        <p:spPr>
          <a:xfrm>
            <a:off x="750315" y="2813683"/>
            <a:ext cx="2813409" cy="799491"/>
          </a:xfrm>
          <a:prstGeom prst="roundRect">
            <a:avLst/>
          </a:prstGeom>
          <a:noFill/>
          <a:ln w="1905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48237EC9-DA36-4BB8-9DA7-C85276012385}"/>
              </a:ext>
            </a:extLst>
          </p:cNvPr>
          <p:cNvSpPr/>
          <p:nvPr/>
        </p:nvSpPr>
        <p:spPr>
          <a:xfrm>
            <a:off x="6283107" y="2813683"/>
            <a:ext cx="2199897" cy="799492"/>
          </a:xfrm>
          <a:prstGeom prst="roundRect">
            <a:avLst/>
          </a:prstGeom>
          <a:noFill/>
          <a:ln w="1905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1A7DD005-955F-4529-A6AC-AA0943368C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725105"/>
              </p:ext>
            </p:extLst>
          </p:nvPr>
        </p:nvGraphicFramePr>
        <p:xfrm>
          <a:off x="2719913" y="4122863"/>
          <a:ext cx="4056516" cy="71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7" imgW="4390885" imgH="771697" progId="Excel.Sheet.12">
                  <p:embed/>
                </p:oleObj>
              </mc:Choice>
              <mc:Fallback>
                <p:oleObj name="Лист" r:id="rId7" imgW="4390885" imgH="771697" progId="Excel.Sheet.12">
                  <p:embed/>
                  <p:pic>
                    <p:nvPicPr>
                      <p:cNvPr id="17" name="Object 9">
                        <a:extLst>
                          <a:ext uri="{FF2B5EF4-FFF2-40B4-BE49-F238E27FC236}">
                            <a16:creationId xmlns:a16="http://schemas.microsoft.com/office/drawing/2014/main" id="{1A7DD005-955F-4529-A6AC-AA0943368C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19913" y="4122863"/>
                        <a:ext cx="4056516" cy="712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F3DC2A63-2A0F-4A06-A329-A731EA8CC1C6}"/>
              </a:ext>
            </a:extLst>
          </p:cNvPr>
          <p:cNvSpPr/>
          <p:nvPr/>
        </p:nvSpPr>
        <p:spPr>
          <a:xfrm>
            <a:off x="2601934" y="4041235"/>
            <a:ext cx="4269164" cy="853833"/>
          </a:xfrm>
          <a:prstGeom prst="roundRect">
            <a:avLst/>
          </a:prstGeom>
          <a:noFill/>
          <a:ln w="381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1" name="Straight Arrow Connector 12">
            <a:extLst>
              <a:ext uri="{FF2B5EF4-FFF2-40B4-BE49-F238E27FC236}">
                <a16:creationId xmlns:a16="http://schemas.microsoft.com/office/drawing/2014/main" id="{DE1B4EE5-FA7F-4CBC-AC97-6686F2860D09}"/>
              </a:ext>
            </a:extLst>
          </p:cNvPr>
          <p:cNvCxnSpPr>
            <a:stCxn id="7" idx="2"/>
          </p:cNvCxnSpPr>
          <p:nvPr/>
        </p:nvCxnSpPr>
        <p:spPr>
          <a:xfrm>
            <a:off x="2157020" y="3613174"/>
            <a:ext cx="938720" cy="346424"/>
          </a:xfrm>
          <a:prstGeom prst="straightConnector1">
            <a:avLst/>
          </a:prstGeom>
          <a:noFill/>
          <a:ln w="6350" cap="flat" cmpd="sng" algn="ctr">
            <a:solidFill>
              <a:srgbClr val="4472C4">
                <a:lumMod val="50000"/>
              </a:srgbClr>
            </a:solidFill>
            <a:prstDash val="solid"/>
            <a:miter lim="800000"/>
            <a:tailEnd type="triangle" w="med" len="med"/>
          </a:ln>
          <a:effectLst/>
        </p:spPr>
      </p:cxnSp>
      <p:cxnSp>
        <p:nvCxnSpPr>
          <p:cNvPr id="12" name="Straight Arrow Connector 14">
            <a:extLst>
              <a:ext uri="{FF2B5EF4-FFF2-40B4-BE49-F238E27FC236}">
                <a16:creationId xmlns:a16="http://schemas.microsoft.com/office/drawing/2014/main" id="{249B7346-5DF0-4688-91D2-99E82AE4C1CC}"/>
              </a:ext>
            </a:extLst>
          </p:cNvPr>
          <p:cNvCxnSpPr>
            <a:stCxn id="8" idx="2"/>
          </p:cNvCxnSpPr>
          <p:nvPr/>
        </p:nvCxnSpPr>
        <p:spPr>
          <a:xfrm flipH="1">
            <a:off x="6359141" y="3613175"/>
            <a:ext cx="1023915" cy="364752"/>
          </a:xfrm>
          <a:prstGeom prst="straightConnector1">
            <a:avLst/>
          </a:prstGeom>
          <a:noFill/>
          <a:ln w="6350" cap="flat" cmpd="sng" algn="ctr">
            <a:solidFill>
              <a:srgbClr val="4472C4">
                <a:lumMod val="50000"/>
              </a:srgbClr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8252813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1" y="160682"/>
            <a:ext cx="82141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kern="1200" dirty="0">
                <a:solidFill>
                  <a:schemeClr val="accent3"/>
                </a:solidFill>
                <a:latin typeface="+mj-lt"/>
              </a:rPr>
              <a:t>Чтение данных: </a:t>
            </a:r>
            <a:r>
              <a:rPr lang="en-US" sz="4000" kern="1200" dirty="0">
                <a:solidFill>
                  <a:schemeClr val="accent3"/>
                </a:solidFill>
                <a:latin typeface="+mj-lt"/>
              </a:rPr>
              <a:t>SELECT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66261" y="990751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900" kern="1200" dirty="0">
                <a:solidFill>
                  <a:srgbClr val="008000"/>
                </a:solidFill>
                <a:latin typeface="+mn-lt"/>
              </a:rPr>
              <a:t># Вывод информации для менеджера проекта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900" kern="1200" dirty="0">
                <a:solidFill>
                  <a:srgbClr val="008000"/>
                </a:solidFill>
                <a:latin typeface="+mn-lt"/>
              </a:rPr>
              <a:t># Соединяем таблицы </a:t>
            </a:r>
            <a:r>
              <a:rPr lang="en-US" sz="900" kern="1200" dirty="0">
                <a:solidFill>
                  <a:srgbClr val="008000"/>
                </a:solidFill>
                <a:latin typeface="+mn-lt"/>
              </a:rPr>
              <a:t>Employees, PositionSalary, EmployeeProject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 </a:t>
            </a:r>
            <a:r>
              <a:rPr lang="en-US" sz="900" kern="1200" dirty="0">
                <a:solidFill>
                  <a:srgbClr val="FF33CC"/>
                </a:solidFill>
                <a:latin typeface="+mn-lt"/>
              </a:rPr>
              <a:t>show_manager_info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kern="1200" dirty="0">
                <a:latin typeface="+mn-lt"/>
              </a:rPr>
              <a:t>conn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, </a:t>
            </a:r>
            <a:r>
              <a:rPr lang="en-US" sz="900" kern="1200" dirty="0">
                <a:latin typeface="+mn-lt"/>
              </a:rPr>
              <a:t>project_id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    </a:t>
            </a:r>
            <a:r>
              <a:rPr lang="en-US" sz="900" kern="1200" dirty="0">
                <a:latin typeface="+mn-lt"/>
              </a:rPr>
              <a:t>cur 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900" kern="1200" dirty="0">
                <a:latin typeface="+mn-lt"/>
              </a:rPr>
              <a:t> conn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kern="1200" dirty="0">
                <a:latin typeface="+mn-lt"/>
              </a:rPr>
              <a:t>cursor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    </a:t>
            </a:r>
            <a:r>
              <a:rPr lang="en-US" sz="900" kern="1200" dirty="0">
                <a:latin typeface="+mn-lt"/>
              </a:rPr>
              <a:t>cur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kern="1200" dirty="0">
                <a:latin typeface="+mn-lt"/>
              </a:rPr>
              <a:t>execute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kern="1200" dirty="0">
                <a:solidFill>
                  <a:srgbClr val="808080"/>
                </a:solidFill>
                <a:latin typeface="+mn-lt"/>
              </a:rPr>
              <a:t>"SELECT E.Id, E.Name, P.Salary + E.Bonus As Pay"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kern="1200" dirty="0">
                <a:solidFill>
                  <a:srgbClr val="808080"/>
                </a:solidFill>
                <a:latin typeface="+mn-lt"/>
              </a:rPr>
              <a:t>        </a:t>
            </a:r>
            <a:r>
              <a:rPr lang="en-US" sz="900" kern="1200" dirty="0">
                <a:latin typeface="+mn-lt"/>
              </a:rPr>
              <a:t>     </a:t>
            </a:r>
            <a:r>
              <a:rPr lang="en-US" sz="900" kern="1200" dirty="0">
                <a:solidFill>
                  <a:srgbClr val="808080"/>
                </a:solidFill>
                <a:latin typeface="+mn-lt"/>
              </a:rPr>
              <a:t>  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 </a:t>
            </a:r>
            <a:r>
              <a:rPr lang="en-US" sz="900" kern="1200" dirty="0">
                <a:solidFill>
                  <a:srgbClr val="808080"/>
                </a:solidFill>
                <a:latin typeface="+mn-lt"/>
              </a:rPr>
              <a:t>" FROM Employees AS E, PositionSalary AS P, "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kern="1200" dirty="0">
                <a:solidFill>
                  <a:srgbClr val="808080"/>
                </a:solidFill>
                <a:latin typeface="+mn-lt"/>
              </a:rPr>
              <a:t>                "      EmployeeProject AS EP"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kern="1200" dirty="0">
                <a:solidFill>
                  <a:srgbClr val="808080"/>
                </a:solidFill>
                <a:latin typeface="+mn-lt"/>
              </a:rPr>
              <a:t>                " WHERE E.Position = P.Position"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kern="1200" dirty="0">
                <a:solidFill>
                  <a:srgbClr val="808080"/>
                </a:solidFill>
                <a:latin typeface="+mn-lt"/>
              </a:rPr>
              <a:t>                " AND E.Id = EP.EmployeeId"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kern="1200" dirty="0">
                <a:solidFill>
                  <a:srgbClr val="808080"/>
                </a:solidFill>
                <a:latin typeface="+mn-lt"/>
              </a:rPr>
              <a:t>                " AND EP.ProjectId = :project_id"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                {</a:t>
            </a:r>
            <a:r>
              <a:rPr lang="en-US" sz="900" kern="1200" dirty="0">
                <a:solidFill>
                  <a:srgbClr val="808080"/>
                </a:solidFill>
                <a:latin typeface="+mn-lt"/>
              </a:rPr>
              <a:t>'project_id'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: </a:t>
            </a:r>
            <a:r>
              <a:rPr lang="en-US" sz="900" kern="1200" dirty="0">
                <a:latin typeface="+mn-lt"/>
              </a:rPr>
              <a:t>project_id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})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    </a:t>
            </a:r>
            <a:r>
              <a:rPr lang="en-US" sz="900" b="1" kern="1200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kern="1200" dirty="0">
                <a:solidFill>
                  <a:srgbClr val="808080"/>
                </a:solidFill>
                <a:latin typeface="+mn-lt"/>
              </a:rPr>
              <a:t>"</a:t>
            </a:r>
            <a:r>
              <a:rPr lang="ru-RU" sz="900" kern="1200" dirty="0">
                <a:solidFill>
                  <a:srgbClr val="808080"/>
                </a:solidFill>
                <a:latin typeface="+mn-lt"/>
              </a:rPr>
              <a:t>Информация для менеджера:"</a:t>
            </a:r>
            <a:r>
              <a:rPr lang="ru-RU" sz="900" b="1" kern="1200" dirty="0">
                <a:solidFill>
                  <a:srgbClr val="000080"/>
                </a:solidFill>
                <a:latin typeface="+mn-lt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900" b="1" kern="1200" dirty="0">
                <a:solidFill>
                  <a:srgbClr val="000080"/>
                </a:solidFill>
                <a:latin typeface="+mn-lt"/>
              </a:rPr>
              <a:t>    </a:t>
            </a:r>
            <a:r>
              <a:rPr lang="en-US" sz="900" b="1" kern="1200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 </a:t>
            </a:r>
            <a:r>
              <a:rPr lang="en-US" sz="900" kern="1200" dirty="0">
                <a:latin typeface="+mn-lt"/>
              </a:rPr>
              <a:t>row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 </a:t>
            </a:r>
            <a:r>
              <a:rPr lang="en-US" sz="900" b="1" kern="1200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 </a:t>
            </a:r>
            <a:r>
              <a:rPr lang="en-US" sz="900" kern="1200" dirty="0">
                <a:latin typeface="+mn-lt"/>
              </a:rPr>
              <a:t>cur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900" kern="1200" dirty="0">
                <a:latin typeface="+mn-lt"/>
              </a:rPr>
              <a:t>fetchall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():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        </a:t>
            </a:r>
            <a:r>
              <a:rPr lang="en-US" sz="900" b="1" kern="1200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kern="1200" dirty="0">
                <a:latin typeface="+mn-lt"/>
              </a:rPr>
              <a:t>dict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900" kern="1200" dirty="0">
                <a:latin typeface="+mn-lt"/>
              </a:rPr>
              <a:t>row</a:t>
            </a:r>
            <a:r>
              <a:rPr lang="en-US" sz="900" b="1" kern="1200" dirty="0">
                <a:solidFill>
                  <a:srgbClr val="000080"/>
                </a:solidFill>
                <a:latin typeface="+mn-lt"/>
              </a:rPr>
              <a:t>))</a:t>
            </a:r>
          </a:p>
        </p:txBody>
      </p:sp>
      <p:graphicFrame>
        <p:nvGraphicFramePr>
          <p:cNvPr id="25" name="Object 3">
            <a:extLst>
              <a:ext uri="{FF2B5EF4-FFF2-40B4-BE49-F238E27FC236}">
                <a16:creationId xmlns:a16="http://schemas.microsoft.com/office/drawing/2014/main" id="{58AF549A-D5E9-4208-B715-96D6EA3E68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3511"/>
              </p:ext>
            </p:extLst>
          </p:nvPr>
        </p:nvGraphicFramePr>
        <p:xfrm>
          <a:off x="3519672" y="2006413"/>
          <a:ext cx="3596081" cy="716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3" imgW="4809965" imgH="961968" progId="Excel.Sheet.12">
                  <p:embed/>
                </p:oleObj>
              </mc:Choice>
              <mc:Fallback>
                <p:oleObj name="Лист" r:id="rId3" imgW="4809965" imgH="961968" progId="Excel.Sheet.12">
                  <p:embed/>
                  <p:pic>
                    <p:nvPicPr>
                      <p:cNvPr id="16" name="Object 3">
                        <a:extLst>
                          <a:ext uri="{FF2B5EF4-FFF2-40B4-BE49-F238E27FC236}">
                            <a16:creationId xmlns:a16="http://schemas.microsoft.com/office/drawing/2014/main" id="{58AF549A-D5E9-4208-B715-96D6EA3E68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19672" y="2006413"/>
                        <a:ext cx="3596081" cy="7162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">
            <a:extLst>
              <a:ext uri="{FF2B5EF4-FFF2-40B4-BE49-F238E27FC236}">
                <a16:creationId xmlns:a16="http://schemas.microsoft.com/office/drawing/2014/main" id="{C8DAA9C8-BAEC-4532-8588-5860837CD0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615695"/>
              </p:ext>
            </p:extLst>
          </p:nvPr>
        </p:nvGraphicFramePr>
        <p:xfrm>
          <a:off x="6666337" y="2973740"/>
          <a:ext cx="1676214" cy="71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5" imgW="2257283" imgH="961968" progId="Excel.Sheet.12">
                  <p:embed/>
                </p:oleObj>
              </mc:Choice>
              <mc:Fallback>
                <p:oleObj name="Лист" r:id="rId5" imgW="2257283" imgH="961968" progId="Excel.Sheet.12">
                  <p:embed/>
                  <p:pic>
                    <p:nvPicPr>
                      <p:cNvPr id="17" name="Object 4">
                        <a:extLst>
                          <a:ext uri="{FF2B5EF4-FFF2-40B4-BE49-F238E27FC236}">
                            <a16:creationId xmlns:a16="http://schemas.microsoft.com/office/drawing/2014/main" id="{C8DAA9C8-BAEC-4532-8588-5860837CD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66337" y="2973740"/>
                        <a:ext cx="1676214" cy="711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ounded Rectangle 5">
            <a:extLst>
              <a:ext uri="{FF2B5EF4-FFF2-40B4-BE49-F238E27FC236}">
                <a16:creationId xmlns:a16="http://schemas.microsoft.com/office/drawing/2014/main" id="{4F7897FC-76FB-4FA2-A510-BBBA6E6C3855}"/>
              </a:ext>
            </a:extLst>
          </p:cNvPr>
          <p:cNvSpPr/>
          <p:nvPr/>
        </p:nvSpPr>
        <p:spPr>
          <a:xfrm>
            <a:off x="3411743" y="2090559"/>
            <a:ext cx="2046000" cy="688109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Rounded Rectangle 6">
            <a:extLst>
              <a:ext uri="{FF2B5EF4-FFF2-40B4-BE49-F238E27FC236}">
                <a16:creationId xmlns:a16="http://schemas.microsoft.com/office/drawing/2014/main" id="{5EA67A44-67CD-44E8-AC82-CDD59EFC7AE4}"/>
              </a:ext>
            </a:extLst>
          </p:cNvPr>
          <p:cNvSpPr/>
          <p:nvPr/>
        </p:nvSpPr>
        <p:spPr>
          <a:xfrm>
            <a:off x="6620892" y="3060004"/>
            <a:ext cx="1779718" cy="688108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9" name="Object 8">
            <a:extLst>
              <a:ext uri="{FF2B5EF4-FFF2-40B4-BE49-F238E27FC236}">
                <a16:creationId xmlns:a16="http://schemas.microsoft.com/office/drawing/2014/main" id="{4DDE6A55-43DD-457C-977F-90D9B3EEF8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002733"/>
              </p:ext>
            </p:extLst>
          </p:nvPr>
        </p:nvGraphicFramePr>
        <p:xfrm>
          <a:off x="2094383" y="3624058"/>
          <a:ext cx="3367655" cy="802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7" imgW="4505489" imgH="961968" progId="Excel.Sheet.12">
                  <p:embed/>
                </p:oleObj>
              </mc:Choice>
              <mc:Fallback>
                <p:oleObj name="Лист" r:id="rId7" imgW="4505489" imgH="961968" progId="Excel.Sheet.12">
                  <p:embed/>
                  <p:pic>
                    <p:nvPicPr>
                      <p:cNvPr id="20" name="Object 8">
                        <a:extLst>
                          <a:ext uri="{FF2B5EF4-FFF2-40B4-BE49-F238E27FC236}">
                            <a16:creationId xmlns:a16="http://schemas.microsoft.com/office/drawing/2014/main" id="{4DDE6A55-43DD-457C-977F-90D9B3EEF8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94383" y="3624058"/>
                        <a:ext cx="3367655" cy="8029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" name="Straight Arrow Connector 10">
            <a:extLst>
              <a:ext uri="{FF2B5EF4-FFF2-40B4-BE49-F238E27FC236}">
                <a16:creationId xmlns:a16="http://schemas.microsoft.com/office/drawing/2014/main" id="{512E14EF-C67E-44A3-9B0D-3E5EE04A7D6E}"/>
              </a:ext>
            </a:extLst>
          </p:cNvPr>
          <p:cNvCxnSpPr>
            <a:stCxn id="27" idx="2"/>
          </p:cNvCxnSpPr>
          <p:nvPr/>
        </p:nvCxnSpPr>
        <p:spPr>
          <a:xfrm>
            <a:off x="4434743" y="2778668"/>
            <a:ext cx="12079" cy="728209"/>
          </a:xfrm>
          <a:prstGeom prst="straightConnector1">
            <a:avLst/>
          </a:prstGeom>
          <a:noFill/>
          <a:ln w="6350" cap="flat" cmpd="sng" algn="ctr">
            <a:solidFill>
              <a:srgbClr val="4472C4">
                <a:lumMod val="50000"/>
              </a:srgbClr>
            </a:solidFill>
            <a:prstDash val="solid"/>
            <a:miter lim="800000"/>
            <a:tailEnd type="triangle" w="med" len="med"/>
          </a:ln>
          <a:effectLst/>
        </p:spPr>
      </p:cxnSp>
      <p:cxnSp>
        <p:nvCxnSpPr>
          <p:cNvPr id="31" name="Straight Arrow Connector 11">
            <a:extLst>
              <a:ext uri="{FF2B5EF4-FFF2-40B4-BE49-F238E27FC236}">
                <a16:creationId xmlns:a16="http://schemas.microsoft.com/office/drawing/2014/main" id="{5C916E9E-425B-4F1E-9AF1-DC4ADC37AB18}"/>
              </a:ext>
            </a:extLst>
          </p:cNvPr>
          <p:cNvCxnSpPr>
            <a:stCxn id="28" idx="1"/>
          </p:cNvCxnSpPr>
          <p:nvPr/>
        </p:nvCxnSpPr>
        <p:spPr>
          <a:xfrm flipH="1">
            <a:off x="5596748" y="3404058"/>
            <a:ext cx="1024144" cy="281595"/>
          </a:xfrm>
          <a:prstGeom prst="straightConnector1">
            <a:avLst/>
          </a:prstGeom>
          <a:noFill/>
          <a:ln w="6350" cap="flat" cmpd="sng" algn="ctr">
            <a:solidFill>
              <a:srgbClr val="4472C4">
                <a:lumMod val="50000"/>
              </a:srgbClr>
            </a:solidFill>
            <a:prstDash val="solid"/>
            <a:miter lim="800000"/>
            <a:tailEnd type="triangle"/>
          </a:ln>
          <a:effectLst/>
        </p:spPr>
      </p:cxnSp>
      <p:graphicFrame>
        <p:nvGraphicFramePr>
          <p:cNvPr id="32" name="Object 12">
            <a:extLst>
              <a:ext uri="{FF2B5EF4-FFF2-40B4-BE49-F238E27FC236}">
                <a16:creationId xmlns:a16="http://schemas.microsoft.com/office/drawing/2014/main" id="{457B9726-444F-4CCE-AA1E-29BA995C8D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914819"/>
              </p:ext>
            </p:extLst>
          </p:nvPr>
        </p:nvGraphicFramePr>
        <p:xfrm>
          <a:off x="7104744" y="4066011"/>
          <a:ext cx="1160623" cy="759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9" imgW="1752723" imgH="1152618" progId="Excel.Sheet.12">
                  <p:embed/>
                </p:oleObj>
              </mc:Choice>
              <mc:Fallback>
                <p:oleObj name="Лист" r:id="rId9" imgW="1752723" imgH="1152618" progId="Excel.Sheet.12">
                  <p:embed/>
                  <p:pic>
                    <p:nvPicPr>
                      <p:cNvPr id="23" name="Object 12">
                        <a:extLst>
                          <a:ext uri="{FF2B5EF4-FFF2-40B4-BE49-F238E27FC236}">
                            <a16:creationId xmlns:a16="http://schemas.microsoft.com/office/drawing/2014/main" id="{457B9726-444F-4CCE-AA1E-29BA995C8D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04744" y="4066011"/>
                        <a:ext cx="1160623" cy="759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ounded Rectangle 13">
            <a:extLst>
              <a:ext uri="{FF2B5EF4-FFF2-40B4-BE49-F238E27FC236}">
                <a16:creationId xmlns:a16="http://schemas.microsoft.com/office/drawing/2014/main" id="{A0FC5400-55B5-487E-96C8-33D9E9A152D1}"/>
              </a:ext>
            </a:extLst>
          </p:cNvPr>
          <p:cNvSpPr/>
          <p:nvPr/>
        </p:nvSpPr>
        <p:spPr>
          <a:xfrm>
            <a:off x="7063780" y="4015496"/>
            <a:ext cx="1278771" cy="810106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4" name="Rounded Rectangle 14">
            <a:extLst>
              <a:ext uri="{FF2B5EF4-FFF2-40B4-BE49-F238E27FC236}">
                <a16:creationId xmlns:a16="http://schemas.microsoft.com/office/drawing/2014/main" id="{084D9807-C160-4AAC-AEBB-5898164F03B8}"/>
              </a:ext>
            </a:extLst>
          </p:cNvPr>
          <p:cNvSpPr/>
          <p:nvPr/>
        </p:nvSpPr>
        <p:spPr>
          <a:xfrm>
            <a:off x="2002114" y="3562884"/>
            <a:ext cx="3502365" cy="905223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5" name="Straight Arrow Connector 19">
            <a:extLst>
              <a:ext uri="{FF2B5EF4-FFF2-40B4-BE49-F238E27FC236}">
                <a16:creationId xmlns:a16="http://schemas.microsoft.com/office/drawing/2014/main" id="{76C8D1CD-B152-48A7-96B5-767AF9D96628}"/>
              </a:ext>
            </a:extLst>
          </p:cNvPr>
          <p:cNvCxnSpPr>
            <a:stCxn id="33" idx="1"/>
          </p:cNvCxnSpPr>
          <p:nvPr/>
        </p:nvCxnSpPr>
        <p:spPr>
          <a:xfrm flipH="1" flipV="1">
            <a:off x="5596748" y="4066011"/>
            <a:ext cx="1467032" cy="354538"/>
          </a:xfrm>
          <a:prstGeom prst="straightConnector1">
            <a:avLst/>
          </a:prstGeom>
          <a:noFill/>
          <a:ln w="6350" cap="flat" cmpd="sng" algn="ctr">
            <a:solidFill>
              <a:srgbClr val="4472C4">
                <a:lumMod val="50000"/>
              </a:srgbClr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784164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1" y="160682"/>
            <a:ext cx="667182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kern="1200" dirty="0">
                <a:solidFill>
                  <a:schemeClr val="accent3"/>
                </a:solidFill>
                <a:latin typeface="+mj-lt"/>
              </a:rPr>
              <a:t>Изменение данных: UPDATE и DELETE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295" y="1564395"/>
            <a:ext cx="5677311" cy="33640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Изменение премии сотрудника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update_employee_bonus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employee_id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new_bonus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cursor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#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Делаем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запрос к базе данных, используя обычный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SQL-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синтаксис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execute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"UPDATE Employees"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SET Bonus = :new_bonus"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WHERE Id = :employee_id"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'employee_id'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employee_id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'new_bonus'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new_bonus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commit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Удаление сотрудника из проекта (но не из базы данных)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delete_employee_from_project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employee_id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project_id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cursor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Делаем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DELETE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запрос к базе данных, используя обычный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SQL-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синтаксис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execute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"DELETE FROM EmployeeProject"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WHERE EmployeeId = :employee_id"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AND ProjectId = :project_id"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{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'employee_id'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employee_id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'project_id'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project_id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commit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15D9172F-2E60-4ACC-83F6-3441C1F02586}"/>
              </a:ext>
            </a:extLst>
          </p:cNvPr>
          <p:cNvGrpSpPr/>
          <p:nvPr/>
        </p:nvGrpSpPr>
        <p:grpSpPr>
          <a:xfrm flipH="1">
            <a:off x="5695669" y="2533879"/>
            <a:ext cx="4505739" cy="2730423"/>
            <a:chOff x="-903210" y="2512248"/>
            <a:chExt cx="4553212" cy="2759191"/>
          </a:xfrm>
        </p:grpSpPr>
        <p:sp>
          <p:nvSpPr>
            <p:cNvPr id="17" name="Google Shape;1738;p44">
              <a:extLst>
                <a:ext uri="{FF2B5EF4-FFF2-40B4-BE49-F238E27FC236}">
                  <a16:creationId xmlns:a16="http://schemas.microsoft.com/office/drawing/2014/main" id="{E4F90094-185A-445E-9205-70C3F0974390}"/>
                </a:ext>
              </a:extLst>
            </p:cNvPr>
            <p:cNvSpPr/>
            <p:nvPr/>
          </p:nvSpPr>
          <p:spPr>
            <a:xfrm>
              <a:off x="-903210" y="2621786"/>
              <a:ext cx="4553212" cy="2649653"/>
            </a:xfrm>
            <a:custGeom>
              <a:avLst/>
              <a:gdLst/>
              <a:ahLst/>
              <a:cxnLst/>
              <a:rect l="l" t="t" r="r" b="b"/>
              <a:pathLst>
                <a:path w="79073" h="46015" extrusionOk="0">
                  <a:moveTo>
                    <a:pt x="29262" y="1"/>
                  </a:moveTo>
                  <a:cubicBezTo>
                    <a:pt x="18282" y="1"/>
                    <a:pt x="9382" y="8902"/>
                    <a:pt x="9382" y="19881"/>
                  </a:cubicBezTo>
                  <a:cubicBezTo>
                    <a:pt x="9382" y="20126"/>
                    <a:pt x="9392" y="20367"/>
                    <a:pt x="9401" y="20611"/>
                  </a:cubicBezTo>
                  <a:cubicBezTo>
                    <a:pt x="3976" y="22156"/>
                    <a:pt x="0" y="27139"/>
                    <a:pt x="0" y="33059"/>
                  </a:cubicBezTo>
                  <a:cubicBezTo>
                    <a:pt x="0" y="39606"/>
                    <a:pt x="4862" y="45004"/>
                    <a:pt x="11168" y="45877"/>
                  </a:cubicBezTo>
                  <a:lnTo>
                    <a:pt x="11168" y="46015"/>
                  </a:lnTo>
                  <a:lnTo>
                    <a:pt x="69691" y="46015"/>
                  </a:lnTo>
                  <a:cubicBezTo>
                    <a:pt x="74872" y="46015"/>
                    <a:pt x="79072" y="41814"/>
                    <a:pt x="79072" y="36633"/>
                  </a:cubicBezTo>
                  <a:cubicBezTo>
                    <a:pt x="79072" y="31666"/>
                    <a:pt x="75209" y="27611"/>
                    <a:pt x="70325" y="27283"/>
                  </a:cubicBezTo>
                  <a:cubicBezTo>
                    <a:pt x="70488" y="26404"/>
                    <a:pt x="70585" y="25499"/>
                    <a:pt x="70585" y="24571"/>
                  </a:cubicBezTo>
                  <a:cubicBezTo>
                    <a:pt x="70585" y="16429"/>
                    <a:pt x="63985" y="9829"/>
                    <a:pt x="55842" y="9829"/>
                  </a:cubicBezTo>
                  <a:cubicBezTo>
                    <a:pt x="55835" y="9829"/>
                    <a:pt x="55828" y="9829"/>
                    <a:pt x="55820" y="9829"/>
                  </a:cubicBezTo>
                  <a:cubicBezTo>
                    <a:pt x="52910" y="9829"/>
                    <a:pt x="50065" y="10696"/>
                    <a:pt x="47648" y="12318"/>
                  </a:cubicBezTo>
                  <a:cubicBezTo>
                    <a:pt x="44672" y="5091"/>
                    <a:pt x="37563" y="1"/>
                    <a:pt x="2926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54;p44">
              <a:extLst>
                <a:ext uri="{FF2B5EF4-FFF2-40B4-BE49-F238E27FC236}">
                  <a16:creationId xmlns:a16="http://schemas.microsoft.com/office/drawing/2014/main" id="{6AF7BBD7-F5E6-4D68-859D-15E0F6D02ACE}"/>
                </a:ext>
              </a:extLst>
            </p:cNvPr>
            <p:cNvSpPr/>
            <p:nvPr/>
          </p:nvSpPr>
          <p:spPr>
            <a:xfrm>
              <a:off x="773574" y="4698724"/>
              <a:ext cx="300810" cy="117942"/>
            </a:xfrm>
            <a:custGeom>
              <a:avLst/>
              <a:gdLst/>
              <a:ahLst/>
              <a:cxnLst/>
              <a:rect l="l" t="t" r="r" b="b"/>
              <a:pathLst>
                <a:path w="20404" h="8000" extrusionOk="0">
                  <a:moveTo>
                    <a:pt x="8645" y="1"/>
                  </a:moveTo>
                  <a:lnTo>
                    <a:pt x="948" y="823"/>
                  </a:lnTo>
                  <a:cubicBezTo>
                    <a:pt x="948" y="823"/>
                    <a:pt x="1" y="4548"/>
                    <a:pt x="592" y="5967"/>
                  </a:cubicBezTo>
                  <a:cubicBezTo>
                    <a:pt x="1052" y="7074"/>
                    <a:pt x="1846" y="7222"/>
                    <a:pt x="2985" y="7222"/>
                  </a:cubicBezTo>
                  <a:cubicBezTo>
                    <a:pt x="3307" y="7222"/>
                    <a:pt x="3657" y="7210"/>
                    <a:pt x="4035" y="7204"/>
                  </a:cubicBezTo>
                  <a:cubicBezTo>
                    <a:pt x="4052" y="7204"/>
                    <a:pt x="4071" y="7204"/>
                    <a:pt x="4089" y="7204"/>
                  </a:cubicBezTo>
                  <a:cubicBezTo>
                    <a:pt x="5612" y="7204"/>
                    <a:pt x="11444" y="7999"/>
                    <a:pt x="14477" y="7999"/>
                  </a:cubicBezTo>
                  <a:cubicBezTo>
                    <a:pt x="15077" y="7999"/>
                    <a:pt x="15568" y="7968"/>
                    <a:pt x="15894" y="7894"/>
                  </a:cubicBezTo>
                  <a:cubicBezTo>
                    <a:pt x="17886" y="7437"/>
                    <a:pt x="19873" y="6552"/>
                    <a:pt x="20138" y="5121"/>
                  </a:cubicBezTo>
                  <a:cubicBezTo>
                    <a:pt x="20403" y="3690"/>
                    <a:pt x="16698" y="4170"/>
                    <a:pt x="14837" y="3768"/>
                  </a:cubicBezTo>
                  <a:cubicBezTo>
                    <a:pt x="12975" y="3367"/>
                    <a:pt x="8645" y="1"/>
                    <a:pt x="86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55;p44">
              <a:extLst>
                <a:ext uri="{FF2B5EF4-FFF2-40B4-BE49-F238E27FC236}">
                  <a16:creationId xmlns:a16="http://schemas.microsoft.com/office/drawing/2014/main" id="{F1118712-334A-499A-A569-34EDAF69C2D1}"/>
                </a:ext>
              </a:extLst>
            </p:cNvPr>
            <p:cNvSpPr/>
            <p:nvPr/>
          </p:nvSpPr>
          <p:spPr>
            <a:xfrm>
              <a:off x="769255" y="4694523"/>
              <a:ext cx="306103" cy="126330"/>
            </a:xfrm>
            <a:custGeom>
              <a:avLst/>
              <a:gdLst/>
              <a:ahLst/>
              <a:cxnLst/>
              <a:rect l="l" t="t" r="r" b="b"/>
              <a:pathLst>
                <a:path w="20763" h="8569" extrusionOk="0">
                  <a:moveTo>
                    <a:pt x="8854" y="582"/>
                  </a:moveTo>
                  <a:cubicBezTo>
                    <a:pt x="9508" y="1084"/>
                    <a:pt x="13296" y="3950"/>
                    <a:pt x="15069" y="4332"/>
                  </a:cubicBezTo>
                  <a:cubicBezTo>
                    <a:pt x="15679" y="4464"/>
                    <a:pt x="16477" y="4504"/>
                    <a:pt x="17248" y="4543"/>
                  </a:cubicBezTo>
                  <a:cubicBezTo>
                    <a:pt x="18430" y="4603"/>
                    <a:pt x="19771" y="4670"/>
                    <a:pt x="20096" y="5080"/>
                  </a:cubicBezTo>
                  <a:cubicBezTo>
                    <a:pt x="20135" y="5131"/>
                    <a:pt x="20178" y="5207"/>
                    <a:pt x="20150" y="5354"/>
                  </a:cubicBezTo>
                  <a:cubicBezTo>
                    <a:pt x="19950" y="6433"/>
                    <a:pt x="18483" y="7360"/>
                    <a:pt x="16122" y="7900"/>
                  </a:cubicBezTo>
                  <a:cubicBezTo>
                    <a:pt x="15819" y="7970"/>
                    <a:pt x="15355" y="7999"/>
                    <a:pt x="14783" y="7999"/>
                  </a:cubicBezTo>
                  <a:cubicBezTo>
                    <a:pt x="13010" y="7999"/>
                    <a:pt x="10210" y="7719"/>
                    <a:pt x="8021" y="7501"/>
                  </a:cubicBezTo>
                  <a:cubicBezTo>
                    <a:pt x="6419" y="7342"/>
                    <a:pt x="5028" y="7203"/>
                    <a:pt x="4380" y="7203"/>
                  </a:cubicBezTo>
                  <a:lnTo>
                    <a:pt x="4324" y="7203"/>
                  </a:lnTo>
                  <a:lnTo>
                    <a:pt x="3895" y="7212"/>
                  </a:lnTo>
                  <a:cubicBezTo>
                    <a:pt x="3690" y="7216"/>
                    <a:pt x="3499" y="7220"/>
                    <a:pt x="3322" y="7220"/>
                  </a:cubicBezTo>
                  <a:cubicBezTo>
                    <a:pt x="2132" y="7220"/>
                    <a:pt x="1537" y="7076"/>
                    <a:pt x="1148" y="6142"/>
                  </a:cubicBezTo>
                  <a:cubicBezTo>
                    <a:pt x="720" y="5115"/>
                    <a:pt x="1198" y="2512"/>
                    <a:pt x="1470" y="1371"/>
                  </a:cubicBezTo>
                  <a:lnTo>
                    <a:pt x="8854" y="582"/>
                  </a:lnTo>
                  <a:close/>
                  <a:moveTo>
                    <a:pt x="8940" y="0"/>
                  </a:moveTo>
                  <a:cubicBezTo>
                    <a:pt x="8929" y="0"/>
                    <a:pt x="8918" y="1"/>
                    <a:pt x="8907" y="2"/>
                  </a:cubicBezTo>
                  <a:lnTo>
                    <a:pt x="1210" y="824"/>
                  </a:lnTo>
                  <a:cubicBezTo>
                    <a:pt x="1092" y="837"/>
                    <a:pt x="993" y="922"/>
                    <a:pt x="963" y="1038"/>
                  </a:cubicBezTo>
                  <a:cubicBezTo>
                    <a:pt x="924" y="1194"/>
                    <a:pt x="0" y="4873"/>
                    <a:pt x="621" y="6363"/>
                  </a:cubicBezTo>
                  <a:cubicBezTo>
                    <a:pt x="1145" y="7622"/>
                    <a:pt x="2079" y="7792"/>
                    <a:pt x="3268" y="7792"/>
                  </a:cubicBezTo>
                  <a:cubicBezTo>
                    <a:pt x="3474" y="7792"/>
                    <a:pt x="3688" y="7787"/>
                    <a:pt x="3908" y="7782"/>
                  </a:cubicBezTo>
                  <a:lnTo>
                    <a:pt x="4332" y="7774"/>
                  </a:lnTo>
                  <a:cubicBezTo>
                    <a:pt x="4931" y="7779"/>
                    <a:pt x="6332" y="7907"/>
                    <a:pt x="7965" y="8070"/>
                  </a:cubicBezTo>
                  <a:cubicBezTo>
                    <a:pt x="10260" y="8298"/>
                    <a:pt x="12971" y="8569"/>
                    <a:pt x="14765" y="8569"/>
                  </a:cubicBezTo>
                  <a:cubicBezTo>
                    <a:pt x="15391" y="8569"/>
                    <a:pt x="15905" y="8535"/>
                    <a:pt x="16251" y="8457"/>
                  </a:cubicBezTo>
                  <a:cubicBezTo>
                    <a:pt x="17774" y="8108"/>
                    <a:pt x="20379" y="7255"/>
                    <a:pt x="20711" y="5459"/>
                  </a:cubicBezTo>
                  <a:cubicBezTo>
                    <a:pt x="20762" y="5184"/>
                    <a:pt x="20705" y="4930"/>
                    <a:pt x="20544" y="4727"/>
                  </a:cubicBezTo>
                  <a:cubicBezTo>
                    <a:pt x="20059" y="4114"/>
                    <a:pt x="18708" y="4045"/>
                    <a:pt x="17276" y="3972"/>
                  </a:cubicBezTo>
                  <a:cubicBezTo>
                    <a:pt x="16528" y="3936"/>
                    <a:pt x="15755" y="3896"/>
                    <a:pt x="15190" y="3775"/>
                  </a:cubicBezTo>
                  <a:cubicBezTo>
                    <a:pt x="13413" y="3390"/>
                    <a:pt x="9156" y="94"/>
                    <a:pt x="9113" y="61"/>
                  </a:cubicBezTo>
                  <a:cubicBezTo>
                    <a:pt x="9064" y="21"/>
                    <a:pt x="9003" y="0"/>
                    <a:pt x="89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56;p44">
              <a:extLst>
                <a:ext uri="{FF2B5EF4-FFF2-40B4-BE49-F238E27FC236}">
                  <a16:creationId xmlns:a16="http://schemas.microsoft.com/office/drawing/2014/main" id="{9F6C208C-B0C7-4212-817B-B294BD426DDE}"/>
                </a:ext>
              </a:extLst>
            </p:cNvPr>
            <p:cNvSpPr/>
            <p:nvPr/>
          </p:nvSpPr>
          <p:spPr>
            <a:xfrm>
              <a:off x="883702" y="4698724"/>
              <a:ext cx="76367" cy="50744"/>
            </a:xfrm>
            <a:custGeom>
              <a:avLst/>
              <a:gdLst/>
              <a:ahLst/>
              <a:cxnLst/>
              <a:rect l="l" t="t" r="r" b="b"/>
              <a:pathLst>
                <a:path w="5180" h="3442" extrusionOk="0">
                  <a:moveTo>
                    <a:pt x="1175" y="1"/>
                  </a:moveTo>
                  <a:lnTo>
                    <a:pt x="248" y="100"/>
                  </a:lnTo>
                  <a:lnTo>
                    <a:pt x="0" y="1112"/>
                  </a:lnTo>
                  <a:cubicBezTo>
                    <a:pt x="0" y="1112"/>
                    <a:pt x="1738" y="2800"/>
                    <a:pt x="3268" y="3350"/>
                  </a:cubicBezTo>
                  <a:cubicBezTo>
                    <a:pt x="3445" y="3414"/>
                    <a:pt x="3615" y="3442"/>
                    <a:pt x="3779" y="3442"/>
                  </a:cubicBezTo>
                  <a:cubicBezTo>
                    <a:pt x="4336" y="3442"/>
                    <a:pt x="4816" y="3119"/>
                    <a:pt x="5180" y="2759"/>
                  </a:cubicBezTo>
                  <a:cubicBezTo>
                    <a:pt x="3275" y="1633"/>
                    <a:pt x="1175" y="1"/>
                    <a:pt x="11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57;p44">
              <a:extLst>
                <a:ext uri="{FF2B5EF4-FFF2-40B4-BE49-F238E27FC236}">
                  <a16:creationId xmlns:a16="http://schemas.microsoft.com/office/drawing/2014/main" id="{2644D6BA-B538-4870-840A-85AF7301ED3D}"/>
                </a:ext>
              </a:extLst>
            </p:cNvPr>
            <p:cNvSpPr/>
            <p:nvPr/>
          </p:nvSpPr>
          <p:spPr>
            <a:xfrm>
              <a:off x="879265" y="4694508"/>
              <a:ext cx="85729" cy="59177"/>
            </a:xfrm>
            <a:custGeom>
              <a:avLst/>
              <a:gdLst/>
              <a:ahLst/>
              <a:cxnLst/>
              <a:rect l="l" t="t" r="r" b="b"/>
              <a:pathLst>
                <a:path w="5815" h="4014" extrusionOk="0">
                  <a:moveTo>
                    <a:pt x="1393" y="583"/>
                  </a:moveTo>
                  <a:cubicBezTo>
                    <a:pt x="1792" y="888"/>
                    <a:pt x="3423" y="2120"/>
                    <a:pt x="4999" y="3089"/>
                  </a:cubicBezTo>
                  <a:cubicBezTo>
                    <a:pt x="4691" y="3324"/>
                    <a:pt x="4383" y="3441"/>
                    <a:pt x="4079" y="3441"/>
                  </a:cubicBezTo>
                  <a:cubicBezTo>
                    <a:pt x="3940" y="3441"/>
                    <a:pt x="3802" y="3417"/>
                    <a:pt x="3665" y="3368"/>
                  </a:cubicBezTo>
                  <a:cubicBezTo>
                    <a:pt x="2433" y="2925"/>
                    <a:pt x="1029" y="1683"/>
                    <a:pt x="619" y="1305"/>
                  </a:cubicBezTo>
                  <a:lnTo>
                    <a:pt x="780" y="649"/>
                  </a:lnTo>
                  <a:lnTo>
                    <a:pt x="1393" y="583"/>
                  </a:lnTo>
                  <a:close/>
                  <a:moveTo>
                    <a:pt x="1472" y="1"/>
                  </a:moveTo>
                  <a:cubicBezTo>
                    <a:pt x="1463" y="1"/>
                    <a:pt x="1454" y="1"/>
                    <a:pt x="1445" y="2"/>
                  </a:cubicBezTo>
                  <a:lnTo>
                    <a:pt x="519" y="102"/>
                  </a:lnTo>
                  <a:cubicBezTo>
                    <a:pt x="399" y="114"/>
                    <a:pt x="300" y="201"/>
                    <a:pt x="272" y="317"/>
                  </a:cubicBezTo>
                  <a:lnTo>
                    <a:pt x="24" y="1330"/>
                  </a:lnTo>
                  <a:cubicBezTo>
                    <a:pt x="0" y="1428"/>
                    <a:pt x="30" y="1532"/>
                    <a:pt x="103" y="1602"/>
                  </a:cubicBezTo>
                  <a:cubicBezTo>
                    <a:pt x="175" y="1673"/>
                    <a:pt x="1902" y="3341"/>
                    <a:pt x="3473" y="3905"/>
                  </a:cubicBezTo>
                  <a:cubicBezTo>
                    <a:pt x="3667" y="3976"/>
                    <a:pt x="3873" y="4013"/>
                    <a:pt x="4080" y="4014"/>
                  </a:cubicBezTo>
                  <a:cubicBezTo>
                    <a:pt x="4626" y="4014"/>
                    <a:pt x="5170" y="3755"/>
                    <a:pt x="5682" y="3247"/>
                  </a:cubicBezTo>
                  <a:cubicBezTo>
                    <a:pt x="5814" y="3116"/>
                    <a:pt x="5787" y="2894"/>
                    <a:pt x="5625" y="2799"/>
                  </a:cubicBezTo>
                  <a:cubicBezTo>
                    <a:pt x="3760" y="1695"/>
                    <a:pt x="1671" y="77"/>
                    <a:pt x="1651" y="61"/>
                  </a:cubicBezTo>
                  <a:cubicBezTo>
                    <a:pt x="1599" y="22"/>
                    <a:pt x="1536" y="1"/>
                    <a:pt x="1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58;p44">
              <a:extLst>
                <a:ext uri="{FF2B5EF4-FFF2-40B4-BE49-F238E27FC236}">
                  <a16:creationId xmlns:a16="http://schemas.microsoft.com/office/drawing/2014/main" id="{B67B09EE-A524-46B3-8DC3-658D3F880853}"/>
                </a:ext>
              </a:extLst>
            </p:cNvPr>
            <p:cNvSpPr/>
            <p:nvPr/>
          </p:nvSpPr>
          <p:spPr>
            <a:xfrm>
              <a:off x="780754" y="4770757"/>
              <a:ext cx="289945" cy="45909"/>
            </a:xfrm>
            <a:custGeom>
              <a:avLst/>
              <a:gdLst/>
              <a:ahLst/>
              <a:cxnLst/>
              <a:rect l="l" t="t" r="r" b="b"/>
              <a:pathLst>
                <a:path w="19667" h="3114" extrusionOk="0">
                  <a:moveTo>
                    <a:pt x="19655" y="1"/>
                  </a:moveTo>
                  <a:lnTo>
                    <a:pt x="19655" y="1"/>
                  </a:lnTo>
                  <a:cubicBezTo>
                    <a:pt x="19010" y="364"/>
                    <a:pt x="17816" y="950"/>
                    <a:pt x="16098" y="1427"/>
                  </a:cubicBezTo>
                  <a:cubicBezTo>
                    <a:pt x="15225" y="1670"/>
                    <a:pt x="14275" y="1765"/>
                    <a:pt x="13244" y="1765"/>
                  </a:cubicBezTo>
                  <a:cubicBezTo>
                    <a:pt x="11086" y="1765"/>
                    <a:pt x="8574" y="1349"/>
                    <a:pt x="5671" y="1003"/>
                  </a:cubicBezTo>
                  <a:cubicBezTo>
                    <a:pt x="3774" y="778"/>
                    <a:pt x="2218" y="715"/>
                    <a:pt x="1070" y="715"/>
                  </a:cubicBezTo>
                  <a:cubicBezTo>
                    <a:pt x="661" y="715"/>
                    <a:pt x="303" y="723"/>
                    <a:pt x="1" y="734"/>
                  </a:cubicBezTo>
                  <a:cubicBezTo>
                    <a:pt x="25" y="853"/>
                    <a:pt x="59" y="969"/>
                    <a:pt x="104" y="1082"/>
                  </a:cubicBezTo>
                  <a:cubicBezTo>
                    <a:pt x="565" y="2188"/>
                    <a:pt x="1358" y="2336"/>
                    <a:pt x="2497" y="2336"/>
                  </a:cubicBezTo>
                  <a:cubicBezTo>
                    <a:pt x="2820" y="2336"/>
                    <a:pt x="3170" y="2324"/>
                    <a:pt x="3548" y="2318"/>
                  </a:cubicBezTo>
                  <a:cubicBezTo>
                    <a:pt x="3565" y="2318"/>
                    <a:pt x="3583" y="2318"/>
                    <a:pt x="3602" y="2318"/>
                  </a:cubicBezTo>
                  <a:cubicBezTo>
                    <a:pt x="5124" y="2318"/>
                    <a:pt x="10957" y="3113"/>
                    <a:pt x="13990" y="3113"/>
                  </a:cubicBezTo>
                  <a:cubicBezTo>
                    <a:pt x="14590" y="3113"/>
                    <a:pt x="15081" y="3082"/>
                    <a:pt x="15407" y="3008"/>
                  </a:cubicBezTo>
                  <a:cubicBezTo>
                    <a:pt x="17398" y="2551"/>
                    <a:pt x="19384" y="1666"/>
                    <a:pt x="19650" y="235"/>
                  </a:cubicBezTo>
                  <a:cubicBezTo>
                    <a:pt x="19665" y="158"/>
                    <a:pt x="19666" y="79"/>
                    <a:pt x="196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59;p44">
              <a:extLst>
                <a:ext uri="{FF2B5EF4-FFF2-40B4-BE49-F238E27FC236}">
                  <a16:creationId xmlns:a16="http://schemas.microsoft.com/office/drawing/2014/main" id="{E9353192-2F6E-4DBC-818D-7FBEF9D0E085}"/>
                </a:ext>
              </a:extLst>
            </p:cNvPr>
            <p:cNvSpPr/>
            <p:nvPr/>
          </p:nvSpPr>
          <p:spPr>
            <a:xfrm>
              <a:off x="776081" y="4766541"/>
              <a:ext cx="298864" cy="54312"/>
            </a:xfrm>
            <a:custGeom>
              <a:avLst/>
              <a:gdLst/>
              <a:ahLst/>
              <a:cxnLst/>
              <a:rect l="l" t="t" r="r" b="b"/>
              <a:pathLst>
                <a:path w="20272" h="3684" extrusionOk="0">
                  <a:moveTo>
                    <a:pt x="19574" y="820"/>
                  </a:moveTo>
                  <a:lnTo>
                    <a:pt x="19574" y="820"/>
                  </a:lnTo>
                  <a:cubicBezTo>
                    <a:pt x="19151" y="1748"/>
                    <a:pt x="17759" y="2535"/>
                    <a:pt x="15659" y="3015"/>
                  </a:cubicBezTo>
                  <a:cubicBezTo>
                    <a:pt x="15356" y="3085"/>
                    <a:pt x="14892" y="3114"/>
                    <a:pt x="14321" y="3114"/>
                  </a:cubicBezTo>
                  <a:cubicBezTo>
                    <a:pt x="12548" y="3114"/>
                    <a:pt x="9748" y="2834"/>
                    <a:pt x="7558" y="2616"/>
                  </a:cubicBezTo>
                  <a:cubicBezTo>
                    <a:pt x="5956" y="2457"/>
                    <a:pt x="4565" y="2318"/>
                    <a:pt x="3917" y="2318"/>
                  </a:cubicBezTo>
                  <a:lnTo>
                    <a:pt x="3861" y="2318"/>
                  </a:lnTo>
                  <a:lnTo>
                    <a:pt x="3432" y="2327"/>
                  </a:lnTo>
                  <a:cubicBezTo>
                    <a:pt x="3221" y="2332"/>
                    <a:pt x="3026" y="2335"/>
                    <a:pt x="2844" y="2335"/>
                  </a:cubicBezTo>
                  <a:cubicBezTo>
                    <a:pt x="1680" y="2335"/>
                    <a:pt x="1089" y="2191"/>
                    <a:pt x="700" y="1294"/>
                  </a:cubicBezTo>
                  <a:cubicBezTo>
                    <a:pt x="914" y="1289"/>
                    <a:pt x="1148" y="1286"/>
                    <a:pt x="1400" y="1286"/>
                  </a:cubicBezTo>
                  <a:cubicBezTo>
                    <a:pt x="2548" y="1286"/>
                    <a:pt x="4088" y="1351"/>
                    <a:pt x="5955" y="1573"/>
                  </a:cubicBezTo>
                  <a:cubicBezTo>
                    <a:pt x="6670" y="1657"/>
                    <a:pt x="7361" y="1748"/>
                    <a:pt x="8030" y="1834"/>
                  </a:cubicBezTo>
                  <a:cubicBezTo>
                    <a:pt x="10050" y="2094"/>
                    <a:pt x="11901" y="2334"/>
                    <a:pt x="13563" y="2334"/>
                  </a:cubicBezTo>
                  <a:cubicBezTo>
                    <a:pt x="14618" y="2334"/>
                    <a:pt x="15596" y="2237"/>
                    <a:pt x="16492" y="1988"/>
                  </a:cubicBezTo>
                  <a:cubicBezTo>
                    <a:pt x="17825" y="1617"/>
                    <a:pt x="18851" y="1183"/>
                    <a:pt x="19574" y="820"/>
                  </a:cubicBezTo>
                  <a:close/>
                  <a:moveTo>
                    <a:pt x="19972" y="1"/>
                  </a:moveTo>
                  <a:cubicBezTo>
                    <a:pt x="19925" y="1"/>
                    <a:pt x="19877" y="12"/>
                    <a:pt x="19832" y="38"/>
                  </a:cubicBezTo>
                  <a:cubicBezTo>
                    <a:pt x="19149" y="424"/>
                    <a:pt x="17990" y="979"/>
                    <a:pt x="16339" y="1439"/>
                  </a:cubicBezTo>
                  <a:cubicBezTo>
                    <a:pt x="15489" y="1675"/>
                    <a:pt x="14569" y="1768"/>
                    <a:pt x="13564" y="1768"/>
                  </a:cubicBezTo>
                  <a:cubicBezTo>
                    <a:pt x="11973" y="1768"/>
                    <a:pt x="10171" y="1535"/>
                    <a:pt x="8103" y="1267"/>
                  </a:cubicBezTo>
                  <a:cubicBezTo>
                    <a:pt x="7433" y="1181"/>
                    <a:pt x="6739" y="1091"/>
                    <a:pt x="6022" y="1006"/>
                  </a:cubicBezTo>
                  <a:cubicBezTo>
                    <a:pt x="4119" y="780"/>
                    <a:pt x="2551" y="715"/>
                    <a:pt x="1381" y="715"/>
                  </a:cubicBezTo>
                  <a:cubicBezTo>
                    <a:pt x="974" y="715"/>
                    <a:pt x="615" y="723"/>
                    <a:pt x="307" y="735"/>
                  </a:cubicBezTo>
                  <a:cubicBezTo>
                    <a:pt x="130" y="741"/>
                    <a:pt x="0" y="907"/>
                    <a:pt x="39" y="1081"/>
                  </a:cubicBezTo>
                  <a:cubicBezTo>
                    <a:pt x="68" y="1217"/>
                    <a:pt x="107" y="1350"/>
                    <a:pt x="158" y="1478"/>
                  </a:cubicBezTo>
                  <a:cubicBezTo>
                    <a:pt x="682" y="2737"/>
                    <a:pt x="1616" y="2907"/>
                    <a:pt x="2805" y="2907"/>
                  </a:cubicBezTo>
                  <a:cubicBezTo>
                    <a:pt x="3011" y="2907"/>
                    <a:pt x="3225" y="2902"/>
                    <a:pt x="3445" y="2897"/>
                  </a:cubicBezTo>
                  <a:lnTo>
                    <a:pt x="3869" y="2889"/>
                  </a:lnTo>
                  <a:cubicBezTo>
                    <a:pt x="4468" y="2894"/>
                    <a:pt x="5869" y="3022"/>
                    <a:pt x="7502" y="3185"/>
                  </a:cubicBezTo>
                  <a:cubicBezTo>
                    <a:pt x="9797" y="3413"/>
                    <a:pt x="12508" y="3684"/>
                    <a:pt x="14302" y="3684"/>
                  </a:cubicBezTo>
                  <a:cubicBezTo>
                    <a:pt x="14928" y="3684"/>
                    <a:pt x="15442" y="3650"/>
                    <a:pt x="15788" y="3572"/>
                  </a:cubicBezTo>
                  <a:cubicBezTo>
                    <a:pt x="17311" y="3223"/>
                    <a:pt x="19916" y="2370"/>
                    <a:pt x="20248" y="573"/>
                  </a:cubicBezTo>
                  <a:cubicBezTo>
                    <a:pt x="20269" y="464"/>
                    <a:pt x="20271" y="353"/>
                    <a:pt x="20254" y="243"/>
                  </a:cubicBezTo>
                  <a:cubicBezTo>
                    <a:pt x="20232" y="96"/>
                    <a:pt x="20106" y="1"/>
                    <a:pt x="19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60;p44">
              <a:extLst>
                <a:ext uri="{FF2B5EF4-FFF2-40B4-BE49-F238E27FC236}">
                  <a16:creationId xmlns:a16="http://schemas.microsoft.com/office/drawing/2014/main" id="{C8D1E53B-CF0B-4B4B-9FA0-2BD7721C207A}"/>
                </a:ext>
              </a:extLst>
            </p:cNvPr>
            <p:cNvSpPr/>
            <p:nvPr/>
          </p:nvSpPr>
          <p:spPr>
            <a:xfrm>
              <a:off x="543101" y="3520738"/>
              <a:ext cx="432006" cy="1190798"/>
            </a:xfrm>
            <a:custGeom>
              <a:avLst/>
              <a:gdLst/>
              <a:ahLst/>
              <a:cxnLst/>
              <a:rect l="l" t="t" r="r" b="b"/>
              <a:pathLst>
                <a:path w="29303" h="80772" extrusionOk="0">
                  <a:moveTo>
                    <a:pt x="1166" y="0"/>
                  </a:moveTo>
                  <a:cubicBezTo>
                    <a:pt x="1166" y="0"/>
                    <a:pt x="1076" y="13849"/>
                    <a:pt x="1007" y="19132"/>
                  </a:cubicBezTo>
                  <a:cubicBezTo>
                    <a:pt x="940" y="24415"/>
                    <a:pt x="2288" y="43816"/>
                    <a:pt x="2012" y="44535"/>
                  </a:cubicBezTo>
                  <a:cubicBezTo>
                    <a:pt x="1737" y="45252"/>
                    <a:pt x="1" y="57928"/>
                    <a:pt x="902" y="61056"/>
                  </a:cubicBezTo>
                  <a:cubicBezTo>
                    <a:pt x="1802" y="64184"/>
                    <a:pt x="3304" y="80772"/>
                    <a:pt x="3304" y="80772"/>
                  </a:cubicBezTo>
                  <a:lnTo>
                    <a:pt x="10439" y="80528"/>
                  </a:lnTo>
                  <a:cubicBezTo>
                    <a:pt x="10439" y="80528"/>
                    <a:pt x="11241" y="56390"/>
                    <a:pt x="12072" y="54665"/>
                  </a:cubicBezTo>
                  <a:cubicBezTo>
                    <a:pt x="12905" y="52941"/>
                    <a:pt x="13214" y="44513"/>
                    <a:pt x="13608" y="42081"/>
                  </a:cubicBezTo>
                  <a:cubicBezTo>
                    <a:pt x="14002" y="39648"/>
                    <a:pt x="15785" y="24348"/>
                    <a:pt x="15785" y="24348"/>
                  </a:cubicBezTo>
                  <a:cubicBezTo>
                    <a:pt x="15785" y="24348"/>
                    <a:pt x="18043" y="42732"/>
                    <a:pt x="17681" y="47448"/>
                  </a:cubicBezTo>
                  <a:cubicBezTo>
                    <a:pt x="17320" y="52163"/>
                    <a:pt x="15241" y="56618"/>
                    <a:pt x="15871" y="60750"/>
                  </a:cubicBezTo>
                  <a:cubicBezTo>
                    <a:pt x="16500" y="64881"/>
                    <a:pt x="16581" y="80726"/>
                    <a:pt x="16581" y="80726"/>
                  </a:cubicBezTo>
                  <a:lnTo>
                    <a:pt x="23688" y="78628"/>
                  </a:lnTo>
                  <a:cubicBezTo>
                    <a:pt x="23688" y="78628"/>
                    <a:pt x="25156" y="71326"/>
                    <a:pt x="25134" y="69756"/>
                  </a:cubicBezTo>
                  <a:cubicBezTo>
                    <a:pt x="25111" y="68186"/>
                    <a:pt x="24921" y="64762"/>
                    <a:pt x="25178" y="62760"/>
                  </a:cubicBezTo>
                  <a:cubicBezTo>
                    <a:pt x="25435" y="60758"/>
                    <a:pt x="29072" y="45288"/>
                    <a:pt x="29150" y="40719"/>
                  </a:cubicBezTo>
                  <a:cubicBezTo>
                    <a:pt x="29228" y="36150"/>
                    <a:pt x="29302" y="888"/>
                    <a:pt x="29302" y="887"/>
                  </a:cubicBezTo>
                  <a:lnTo>
                    <a:pt x="29302" y="887"/>
                  </a:lnTo>
                  <a:cubicBezTo>
                    <a:pt x="29302" y="887"/>
                    <a:pt x="23480" y="2458"/>
                    <a:pt x="15937" y="2458"/>
                  </a:cubicBezTo>
                  <a:cubicBezTo>
                    <a:pt x="11343" y="2458"/>
                    <a:pt x="6110" y="1876"/>
                    <a:pt x="11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61;p44">
              <a:extLst>
                <a:ext uri="{FF2B5EF4-FFF2-40B4-BE49-F238E27FC236}">
                  <a16:creationId xmlns:a16="http://schemas.microsoft.com/office/drawing/2014/main" id="{1F022B7D-A5E4-422D-8F65-0D06D3890FAE}"/>
                </a:ext>
              </a:extLst>
            </p:cNvPr>
            <p:cNvSpPr/>
            <p:nvPr/>
          </p:nvSpPr>
          <p:spPr>
            <a:xfrm>
              <a:off x="538708" y="3516506"/>
              <a:ext cx="440601" cy="1199246"/>
            </a:xfrm>
            <a:custGeom>
              <a:avLst/>
              <a:gdLst/>
              <a:ahLst/>
              <a:cxnLst/>
              <a:rect l="l" t="t" r="r" b="b"/>
              <a:pathLst>
                <a:path w="29886" h="81345" extrusionOk="0">
                  <a:moveTo>
                    <a:pt x="1747" y="697"/>
                  </a:moveTo>
                  <a:cubicBezTo>
                    <a:pt x="6586" y="2462"/>
                    <a:pt x="11700" y="3016"/>
                    <a:pt x="16210" y="3016"/>
                  </a:cubicBezTo>
                  <a:cubicBezTo>
                    <a:pt x="22690" y="3016"/>
                    <a:pt x="27925" y="1873"/>
                    <a:pt x="29313" y="1539"/>
                  </a:cubicBezTo>
                  <a:lnTo>
                    <a:pt x="29313" y="1539"/>
                  </a:lnTo>
                  <a:cubicBezTo>
                    <a:pt x="29305" y="5306"/>
                    <a:pt x="29235" y="36737"/>
                    <a:pt x="29161" y="41001"/>
                  </a:cubicBezTo>
                  <a:cubicBezTo>
                    <a:pt x="29108" y="44166"/>
                    <a:pt x="27334" y="52597"/>
                    <a:pt x="26160" y="58176"/>
                  </a:cubicBezTo>
                  <a:cubicBezTo>
                    <a:pt x="25643" y="60626"/>
                    <a:pt x="25271" y="62396"/>
                    <a:pt x="25192" y="63011"/>
                  </a:cubicBezTo>
                  <a:cubicBezTo>
                    <a:pt x="24988" y="64598"/>
                    <a:pt x="25060" y="67022"/>
                    <a:pt x="25114" y="68793"/>
                  </a:cubicBezTo>
                  <a:cubicBezTo>
                    <a:pt x="25128" y="69276"/>
                    <a:pt x="25141" y="69705"/>
                    <a:pt x="25146" y="70047"/>
                  </a:cubicBezTo>
                  <a:cubicBezTo>
                    <a:pt x="25166" y="71437"/>
                    <a:pt x="23958" y="77587"/>
                    <a:pt x="23740" y="78690"/>
                  </a:cubicBezTo>
                  <a:lnTo>
                    <a:pt x="17161" y="80631"/>
                  </a:lnTo>
                  <a:cubicBezTo>
                    <a:pt x="17144" y="78143"/>
                    <a:pt x="17029" y="64792"/>
                    <a:pt x="16450" y="60994"/>
                  </a:cubicBezTo>
                  <a:cubicBezTo>
                    <a:pt x="16082" y="58580"/>
                    <a:pt x="16661" y="56048"/>
                    <a:pt x="17273" y="53366"/>
                  </a:cubicBezTo>
                  <a:cubicBezTo>
                    <a:pt x="17687" y="51552"/>
                    <a:pt x="18116" y="49677"/>
                    <a:pt x="18264" y="47756"/>
                  </a:cubicBezTo>
                  <a:cubicBezTo>
                    <a:pt x="18623" y="43066"/>
                    <a:pt x="16458" y="25351"/>
                    <a:pt x="16365" y="24600"/>
                  </a:cubicBezTo>
                  <a:cubicBezTo>
                    <a:pt x="16348" y="24456"/>
                    <a:pt x="16226" y="24349"/>
                    <a:pt x="16083" y="24349"/>
                  </a:cubicBezTo>
                  <a:lnTo>
                    <a:pt x="16082" y="24349"/>
                  </a:lnTo>
                  <a:cubicBezTo>
                    <a:pt x="15937" y="24349"/>
                    <a:pt x="15815" y="24458"/>
                    <a:pt x="15799" y="24601"/>
                  </a:cubicBezTo>
                  <a:cubicBezTo>
                    <a:pt x="15782" y="24754"/>
                    <a:pt x="14013" y="39924"/>
                    <a:pt x="13625" y="42321"/>
                  </a:cubicBezTo>
                  <a:cubicBezTo>
                    <a:pt x="13486" y="43180"/>
                    <a:pt x="13361" y="44734"/>
                    <a:pt x="13215" y="46532"/>
                  </a:cubicBezTo>
                  <a:cubicBezTo>
                    <a:pt x="12956" y="49749"/>
                    <a:pt x="12633" y="53752"/>
                    <a:pt x="12114" y="54828"/>
                  </a:cubicBezTo>
                  <a:cubicBezTo>
                    <a:pt x="11303" y="56508"/>
                    <a:pt x="10556" y="77760"/>
                    <a:pt x="10460" y="80539"/>
                  </a:cubicBezTo>
                  <a:lnTo>
                    <a:pt x="3862" y="80764"/>
                  </a:lnTo>
                  <a:cubicBezTo>
                    <a:pt x="3658" y="78536"/>
                    <a:pt x="2320" y="64201"/>
                    <a:pt x="1474" y="61264"/>
                  </a:cubicBezTo>
                  <a:cubicBezTo>
                    <a:pt x="606" y="58248"/>
                    <a:pt x="2276" y="45709"/>
                    <a:pt x="2576" y="44923"/>
                  </a:cubicBezTo>
                  <a:cubicBezTo>
                    <a:pt x="2719" y="44553"/>
                    <a:pt x="2576" y="41541"/>
                    <a:pt x="2192" y="34234"/>
                  </a:cubicBezTo>
                  <a:cubicBezTo>
                    <a:pt x="1895" y="28556"/>
                    <a:pt x="1556" y="22120"/>
                    <a:pt x="1591" y="19423"/>
                  </a:cubicBezTo>
                  <a:cubicBezTo>
                    <a:pt x="1652" y="14708"/>
                    <a:pt x="1731" y="3030"/>
                    <a:pt x="1747" y="697"/>
                  </a:cubicBezTo>
                  <a:close/>
                  <a:moveTo>
                    <a:pt x="1464" y="1"/>
                  </a:moveTo>
                  <a:cubicBezTo>
                    <a:pt x="1313" y="1"/>
                    <a:pt x="1179" y="122"/>
                    <a:pt x="1178" y="286"/>
                  </a:cubicBezTo>
                  <a:cubicBezTo>
                    <a:pt x="1178" y="424"/>
                    <a:pt x="1088" y="14193"/>
                    <a:pt x="1021" y="19415"/>
                  </a:cubicBezTo>
                  <a:cubicBezTo>
                    <a:pt x="985" y="22131"/>
                    <a:pt x="1324" y="28577"/>
                    <a:pt x="1623" y="34264"/>
                  </a:cubicBezTo>
                  <a:cubicBezTo>
                    <a:pt x="1880" y="39188"/>
                    <a:pt x="2149" y="44279"/>
                    <a:pt x="2044" y="44719"/>
                  </a:cubicBezTo>
                  <a:cubicBezTo>
                    <a:pt x="1734" y="45529"/>
                    <a:pt x="1" y="58213"/>
                    <a:pt x="925" y="61423"/>
                  </a:cubicBezTo>
                  <a:cubicBezTo>
                    <a:pt x="1809" y="64488"/>
                    <a:pt x="3303" y="80918"/>
                    <a:pt x="3318" y="81084"/>
                  </a:cubicBezTo>
                  <a:cubicBezTo>
                    <a:pt x="3332" y="81230"/>
                    <a:pt x="3455" y="81343"/>
                    <a:pt x="3602" y="81343"/>
                  </a:cubicBezTo>
                  <a:lnTo>
                    <a:pt x="3611" y="81344"/>
                  </a:lnTo>
                  <a:lnTo>
                    <a:pt x="10746" y="81101"/>
                  </a:lnTo>
                  <a:cubicBezTo>
                    <a:pt x="10896" y="81095"/>
                    <a:pt x="11017" y="80975"/>
                    <a:pt x="11021" y="80825"/>
                  </a:cubicBezTo>
                  <a:cubicBezTo>
                    <a:pt x="11244" y="74128"/>
                    <a:pt x="11966" y="56448"/>
                    <a:pt x="12627" y="55077"/>
                  </a:cubicBezTo>
                  <a:cubicBezTo>
                    <a:pt x="13193" y="53905"/>
                    <a:pt x="13507" y="50013"/>
                    <a:pt x="13784" y="46579"/>
                  </a:cubicBezTo>
                  <a:cubicBezTo>
                    <a:pt x="13928" y="44793"/>
                    <a:pt x="14052" y="43250"/>
                    <a:pt x="14188" y="42414"/>
                  </a:cubicBezTo>
                  <a:cubicBezTo>
                    <a:pt x="14483" y="40594"/>
                    <a:pt x="15564" y="31492"/>
                    <a:pt x="16084" y="27078"/>
                  </a:cubicBezTo>
                  <a:cubicBezTo>
                    <a:pt x="16677" y="32220"/>
                    <a:pt x="17971" y="44100"/>
                    <a:pt x="17694" y="47714"/>
                  </a:cubicBezTo>
                  <a:cubicBezTo>
                    <a:pt x="17549" y="49592"/>
                    <a:pt x="17126" y="51446"/>
                    <a:pt x="16717" y="53240"/>
                  </a:cubicBezTo>
                  <a:cubicBezTo>
                    <a:pt x="16092" y="55975"/>
                    <a:pt x="15501" y="58560"/>
                    <a:pt x="15886" y="61080"/>
                  </a:cubicBezTo>
                  <a:cubicBezTo>
                    <a:pt x="16505" y="65144"/>
                    <a:pt x="16592" y="80856"/>
                    <a:pt x="16593" y="81015"/>
                  </a:cubicBezTo>
                  <a:cubicBezTo>
                    <a:pt x="16594" y="81177"/>
                    <a:pt x="16725" y="81299"/>
                    <a:pt x="16877" y="81299"/>
                  </a:cubicBezTo>
                  <a:cubicBezTo>
                    <a:pt x="16904" y="81299"/>
                    <a:pt x="16931" y="81295"/>
                    <a:pt x="16959" y="81287"/>
                  </a:cubicBezTo>
                  <a:lnTo>
                    <a:pt x="24068" y="79188"/>
                  </a:lnTo>
                  <a:cubicBezTo>
                    <a:pt x="24169" y="79158"/>
                    <a:pt x="24246" y="79074"/>
                    <a:pt x="24267" y="78970"/>
                  </a:cubicBezTo>
                  <a:cubicBezTo>
                    <a:pt x="24327" y="78671"/>
                    <a:pt x="25740" y="71621"/>
                    <a:pt x="25717" y="70039"/>
                  </a:cubicBezTo>
                  <a:cubicBezTo>
                    <a:pt x="25713" y="69695"/>
                    <a:pt x="25700" y="69263"/>
                    <a:pt x="25686" y="68776"/>
                  </a:cubicBezTo>
                  <a:cubicBezTo>
                    <a:pt x="25632" y="67025"/>
                    <a:pt x="25561" y="64626"/>
                    <a:pt x="25759" y="63084"/>
                  </a:cubicBezTo>
                  <a:cubicBezTo>
                    <a:pt x="25836" y="62491"/>
                    <a:pt x="26225" y="60639"/>
                    <a:pt x="26718" y="58294"/>
                  </a:cubicBezTo>
                  <a:cubicBezTo>
                    <a:pt x="27898" y="52695"/>
                    <a:pt x="29678" y="44232"/>
                    <a:pt x="29733" y="41011"/>
                  </a:cubicBezTo>
                  <a:cubicBezTo>
                    <a:pt x="29811" y="36492"/>
                    <a:pt x="29885" y="1529"/>
                    <a:pt x="29885" y="1175"/>
                  </a:cubicBezTo>
                  <a:cubicBezTo>
                    <a:pt x="29885" y="1086"/>
                    <a:pt x="29844" y="1002"/>
                    <a:pt x="29774" y="948"/>
                  </a:cubicBezTo>
                  <a:cubicBezTo>
                    <a:pt x="29724" y="909"/>
                    <a:pt x="29663" y="889"/>
                    <a:pt x="29601" y="889"/>
                  </a:cubicBezTo>
                  <a:cubicBezTo>
                    <a:pt x="29575" y="889"/>
                    <a:pt x="29550" y="892"/>
                    <a:pt x="29525" y="899"/>
                  </a:cubicBezTo>
                  <a:cubicBezTo>
                    <a:pt x="29433" y="925"/>
                    <a:pt x="23650" y="2448"/>
                    <a:pt x="16214" y="2448"/>
                  </a:cubicBezTo>
                  <a:cubicBezTo>
                    <a:pt x="11643" y="2448"/>
                    <a:pt x="6448" y="1872"/>
                    <a:pt x="1565" y="20"/>
                  </a:cubicBezTo>
                  <a:cubicBezTo>
                    <a:pt x="1531" y="7"/>
                    <a:pt x="1497" y="1"/>
                    <a:pt x="14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62;p44">
              <a:extLst>
                <a:ext uri="{FF2B5EF4-FFF2-40B4-BE49-F238E27FC236}">
                  <a16:creationId xmlns:a16="http://schemas.microsoft.com/office/drawing/2014/main" id="{75B78F71-E593-49C4-B66F-A50826F6F482}"/>
                </a:ext>
              </a:extLst>
            </p:cNvPr>
            <p:cNvSpPr/>
            <p:nvPr/>
          </p:nvSpPr>
          <p:spPr>
            <a:xfrm>
              <a:off x="559805" y="3520738"/>
              <a:ext cx="416438" cy="128158"/>
            </a:xfrm>
            <a:custGeom>
              <a:avLst/>
              <a:gdLst/>
              <a:ahLst/>
              <a:cxnLst/>
              <a:rect l="l" t="t" r="r" b="b"/>
              <a:pathLst>
                <a:path w="28247" h="8693" extrusionOk="0">
                  <a:moveTo>
                    <a:pt x="33" y="0"/>
                  </a:moveTo>
                  <a:cubicBezTo>
                    <a:pt x="33" y="0"/>
                    <a:pt x="20" y="1942"/>
                    <a:pt x="0" y="4649"/>
                  </a:cubicBezTo>
                  <a:cubicBezTo>
                    <a:pt x="1419" y="5975"/>
                    <a:pt x="4490" y="7633"/>
                    <a:pt x="11144" y="8409"/>
                  </a:cubicBezTo>
                  <a:cubicBezTo>
                    <a:pt x="12845" y="8608"/>
                    <a:pt x="14454" y="8693"/>
                    <a:pt x="15961" y="8693"/>
                  </a:cubicBezTo>
                  <a:cubicBezTo>
                    <a:pt x="21613" y="8693"/>
                    <a:pt x="25842" y="7495"/>
                    <a:pt x="28247" y="6583"/>
                  </a:cubicBezTo>
                  <a:cubicBezTo>
                    <a:pt x="28211" y="3887"/>
                    <a:pt x="28183" y="1924"/>
                    <a:pt x="28174" y="1199"/>
                  </a:cubicBezTo>
                  <a:cubicBezTo>
                    <a:pt x="27840" y="1184"/>
                    <a:pt x="27472" y="1167"/>
                    <a:pt x="27072" y="1148"/>
                  </a:cubicBezTo>
                  <a:cubicBezTo>
                    <a:pt x="25046" y="1595"/>
                    <a:pt x="20400" y="2459"/>
                    <a:pt x="14805" y="2459"/>
                  </a:cubicBezTo>
                  <a:cubicBezTo>
                    <a:pt x="10211" y="2459"/>
                    <a:pt x="4978" y="1876"/>
                    <a:pt x="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63;p44">
              <a:extLst>
                <a:ext uri="{FF2B5EF4-FFF2-40B4-BE49-F238E27FC236}">
                  <a16:creationId xmlns:a16="http://schemas.microsoft.com/office/drawing/2014/main" id="{1B72E22C-D062-4C36-B3AE-89A037E91BBB}"/>
                </a:ext>
              </a:extLst>
            </p:cNvPr>
            <p:cNvSpPr/>
            <p:nvPr/>
          </p:nvSpPr>
          <p:spPr>
            <a:xfrm>
              <a:off x="555588" y="3516521"/>
              <a:ext cx="424885" cy="136547"/>
            </a:xfrm>
            <a:custGeom>
              <a:avLst/>
              <a:gdLst/>
              <a:ahLst/>
              <a:cxnLst/>
              <a:rect l="l" t="t" r="r" b="b"/>
              <a:pathLst>
                <a:path w="28820" h="9262" extrusionOk="0">
                  <a:moveTo>
                    <a:pt x="602" y="696"/>
                  </a:moveTo>
                  <a:cubicBezTo>
                    <a:pt x="5463" y="2470"/>
                    <a:pt x="10586" y="3024"/>
                    <a:pt x="15094" y="3024"/>
                  </a:cubicBezTo>
                  <a:cubicBezTo>
                    <a:pt x="20722" y="3024"/>
                    <a:pt x="25389" y="2159"/>
                    <a:pt x="27383" y="1722"/>
                  </a:cubicBezTo>
                  <a:lnTo>
                    <a:pt x="28177" y="1758"/>
                  </a:lnTo>
                  <a:lnTo>
                    <a:pt x="28244" y="6672"/>
                  </a:lnTo>
                  <a:cubicBezTo>
                    <a:pt x="25941" y="7525"/>
                    <a:pt x="21776" y="8691"/>
                    <a:pt x="16220" y="8691"/>
                  </a:cubicBezTo>
                  <a:cubicBezTo>
                    <a:pt x="14732" y="8691"/>
                    <a:pt x="13143" y="8607"/>
                    <a:pt x="11463" y="8411"/>
                  </a:cubicBezTo>
                  <a:cubicBezTo>
                    <a:pt x="4962" y="7654"/>
                    <a:pt x="1956" y="6052"/>
                    <a:pt x="573" y="4810"/>
                  </a:cubicBezTo>
                  <a:lnTo>
                    <a:pt x="602" y="696"/>
                  </a:lnTo>
                  <a:close/>
                  <a:moveTo>
                    <a:pt x="319" y="1"/>
                  </a:moveTo>
                  <a:cubicBezTo>
                    <a:pt x="168" y="1"/>
                    <a:pt x="34" y="122"/>
                    <a:pt x="33" y="285"/>
                  </a:cubicBezTo>
                  <a:lnTo>
                    <a:pt x="2" y="4933"/>
                  </a:lnTo>
                  <a:cubicBezTo>
                    <a:pt x="1" y="5012"/>
                    <a:pt x="33" y="5089"/>
                    <a:pt x="92" y="5143"/>
                  </a:cubicBezTo>
                  <a:cubicBezTo>
                    <a:pt x="1495" y="6455"/>
                    <a:pt x="4595" y="8185"/>
                    <a:pt x="11397" y="8979"/>
                  </a:cubicBezTo>
                  <a:cubicBezTo>
                    <a:pt x="12997" y="9166"/>
                    <a:pt x="14607" y="9260"/>
                    <a:pt x="16220" y="9262"/>
                  </a:cubicBezTo>
                  <a:cubicBezTo>
                    <a:pt x="22021" y="9262"/>
                    <a:pt x="26333" y="8009"/>
                    <a:pt x="28634" y="7135"/>
                  </a:cubicBezTo>
                  <a:cubicBezTo>
                    <a:pt x="28746" y="7093"/>
                    <a:pt x="28820" y="6984"/>
                    <a:pt x="28818" y="6864"/>
                  </a:cubicBezTo>
                  <a:lnTo>
                    <a:pt x="28745" y="1482"/>
                  </a:lnTo>
                  <a:cubicBezTo>
                    <a:pt x="28742" y="1331"/>
                    <a:pt x="28623" y="1207"/>
                    <a:pt x="28472" y="1200"/>
                  </a:cubicBezTo>
                  <a:lnTo>
                    <a:pt x="27371" y="1150"/>
                  </a:lnTo>
                  <a:cubicBezTo>
                    <a:pt x="27365" y="1150"/>
                    <a:pt x="27359" y="1150"/>
                    <a:pt x="27352" y="1150"/>
                  </a:cubicBezTo>
                  <a:cubicBezTo>
                    <a:pt x="27334" y="1150"/>
                    <a:pt x="27315" y="1152"/>
                    <a:pt x="27298" y="1156"/>
                  </a:cubicBezTo>
                  <a:cubicBezTo>
                    <a:pt x="25343" y="1586"/>
                    <a:pt x="20695" y="2455"/>
                    <a:pt x="15088" y="2455"/>
                  </a:cubicBezTo>
                  <a:cubicBezTo>
                    <a:pt x="10522" y="2455"/>
                    <a:pt x="5320" y="1878"/>
                    <a:pt x="420" y="20"/>
                  </a:cubicBezTo>
                  <a:cubicBezTo>
                    <a:pt x="386" y="7"/>
                    <a:pt x="352" y="1"/>
                    <a:pt x="3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64;p44">
              <a:extLst>
                <a:ext uri="{FF2B5EF4-FFF2-40B4-BE49-F238E27FC236}">
                  <a16:creationId xmlns:a16="http://schemas.microsoft.com/office/drawing/2014/main" id="{3973D04C-B5DE-4922-9491-139FFEEDBC9D}"/>
                </a:ext>
              </a:extLst>
            </p:cNvPr>
            <p:cNvSpPr/>
            <p:nvPr/>
          </p:nvSpPr>
          <p:spPr>
            <a:xfrm>
              <a:off x="955735" y="3024424"/>
              <a:ext cx="120256" cy="482101"/>
            </a:xfrm>
            <a:custGeom>
              <a:avLst/>
              <a:gdLst/>
              <a:ahLst/>
              <a:cxnLst/>
              <a:rect l="l" t="t" r="r" b="b"/>
              <a:pathLst>
                <a:path w="8157" h="32701" extrusionOk="0">
                  <a:moveTo>
                    <a:pt x="1682" y="1"/>
                  </a:moveTo>
                  <a:lnTo>
                    <a:pt x="1682" y="1"/>
                  </a:lnTo>
                  <a:cubicBezTo>
                    <a:pt x="1256" y="150"/>
                    <a:pt x="1751" y="4854"/>
                    <a:pt x="1783" y="7137"/>
                  </a:cubicBezTo>
                  <a:cubicBezTo>
                    <a:pt x="1816" y="9421"/>
                    <a:pt x="607" y="14862"/>
                    <a:pt x="376" y="18720"/>
                  </a:cubicBezTo>
                  <a:cubicBezTo>
                    <a:pt x="145" y="22577"/>
                    <a:pt x="0" y="32573"/>
                    <a:pt x="1572" y="32693"/>
                  </a:cubicBezTo>
                  <a:cubicBezTo>
                    <a:pt x="1633" y="32698"/>
                    <a:pt x="1696" y="32700"/>
                    <a:pt x="1762" y="32700"/>
                  </a:cubicBezTo>
                  <a:cubicBezTo>
                    <a:pt x="3413" y="32700"/>
                    <a:pt x="6719" y="31281"/>
                    <a:pt x="7386" y="29899"/>
                  </a:cubicBezTo>
                  <a:cubicBezTo>
                    <a:pt x="8080" y="28462"/>
                    <a:pt x="6656" y="18631"/>
                    <a:pt x="6644" y="17775"/>
                  </a:cubicBezTo>
                  <a:cubicBezTo>
                    <a:pt x="6632" y="16919"/>
                    <a:pt x="8157" y="3621"/>
                    <a:pt x="7287" y="2634"/>
                  </a:cubicBezTo>
                  <a:cubicBezTo>
                    <a:pt x="6416" y="1647"/>
                    <a:pt x="1682" y="1"/>
                    <a:pt x="1682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65;p44">
              <a:extLst>
                <a:ext uri="{FF2B5EF4-FFF2-40B4-BE49-F238E27FC236}">
                  <a16:creationId xmlns:a16="http://schemas.microsoft.com/office/drawing/2014/main" id="{9390D8D2-EEA7-4103-86DA-F4B6EAF07C3D}"/>
                </a:ext>
              </a:extLst>
            </p:cNvPr>
            <p:cNvSpPr/>
            <p:nvPr/>
          </p:nvSpPr>
          <p:spPr>
            <a:xfrm>
              <a:off x="945003" y="3020223"/>
              <a:ext cx="131063" cy="490490"/>
            </a:xfrm>
            <a:custGeom>
              <a:avLst/>
              <a:gdLst/>
              <a:ahLst/>
              <a:cxnLst/>
              <a:rect l="l" t="t" r="r" b="b"/>
              <a:pathLst>
                <a:path w="8890" h="33270" extrusionOk="0">
                  <a:moveTo>
                    <a:pt x="2559" y="640"/>
                  </a:moveTo>
                  <a:cubicBezTo>
                    <a:pt x="4004" y="1156"/>
                    <a:pt x="7166" y="2387"/>
                    <a:pt x="7800" y="3107"/>
                  </a:cubicBezTo>
                  <a:cubicBezTo>
                    <a:pt x="8380" y="3813"/>
                    <a:pt x="7584" y="12433"/>
                    <a:pt x="7284" y="15680"/>
                  </a:cubicBezTo>
                  <a:cubicBezTo>
                    <a:pt x="7152" y="17104"/>
                    <a:pt x="7083" y="17857"/>
                    <a:pt x="7087" y="18064"/>
                  </a:cubicBezTo>
                  <a:cubicBezTo>
                    <a:pt x="7090" y="18285"/>
                    <a:pt x="7172" y="18987"/>
                    <a:pt x="7295" y="20048"/>
                  </a:cubicBezTo>
                  <a:cubicBezTo>
                    <a:pt x="7637" y="22968"/>
                    <a:pt x="8346" y="29045"/>
                    <a:pt x="7856" y="30059"/>
                  </a:cubicBezTo>
                  <a:cubicBezTo>
                    <a:pt x="7266" y="31282"/>
                    <a:pt x="4112" y="32699"/>
                    <a:pt x="2510" y="32699"/>
                  </a:cubicBezTo>
                  <a:cubicBezTo>
                    <a:pt x="2444" y="32699"/>
                    <a:pt x="2382" y="32697"/>
                    <a:pt x="2322" y="32692"/>
                  </a:cubicBezTo>
                  <a:cubicBezTo>
                    <a:pt x="1339" y="32618"/>
                    <a:pt x="1014" y="25282"/>
                    <a:pt x="1389" y="19021"/>
                  </a:cubicBezTo>
                  <a:cubicBezTo>
                    <a:pt x="1502" y="17134"/>
                    <a:pt x="1859" y="14809"/>
                    <a:pt x="2174" y="12758"/>
                  </a:cubicBezTo>
                  <a:cubicBezTo>
                    <a:pt x="2516" y="10527"/>
                    <a:pt x="2813" y="8600"/>
                    <a:pt x="2796" y="7417"/>
                  </a:cubicBezTo>
                  <a:cubicBezTo>
                    <a:pt x="2786" y="6661"/>
                    <a:pt x="2726" y="5667"/>
                    <a:pt x="2663" y="4616"/>
                  </a:cubicBezTo>
                  <a:cubicBezTo>
                    <a:pt x="2577" y="3174"/>
                    <a:pt x="2462" y="1253"/>
                    <a:pt x="2559" y="640"/>
                  </a:cubicBezTo>
                  <a:close/>
                  <a:moveTo>
                    <a:pt x="2410" y="1"/>
                  </a:moveTo>
                  <a:cubicBezTo>
                    <a:pt x="2378" y="1"/>
                    <a:pt x="2347" y="6"/>
                    <a:pt x="2316" y="16"/>
                  </a:cubicBezTo>
                  <a:cubicBezTo>
                    <a:pt x="1899" y="162"/>
                    <a:pt x="1866" y="854"/>
                    <a:pt x="2094" y="4651"/>
                  </a:cubicBezTo>
                  <a:cubicBezTo>
                    <a:pt x="2155" y="5695"/>
                    <a:pt x="2214" y="6682"/>
                    <a:pt x="2225" y="7426"/>
                  </a:cubicBezTo>
                  <a:cubicBezTo>
                    <a:pt x="2241" y="8560"/>
                    <a:pt x="1935" y="10557"/>
                    <a:pt x="1610" y="12671"/>
                  </a:cubicBezTo>
                  <a:cubicBezTo>
                    <a:pt x="1292" y="14735"/>
                    <a:pt x="934" y="17073"/>
                    <a:pt x="818" y="18988"/>
                  </a:cubicBezTo>
                  <a:cubicBezTo>
                    <a:pt x="811" y="19129"/>
                    <a:pt x="1" y="33089"/>
                    <a:pt x="2278" y="33263"/>
                  </a:cubicBezTo>
                  <a:cubicBezTo>
                    <a:pt x="2339" y="33267"/>
                    <a:pt x="2403" y="33270"/>
                    <a:pt x="2471" y="33270"/>
                  </a:cubicBezTo>
                  <a:cubicBezTo>
                    <a:pt x="4137" y="33270"/>
                    <a:pt x="7627" y="31851"/>
                    <a:pt x="8371" y="30309"/>
                  </a:cubicBezTo>
                  <a:cubicBezTo>
                    <a:pt x="8889" y="29235"/>
                    <a:pt x="8380" y="24416"/>
                    <a:pt x="7863" y="19982"/>
                  </a:cubicBezTo>
                  <a:cubicBezTo>
                    <a:pt x="7749" y="19014"/>
                    <a:pt x="7660" y="18250"/>
                    <a:pt x="7657" y="18056"/>
                  </a:cubicBezTo>
                  <a:cubicBezTo>
                    <a:pt x="7654" y="17870"/>
                    <a:pt x="7742" y="16927"/>
                    <a:pt x="7852" y="15733"/>
                  </a:cubicBezTo>
                  <a:cubicBezTo>
                    <a:pt x="8546" y="8228"/>
                    <a:pt x="8850" y="3436"/>
                    <a:pt x="8229" y="2731"/>
                  </a:cubicBezTo>
                  <a:cubicBezTo>
                    <a:pt x="7335" y="1716"/>
                    <a:pt x="2996" y="188"/>
                    <a:pt x="2503" y="16"/>
                  </a:cubicBezTo>
                  <a:cubicBezTo>
                    <a:pt x="2473" y="6"/>
                    <a:pt x="2441" y="1"/>
                    <a:pt x="24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66;p44">
              <a:extLst>
                <a:ext uri="{FF2B5EF4-FFF2-40B4-BE49-F238E27FC236}">
                  <a16:creationId xmlns:a16="http://schemas.microsoft.com/office/drawing/2014/main" id="{830B44D4-D0E5-4591-A6FD-0536291EA6CE}"/>
                </a:ext>
              </a:extLst>
            </p:cNvPr>
            <p:cNvSpPr/>
            <p:nvPr/>
          </p:nvSpPr>
          <p:spPr>
            <a:xfrm>
              <a:off x="944251" y="3419956"/>
              <a:ext cx="190771" cy="156228"/>
            </a:xfrm>
            <a:custGeom>
              <a:avLst/>
              <a:gdLst/>
              <a:ahLst/>
              <a:cxnLst/>
              <a:rect l="l" t="t" r="r" b="b"/>
              <a:pathLst>
                <a:path w="12940" h="10597" extrusionOk="0">
                  <a:moveTo>
                    <a:pt x="6539" y="0"/>
                  </a:moveTo>
                  <a:cubicBezTo>
                    <a:pt x="6505" y="0"/>
                    <a:pt x="6470" y="1"/>
                    <a:pt x="6435" y="1"/>
                  </a:cubicBezTo>
                  <a:cubicBezTo>
                    <a:pt x="3241" y="46"/>
                    <a:pt x="268" y="2305"/>
                    <a:pt x="133" y="6060"/>
                  </a:cubicBezTo>
                  <a:cubicBezTo>
                    <a:pt x="0" y="9741"/>
                    <a:pt x="2539" y="10596"/>
                    <a:pt x="4940" y="10596"/>
                  </a:cubicBezTo>
                  <a:cubicBezTo>
                    <a:pt x="4987" y="10596"/>
                    <a:pt x="5035" y="10596"/>
                    <a:pt x="5082" y="10595"/>
                  </a:cubicBezTo>
                  <a:cubicBezTo>
                    <a:pt x="7524" y="10561"/>
                    <a:pt x="12940" y="8267"/>
                    <a:pt x="11160" y="1981"/>
                  </a:cubicBezTo>
                  <a:cubicBezTo>
                    <a:pt x="11160" y="1981"/>
                    <a:pt x="9662" y="0"/>
                    <a:pt x="653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67;p44">
              <a:extLst>
                <a:ext uri="{FF2B5EF4-FFF2-40B4-BE49-F238E27FC236}">
                  <a16:creationId xmlns:a16="http://schemas.microsoft.com/office/drawing/2014/main" id="{987048CF-CBA5-4813-9A56-72C6669FE300}"/>
                </a:ext>
              </a:extLst>
            </p:cNvPr>
            <p:cNvSpPr/>
            <p:nvPr/>
          </p:nvSpPr>
          <p:spPr>
            <a:xfrm>
              <a:off x="941199" y="3415740"/>
              <a:ext cx="181748" cy="164647"/>
            </a:xfrm>
            <a:custGeom>
              <a:avLst/>
              <a:gdLst/>
              <a:ahLst/>
              <a:cxnLst/>
              <a:rect l="l" t="t" r="r" b="b"/>
              <a:pathLst>
                <a:path w="12328" h="11168" extrusionOk="0">
                  <a:moveTo>
                    <a:pt x="6712" y="572"/>
                  </a:moveTo>
                  <a:cubicBezTo>
                    <a:pt x="6723" y="572"/>
                    <a:pt x="6734" y="572"/>
                    <a:pt x="6745" y="572"/>
                  </a:cubicBezTo>
                  <a:cubicBezTo>
                    <a:pt x="9441" y="572"/>
                    <a:pt x="10882" y="2134"/>
                    <a:pt x="11108" y="2402"/>
                  </a:cubicBezTo>
                  <a:cubicBezTo>
                    <a:pt x="11723" y="4617"/>
                    <a:pt x="11473" y="6494"/>
                    <a:pt x="10366" y="7980"/>
                  </a:cubicBezTo>
                  <a:cubicBezTo>
                    <a:pt x="8960" y="9866"/>
                    <a:pt x="6557" y="10578"/>
                    <a:pt x="5285" y="10596"/>
                  </a:cubicBezTo>
                  <a:cubicBezTo>
                    <a:pt x="5255" y="10596"/>
                    <a:pt x="5225" y="10596"/>
                    <a:pt x="5195" y="10596"/>
                  </a:cubicBezTo>
                  <a:cubicBezTo>
                    <a:pt x="3566" y="10596"/>
                    <a:pt x="2345" y="10215"/>
                    <a:pt x="1585" y="9438"/>
                  </a:cubicBezTo>
                  <a:cubicBezTo>
                    <a:pt x="900" y="8738"/>
                    <a:pt x="576" y="7700"/>
                    <a:pt x="625" y="6356"/>
                  </a:cubicBezTo>
                  <a:cubicBezTo>
                    <a:pt x="760" y="2613"/>
                    <a:pt x="3756" y="613"/>
                    <a:pt x="6646" y="572"/>
                  </a:cubicBezTo>
                  <a:cubicBezTo>
                    <a:pt x="6668" y="572"/>
                    <a:pt x="6690" y="572"/>
                    <a:pt x="6712" y="572"/>
                  </a:cubicBezTo>
                  <a:close/>
                  <a:moveTo>
                    <a:pt x="6748" y="0"/>
                  </a:moveTo>
                  <a:cubicBezTo>
                    <a:pt x="6712" y="0"/>
                    <a:pt x="6675" y="0"/>
                    <a:pt x="6638" y="1"/>
                  </a:cubicBezTo>
                  <a:cubicBezTo>
                    <a:pt x="3478" y="46"/>
                    <a:pt x="202" y="2235"/>
                    <a:pt x="54" y="6335"/>
                  </a:cubicBezTo>
                  <a:cubicBezTo>
                    <a:pt x="0" y="7843"/>
                    <a:pt x="378" y="9021"/>
                    <a:pt x="1177" y="9837"/>
                  </a:cubicBezTo>
                  <a:cubicBezTo>
                    <a:pt x="2042" y="10721"/>
                    <a:pt x="3375" y="11167"/>
                    <a:pt x="5141" y="11167"/>
                  </a:cubicBezTo>
                  <a:lnTo>
                    <a:pt x="5292" y="11167"/>
                  </a:lnTo>
                  <a:cubicBezTo>
                    <a:pt x="6678" y="11148"/>
                    <a:pt x="9295" y="10374"/>
                    <a:pt x="10824" y="8321"/>
                  </a:cubicBezTo>
                  <a:cubicBezTo>
                    <a:pt x="12052" y="6673"/>
                    <a:pt x="12327" y="4611"/>
                    <a:pt x="11642" y="2190"/>
                  </a:cubicBezTo>
                  <a:cubicBezTo>
                    <a:pt x="11632" y="2155"/>
                    <a:pt x="11616" y="2123"/>
                    <a:pt x="11595" y="2095"/>
                  </a:cubicBezTo>
                  <a:cubicBezTo>
                    <a:pt x="11529" y="2008"/>
                    <a:pt x="9973" y="0"/>
                    <a:pt x="67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68;p44">
              <a:extLst>
                <a:ext uri="{FF2B5EF4-FFF2-40B4-BE49-F238E27FC236}">
                  <a16:creationId xmlns:a16="http://schemas.microsoft.com/office/drawing/2014/main" id="{0618651F-FBB9-44A6-BA7D-4588BAB29EEE}"/>
                </a:ext>
              </a:extLst>
            </p:cNvPr>
            <p:cNvSpPr/>
            <p:nvPr/>
          </p:nvSpPr>
          <p:spPr>
            <a:xfrm>
              <a:off x="972793" y="3464568"/>
              <a:ext cx="220492" cy="98172"/>
            </a:xfrm>
            <a:custGeom>
              <a:avLst/>
              <a:gdLst/>
              <a:ahLst/>
              <a:cxnLst/>
              <a:rect l="l" t="t" r="r" b="b"/>
              <a:pathLst>
                <a:path w="14956" h="6659" extrusionOk="0">
                  <a:moveTo>
                    <a:pt x="7088" y="0"/>
                  </a:moveTo>
                  <a:cubicBezTo>
                    <a:pt x="6208" y="0"/>
                    <a:pt x="5308" y="93"/>
                    <a:pt x="4520" y="354"/>
                  </a:cubicBezTo>
                  <a:cubicBezTo>
                    <a:pt x="1821" y="1250"/>
                    <a:pt x="405" y="2125"/>
                    <a:pt x="156" y="4698"/>
                  </a:cubicBezTo>
                  <a:cubicBezTo>
                    <a:pt x="1" y="6300"/>
                    <a:pt x="1708" y="6659"/>
                    <a:pt x="3604" y="6659"/>
                  </a:cubicBezTo>
                  <a:cubicBezTo>
                    <a:pt x="4754" y="6659"/>
                    <a:pt x="5974" y="6526"/>
                    <a:pt x="6890" y="6459"/>
                  </a:cubicBezTo>
                  <a:cubicBezTo>
                    <a:pt x="9314" y="6282"/>
                    <a:pt x="14956" y="1349"/>
                    <a:pt x="14956" y="1349"/>
                  </a:cubicBezTo>
                  <a:lnTo>
                    <a:pt x="11232" y="544"/>
                  </a:lnTo>
                  <a:cubicBezTo>
                    <a:pt x="11232" y="544"/>
                    <a:pt x="9220" y="0"/>
                    <a:pt x="70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69;p44">
              <a:extLst>
                <a:ext uri="{FF2B5EF4-FFF2-40B4-BE49-F238E27FC236}">
                  <a16:creationId xmlns:a16="http://schemas.microsoft.com/office/drawing/2014/main" id="{1779D96A-1141-413B-A56F-78C79E309C12}"/>
                </a:ext>
              </a:extLst>
            </p:cNvPr>
            <p:cNvSpPr/>
            <p:nvPr/>
          </p:nvSpPr>
          <p:spPr>
            <a:xfrm>
              <a:off x="970095" y="3460337"/>
              <a:ext cx="228556" cy="106605"/>
            </a:xfrm>
            <a:custGeom>
              <a:avLst/>
              <a:gdLst/>
              <a:ahLst/>
              <a:cxnLst/>
              <a:rect l="l" t="t" r="r" b="b"/>
              <a:pathLst>
                <a:path w="15503" h="7231" extrusionOk="0">
                  <a:moveTo>
                    <a:pt x="7261" y="574"/>
                  </a:moveTo>
                  <a:cubicBezTo>
                    <a:pt x="9333" y="574"/>
                    <a:pt x="11313" y="1100"/>
                    <a:pt x="11342" y="1107"/>
                  </a:cubicBezTo>
                  <a:cubicBezTo>
                    <a:pt x="11347" y="1109"/>
                    <a:pt x="11351" y="1110"/>
                    <a:pt x="11356" y="1111"/>
                  </a:cubicBezTo>
                  <a:lnTo>
                    <a:pt x="14515" y="1793"/>
                  </a:lnTo>
                  <a:cubicBezTo>
                    <a:pt x="13155" y="2936"/>
                    <a:pt x="8976" y="6321"/>
                    <a:pt x="7054" y="6462"/>
                  </a:cubicBezTo>
                  <a:cubicBezTo>
                    <a:pt x="6833" y="6478"/>
                    <a:pt x="6595" y="6497"/>
                    <a:pt x="6345" y="6518"/>
                  </a:cubicBezTo>
                  <a:cubicBezTo>
                    <a:pt x="5589" y="6582"/>
                    <a:pt x="4671" y="6659"/>
                    <a:pt x="3793" y="6659"/>
                  </a:cubicBezTo>
                  <a:cubicBezTo>
                    <a:pt x="2581" y="6659"/>
                    <a:pt x="1446" y="6512"/>
                    <a:pt x="923" y="5981"/>
                  </a:cubicBezTo>
                  <a:cubicBezTo>
                    <a:pt x="682" y="5738"/>
                    <a:pt x="584" y="5420"/>
                    <a:pt x="624" y="5012"/>
                  </a:cubicBezTo>
                  <a:cubicBezTo>
                    <a:pt x="856" y="2610"/>
                    <a:pt x="2098" y="1806"/>
                    <a:pt x="4793" y="912"/>
                  </a:cubicBezTo>
                  <a:cubicBezTo>
                    <a:pt x="5546" y="663"/>
                    <a:pt x="6411" y="575"/>
                    <a:pt x="7262" y="575"/>
                  </a:cubicBezTo>
                  <a:lnTo>
                    <a:pt x="7261" y="574"/>
                  </a:lnTo>
                  <a:close/>
                  <a:moveTo>
                    <a:pt x="7283" y="0"/>
                  </a:moveTo>
                  <a:cubicBezTo>
                    <a:pt x="6375" y="0"/>
                    <a:pt x="5440" y="97"/>
                    <a:pt x="4614" y="370"/>
                  </a:cubicBezTo>
                  <a:cubicBezTo>
                    <a:pt x="1795" y="1304"/>
                    <a:pt x="315" y="2271"/>
                    <a:pt x="56" y="4958"/>
                  </a:cubicBezTo>
                  <a:cubicBezTo>
                    <a:pt x="0" y="5536"/>
                    <a:pt x="155" y="6015"/>
                    <a:pt x="517" y="6382"/>
                  </a:cubicBezTo>
                  <a:cubicBezTo>
                    <a:pt x="1176" y="7051"/>
                    <a:pt x="2449" y="7230"/>
                    <a:pt x="3801" y="7230"/>
                  </a:cubicBezTo>
                  <a:cubicBezTo>
                    <a:pt x="4680" y="7230"/>
                    <a:pt x="5595" y="7153"/>
                    <a:pt x="6391" y="7088"/>
                  </a:cubicBezTo>
                  <a:cubicBezTo>
                    <a:pt x="6640" y="7067"/>
                    <a:pt x="6876" y="7047"/>
                    <a:pt x="7095" y="7031"/>
                  </a:cubicBezTo>
                  <a:cubicBezTo>
                    <a:pt x="9585" y="6850"/>
                    <a:pt x="15094" y="2054"/>
                    <a:pt x="15327" y="1851"/>
                  </a:cubicBezTo>
                  <a:cubicBezTo>
                    <a:pt x="15503" y="1696"/>
                    <a:pt x="15428" y="1406"/>
                    <a:pt x="15199" y="1357"/>
                  </a:cubicBezTo>
                  <a:lnTo>
                    <a:pt x="11484" y="554"/>
                  </a:lnTo>
                  <a:cubicBezTo>
                    <a:pt x="11308" y="507"/>
                    <a:pt x="9365" y="0"/>
                    <a:pt x="7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70;p44">
              <a:extLst>
                <a:ext uri="{FF2B5EF4-FFF2-40B4-BE49-F238E27FC236}">
                  <a16:creationId xmlns:a16="http://schemas.microsoft.com/office/drawing/2014/main" id="{3933884B-9A2A-4E02-B4F3-1B65BC289F7E}"/>
                </a:ext>
              </a:extLst>
            </p:cNvPr>
            <p:cNvSpPr/>
            <p:nvPr/>
          </p:nvSpPr>
          <p:spPr>
            <a:xfrm>
              <a:off x="1090130" y="3416669"/>
              <a:ext cx="245584" cy="111027"/>
            </a:xfrm>
            <a:custGeom>
              <a:avLst/>
              <a:gdLst/>
              <a:ahLst/>
              <a:cxnLst/>
              <a:rect l="l" t="t" r="r" b="b"/>
              <a:pathLst>
                <a:path w="16658" h="7531" extrusionOk="0">
                  <a:moveTo>
                    <a:pt x="15850" y="0"/>
                  </a:moveTo>
                  <a:cubicBezTo>
                    <a:pt x="15474" y="0"/>
                    <a:pt x="14892" y="339"/>
                    <a:pt x="13938" y="788"/>
                  </a:cubicBezTo>
                  <a:cubicBezTo>
                    <a:pt x="12672" y="1385"/>
                    <a:pt x="10195" y="2751"/>
                    <a:pt x="9306" y="3246"/>
                  </a:cubicBezTo>
                  <a:lnTo>
                    <a:pt x="9306" y="3246"/>
                  </a:lnTo>
                  <a:cubicBezTo>
                    <a:pt x="9499" y="3116"/>
                    <a:pt x="9772" y="2901"/>
                    <a:pt x="10108" y="2555"/>
                  </a:cubicBezTo>
                  <a:cubicBezTo>
                    <a:pt x="10812" y="1831"/>
                    <a:pt x="11369" y="824"/>
                    <a:pt x="10792" y="404"/>
                  </a:cubicBezTo>
                  <a:cubicBezTo>
                    <a:pt x="10756" y="378"/>
                    <a:pt x="10714" y="365"/>
                    <a:pt x="10667" y="365"/>
                  </a:cubicBezTo>
                  <a:cubicBezTo>
                    <a:pt x="9975" y="365"/>
                    <a:pt x="8146" y="3028"/>
                    <a:pt x="7313" y="3028"/>
                  </a:cubicBezTo>
                  <a:cubicBezTo>
                    <a:pt x="7295" y="3028"/>
                    <a:pt x="7277" y="3026"/>
                    <a:pt x="7260" y="3024"/>
                  </a:cubicBezTo>
                  <a:cubicBezTo>
                    <a:pt x="6402" y="2893"/>
                    <a:pt x="6098" y="1612"/>
                    <a:pt x="5372" y="766"/>
                  </a:cubicBezTo>
                  <a:cubicBezTo>
                    <a:pt x="5134" y="488"/>
                    <a:pt x="4913" y="394"/>
                    <a:pt x="4725" y="394"/>
                  </a:cubicBezTo>
                  <a:cubicBezTo>
                    <a:pt x="4339" y="394"/>
                    <a:pt x="4087" y="784"/>
                    <a:pt x="4087" y="784"/>
                  </a:cubicBezTo>
                  <a:cubicBezTo>
                    <a:pt x="4087" y="784"/>
                    <a:pt x="5115" y="2768"/>
                    <a:pt x="4549" y="3204"/>
                  </a:cubicBezTo>
                  <a:cubicBezTo>
                    <a:pt x="4457" y="3276"/>
                    <a:pt x="4360" y="3309"/>
                    <a:pt x="4259" y="3309"/>
                  </a:cubicBezTo>
                  <a:cubicBezTo>
                    <a:pt x="3742" y="3309"/>
                    <a:pt x="3113" y="2443"/>
                    <a:pt x="2383" y="1379"/>
                  </a:cubicBezTo>
                  <a:cubicBezTo>
                    <a:pt x="2045" y="888"/>
                    <a:pt x="1712" y="737"/>
                    <a:pt x="1431" y="737"/>
                  </a:cubicBezTo>
                  <a:cubicBezTo>
                    <a:pt x="984" y="737"/>
                    <a:pt x="666" y="1118"/>
                    <a:pt x="666" y="1118"/>
                  </a:cubicBezTo>
                  <a:lnTo>
                    <a:pt x="1838" y="3243"/>
                  </a:lnTo>
                  <a:cubicBezTo>
                    <a:pt x="1838" y="3243"/>
                    <a:pt x="1" y="4553"/>
                    <a:pt x="593" y="6115"/>
                  </a:cubicBezTo>
                  <a:lnTo>
                    <a:pt x="1470" y="7531"/>
                  </a:lnTo>
                  <a:cubicBezTo>
                    <a:pt x="1470" y="7531"/>
                    <a:pt x="2041" y="7523"/>
                    <a:pt x="3604" y="6930"/>
                  </a:cubicBezTo>
                  <a:cubicBezTo>
                    <a:pt x="5166" y="6336"/>
                    <a:pt x="8994" y="4426"/>
                    <a:pt x="10979" y="3542"/>
                  </a:cubicBezTo>
                  <a:cubicBezTo>
                    <a:pt x="12965" y="2657"/>
                    <a:pt x="16658" y="1321"/>
                    <a:pt x="16360" y="469"/>
                  </a:cubicBezTo>
                  <a:cubicBezTo>
                    <a:pt x="16245" y="137"/>
                    <a:pt x="16089" y="0"/>
                    <a:pt x="158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671;p44">
              <a:extLst>
                <a:ext uri="{FF2B5EF4-FFF2-40B4-BE49-F238E27FC236}">
                  <a16:creationId xmlns:a16="http://schemas.microsoft.com/office/drawing/2014/main" id="{A3D52F50-3BE0-429A-BE93-22F1FC85ADD9}"/>
                </a:ext>
              </a:extLst>
            </p:cNvPr>
            <p:cNvSpPr/>
            <p:nvPr/>
          </p:nvSpPr>
          <p:spPr>
            <a:xfrm>
              <a:off x="1086931" y="3412452"/>
              <a:ext cx="252926" cy="119460"/>
            </a:xfrm>
            <a:custGeom>
              <a:avLst/>
              <a:gdLst/>
              <a:ahLst/>
              <a:cxnLst/>
              <a:rect l="l" t="t" r="r" b="b"/>
              <a:pathLst>
                <a:path w="17156" h="8103" extrusionOk="0">
                  <a:moveTo>
                    <a:pt x="16067" y="1"/>
                  </a:moveTo>
                  <a:cubicBezTo>
                    <a:pt x="15708" y="1"/>
                    <a:pt x="15264" y="217"/>
                    <a:pt x="14621" y="531"/>
                  </a:cubicBezTo>
                  <a:cubicBezTo>
                    <a:pt x="14443" y="619"/>
                    <a:pt x="14247" y="715"/>
                    <a:pt x="14032" y="816"/>
                  </a:cubicBezTo>
                  <a:cubicBezTo>
                    <a:pt x="13286" y="1167"/>
                    <a:pt x="12118" y="1788"/>
                    <a:pt x="11098" y="2340"/>
                  </a:cubicBezTo>
                  <a:cubicBezTo>
                    <a:pt x="11347" y="1968"/>
                    <a:pt x="11565" y="1514"/>
                    <a:pt x="11530" y="1094"/>
                  </a:cubicBezTo>
                  <a:cubicBezTo>
                    <a:pt x="11507" y="831"/>
                    <a:pt x="11385" y="611"/>
                    <a:pt x="11176" y="459"/>
                  </a:cubicBezTo>
                  <a:cubicBezTo>
                    <a:pt x="11085" y="393"/>
                    <a:pt x="10988" y="362"/>
                    <a:pt x="10885" y="362"/>
                  </a:cubicBezTo>
                  <a:cubicBezTo>
                    <a:pt x="10437" y="362"/>
                    <a:pt x="9872" y="942"/>
                    <a:pt x="9143" y="1692"/>
                  </a:cubicBezTo>
                  <a:cubicBezTo>
                    <a:pt x="8651" y="2199"/>
                    <a:pt x="7826" y="3028"/>
                    <a:pt x="7534" y="3028"/>
                  </a:cubicBezTo>
                  <a:cubicBezTo>
                    <a:pt x="7529" y="3028"/>
                    <a:pt x="7524" y="3027"/>
                    <a:pt x="7519" y="3027"/>
                  </a:cubicBezTo>
                  <a:cubicBezTo>
                    <a:pt x="7102" y="2964"/>
                    <a:pt x="6820" y="2474"/>
                    <a:pt x="6494" y="1907"/>
                  </a:cubicBezTo>
                  <a:cubicBezTo>
                    <a:pt x="6291" y="1553"/>
                    <a:pt x="6081" y="1188"/>
                    <a:pt x="5805" y="866"/>
                  </a:cubicBezTo>
                  <a:cubicBezTo>
                    <a:pt x="5537" y="554"/>
                    <a:pt x="5251" y="395"/>
                    <a:pt x="4945" y="395"/>
                  </a:cubicBezTo>
                  <a:cubicBezTo>
                    <a:pt x="4924" y="395"/>
                    <a:pt x="4903" y="396"/>
                    <a:pt x="4883" y="397"/>
                  </a:cubicBezTo>
                  <a:cubicBezTo>
                    <a:pt x="4391" y="430"/>
                    <a:pt x="4096" y="866"/>
                    <a:pt x="4064" y="915"/>
                  </a:cubicBezTo>
                  <a:cubicBezTo>
                    <a:pt x="4009" y="1001"/>
                    <a:pt x="4003" y="1110"/>
                    <a:pt x="4050" y="1201"/>
                  </a:cubicBezTo>
                  <a:cubicBezTo>
                    <a:pt x="4522" y="2113"/>
                    <a:pt x="4785" y="3116"/>
                    <a:pt x="4591" y="3264"/>
                  </a:cubicBezTo>
                  <a:cubicBezTo>
                    <a:pt x="4551" y="3295"/>
                    <a:pt x="4517" y="3310"/>
                    <a:pt x="4475" y="3310"/>
                  </a:cubicBezTo>
                  <a:cubicBezTo>
                    <a:pt x="4465" y="3310"/>
                    <a:pt x="4455" y="3309"/>
                    <a:pt x="4444" y="3307"/>
                  </a:cubicBezTo>
                  <a:cubicBezTo>
                    <a:pt x="4029" y="3242"/>
                    <a:pt x="3310" y="2195"/>
                    <a:pt x="2835" y="1504"/>
                  </a:cubicBezTo>
                  <a:cubicBezTo>
                    <a:pt x="2499" y="1016"/>
                    <a:pt x="2116" y="758"/>
                    <a:pt x="1696" y="739"/>
                  </a:cubicBezTo>
                  <a:cubicBezTo>
                    <a:pt x="1679" y="738"/>
                    <a:pt x="1662" y="737"/>
                    <a:pt x="1645" y="737"/>
                  </a:cubicBezTo>
                  <a:cubicBezTo>
                    <a:pt x="1076" y="737"/>
                    <a:pt x="680" y="1201"/>
                    <a:pt x="664" y="1221"/>
                  </a:cubicBezTo>
                  <a:cubicBezTo>
                    <a:pt x="589" y="1311"/>
                    <a:pt x="577" y="1439"/>
                    <a:pt x="633" y="1542"/>
                  </a:cubicBezTo>
                  <a:lnTo>
                    <a:pt x="1689" y="3455"/>
                  </a:lnTo>
                  <a:cubicBezTo>
                    <a:pt x="1192" y="3876"/>
                    <a:pt x="0" y="5073"/>
                    <a:pt x="544" y="6504"/>
                  </a:cubicBezTo>
                  <a:cubicBezTo>
                    <a:pt x="588" y="6618"/>
                    <a:pt x="695" y="6688"/>
                    <a:pt x="810" y="6688"/>
                  </a:cubicBezTo>
                  <a:cubicBezTo>
                    <a:pt x="844" y="6688"/>
                    <a:pt x="879" y="6682"/>
                    <a:pt x="913" y="6669"/>
                  </a:cubicBezTo>
                  <a:cubicBezTo>
                    <a:pt x="1059" y="6613"/>
                    <a:pt x="1133" y="6448"/>
                    <a:pt x="1078" y="6301"/>
                  </a:cubicBezTo>
                  <a:cubicBezTo>
                    <a:pt x="571" y="4965"/>
                    <a:pt x="2204" y="3774"/>
                    <a:pt x="2221" y="3762"/>
                  </a:cubicBezTo>
                  <a:cubicBezTo>
                    <a:pt x="2339" y="3677"/>
                    <a:pt x="2375" y="3518"/>
                    <a:pt x="2305" y="3391"/>
                  </a:cubicBezTo>
                  <a:lnTo>
                    <a:pt x="1241" y="1463"/>
                  </a:lnTo>
                  <a:cubicBezTo>
                    <a:pt x="1339" y="1389"/>
                    <a:pt x="1483" y="1309"/>
                    <a:pt x="1641" y="1309"/>
                  </a:cubicBezTo>
                  <a:cubicBezTo>
                    <a:pt x="1652" y="1309"/>
                    <a:pt x="1663" y="1310"/>
                    <a:pt x="1674" y="1310"/>
                  </a:cubicBezTo>
                  <a:cubicBezTo>
                    <a:pt x="1904" y="1322"/>
                    <a:pt x="2137" y="1496"/>
                    <a:pt x="2365" y="1828"/>
                  </a:cubicBezTo>
                  <a:cubicBezTo>
                    <a:pt x="3145" y="2964"/>
                    <a:pt x="3746" y="3776"/>
                    <a:pt x="4355" y="3872"/>
                  </a:cubicBezTo>
                  <a:cubicBezTo>
                    <a:pt x="4396" y="3878"/>
                    <a:pt x="4437" y="3882"/>
                    <a:pt x="4477" y="3882"/>
                  </a:cubicBezTo>
                  <a:cubicBezTo>
                    <a:pt x="4643" y="3882"/>
                    <a:pt x="4801" y="3825"/>
                    <a:pt x="4941" y="3717"/>
                  </a:cubicBezTo>
                  <a:cubicBezTo>
                    <a:pt x="5576" y="3227"/>
                    <a:pt x="4962" y="1763"/>
                    <a:pt x="4645" y="1111"/>
                  </a:cubicBezTo>
                  <a:cubicBezTo>
                    <a:pt x="4715" y="1044"/>
                    <a:pt x="4815" y="974"/>
                    <a:pt x="4922" y="967"/>
                  </a:cubicBezTo>
                  <a:cubicBezTo>
                    <a:pt x="4923" y="967"/>
                    <a:pt x="4925" y="967"/>
                    <a:pt x="4926" y="967"/>
                  </a:cubicBezTo>
                  <a:cubicBezTo>
                    <a:pt x="5105" y="967"/>
                    <a:pt x="5262" y="1110"/>
                    <a:pt x="5372" y="1239"/>
                  </a:cubicBezTo>
                  <a:cubicBezTo>
                    <a:pt x="5613" y="1520"/>
                    <a:pt x="5810" y="1862"/>
                    <a:pt x="6000" y="2193"/>
                  </a:cubicBezTo>
                  <a:cubicBezTo>
                    <a:pt x="6367" y="2829"/>
                    <a:pt x="6745" y="3488"/>
                    <a:pt x="7434" y="3592"/>
                  </a:cubicBezTo>
                  <a:cubicBezTo>
                    <a:pt x="7467" y="3597"/>
                    <a:pt x="7500" y="3600"/>
                    <a:pt x="7534" y="3600"/>
                  </a:cubicBezTo>
                  <a:cubicBezTo>
                    <a:pt x="8045" y="3600"/>
                    <a:pt x="8651" y="3018"/>
                    <a:pt x="9553" y="2091"/>
                  </a:cubicBezTo>
                  <a:cubicBezTo>
                    <a:pt x="9969" y="1663"/>
                    <a:pt x="10667" y="945"/>
                    <a:pt x="10840" y="921"/>
                  </a:cubicBezTo>
                  <a:cubicBezTo>
                    <a:pt x="10915" y="977"/>
                    <a:pt x="10953" y="1044"/>
                    <a:pt x="10961" y="1143"/>
                  </a:cubicBezTo>
                  <a:cubicBezTo>
                    <a:pt x="10991" y="1492"/>
                    <a:pt x="10653" y="2095"/>
                    <a:pt x="10121" y="2643"/>
                  </a:cubicBezTo>
                  <a:cubicBezTo>
                    <a:pt x="9802" y="2970"/>
                    <a:pt x="9547" y="3172"/>
                    <a:pt x="9370" y="3290"/>
                  </a:cubicBezTo>
                  <a:cubicBezTo>
                    <a:pt x="9177" y="3398"/>
                    <a:pt x="9062" y="3462"/>
                    <a:pt x="9056" y="3465"/>
                  </a:cubicBezTo>
                  <a:cubicBezTo>
                    <a:pt x="8927" y="3538"/>
                    <a:pt x="8875" y="3697"/>
                    <a:pt x="8936" y="3831"/>
                  </a:cubicBezTo>
                  <a:cubicBezTo>
                    <a:pt x="8983" y="3936"/>
                    <a:pt x="9087" y="3999"/>
                    <a:pt x="9196" y="3999"/>
                  </a:cubicBezTo>
                  <a:cubicBezTo>
                    <a:pt x="9227" y="3999"/>
                    <a:pt x="9259" y="3994"/>
                    <a:pt x="9290" y="3984"/>
                  </a:cubicBezTo>
                  <a:cubicBezTo>
                    <a:pt x="9315" y="3975"/>
                    <a:pt x="9450" y="3924"/>
                    <a:pt x="9674" y="3774"/>
                  </a:cubicBezTo>
                  <a:cubicBezTo>
                    <a:pt x="10573" y="3276"/>
                    <a:pt x="13032" y="1920"/>
                    <a:pt x="14277" y="1332"/>
                  </a:cubicBezTo>
                  <a:cubicBezTo>
                    <a:pt x="14494" y="1230"/>
                    <a:pt x="14692" y="1133"/>
                    <a:pt x="14874" y="1045"/>
                  </a:cubicBezTo>
                  <a:cubicBezTo>
                    <a:pt x="15389" y="794"/>
                    <a:pt x="15842" y="571"/>
                    <a:pt x="16062" y="571"/>
                  </a:cubicBezTo>
                  <a:cubicBezTo>
                    <a:pt x="16092" y="571"/>
                    <a:pt x="16118" y="575"/>
                    <a:pt x="16139" y="584"/>
                  </a:cubicBezTo>
                  <a:cubicBezTo>
                    <a:pt x="16213" y="615"/>
                    <a:pt x="16272" y="745"/>
                    <a:pt x="16307" y="849"/>
                  </a:cubicBezTo>
                  <a:cubicBezTo>
                    <a:pt x="16463" y="1293"/>
                    <a:pt x="13333" y="2611"/>
                    <a:pt x="12305" y="3043"/>
                  </a:cubicBezTo>
                  <a:cubicBezTo>
                    <a:pt x="11862" y="3229"/>
                    <a:pt x="11443" y="3406"/>
                    <a:pt x="11079" y="3567"/>
                  </a:cubicBezTo>
                  <a:cubicBezTo>
                    <a:pt x="10312" y="3909"/>
                    <a:pt x="9285" y="4397"/>
                    <a:pt x="8196" y="4913"/>
                  </a:cubicBezTo>
                  <a:cubicBezTo>
                    <a:pt x="6462" y="5737"/>
                    <a:pt x="4669" y="6588"/>
                    <a:pt x="3718" y="6949"/>
                  </a:cubicBezTo>
                  <a:cubicBezTo>
                    <a:pt x="2251" y="7506"/>
                    <a:pt x="1685" y="7532"/>
                    <a:pt x="1683" y="7532"/>
                  </a:cubicBezTo>
                  <a:cubicBezTo>
                    <a:pt x="1526" y="7533"/>
                    <a:pt x="1398" y="7661"/>
                    <a:pt x="1400" y="7819"/>
                  </a:cubicBezTo>
                  <a:cubicBezTo>
                    <a:pt x="1401" y="7976"/>
                    <a:pt x="1529" y="8103"/>
                    <a:pt x="1686" y="8103"/>
                  </a:cubicBezTo>
                  <a:cubicBezTo>
                    <a:pt x="1686" y="8103"/>
                    <a:pt x="1687" y="8103"/>
                    <a:pt x="1688" y="8103"/>
                  </a:cubicBezTo>
                  <a:lnTo>
                    <a:pt x="1690" y="8103"/>
                  </a:lnTo>
                  <a:cubicBezTo>
                    <a:pt x="1754" y="8102"/>
                    <a:pt x="2356" y="8077"/>
                    <a:pt x="3920" y="7483"/>
                  </a:cubicBezTo>
                  <a:cubicBezTo>
                    <a:pt x="4891" y="7115"/>
                    <a:pt x="6695" y="6257"/>
                    <a:pt x="8440" y="5430"/>
                  </a:cubicBezTo>
                  <a:cubicBezTo>
                    <a:pt x="9525" y="4914"/>
                    <a:pt x="10549" y="4427"/>
                    <a:pt x="11310" y="4089"/>
                  </a:cubicBezTo>
                  <a:cubicBezTo>
                    <a:pt x="11670" y="3928"/>
                    <a:pt x="12086" y="3753"/>
                    <a:pt x="12524" y="3568"/>
                  </a:cubicBezTo>
                  <a:cubicBezTo>
                    <a:pt x="15419" y="2351"/>
                    <a:pt x="17155" y="1547"/>
                    <a:pt x="16846" y="660"/>
                  </a:cubicBezTo>
                  <a:cubicBezTo>
                    <a:pt x="16775" y="458"/>
                    <a:pt x="16648" y="175"/>
                    <a:pt x="16355" y="56"/>
                  </a:cubicBezTo>
                  <a:cubicBezTo>
                    <a:pt x="16264" y="18"/>
                    <a:pt x="16169" y="1"/>
                    <a:pt x="160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672;p44">
              <a:extLst>
                <a:ext uri="{FF2B5EF4-FFF2-40B4-BE49-F238E27FC236}">
                  <a16:creationId xmlns:a16="http://schemas.microsoft.com/office/drawing/2014/main" id="{A3C1D571-E33D-4ADD-85B4-02F80A651F85}"/>
                </a:ext>
              </a:extLst>
            </p:cNvPr>
            <p:cNvSpPr/>
            <p:nvPr/>
          </p:nvSpPr>
          <p:spPr>
            <a:xfrm>
              <a:off x="812215" y="3668047"/>
              <a:ext cx="55565" cy="131092"/>
            </a:xfrm>
            <a:custGeom>
              <a:avLst/>
              <a:gdLst/>
              <a:ahLst/>
              <a:cxnLst/>
              <a:rect l="l" t="t" r="r" b="b"/>
              <a:pathLst>
                <a:path w="3769" h="8892" extrusionOk="0">
                  <a:moveTo>
                    <a:pt x="3185" y="0"/>
                  </a:moveTo>
                  <a:cubicBezTo>
                    <a:pt x="3151" y="0"/>
                    <a:pt x="3117" y="7"/>
                    <a:pt x="3083" y="20"/>
                  </a:cubicBezTo>
                  <a:cubicBezTo>
                    <a:pt x="2998" y="53"/>
                    <a:pt x="993" y="841"/>
                    <a:pt x="830" y="2129"/>
                  </a:cubicBezTo>
                  <a:cubicBezTo>
                    <a:pt x="750" y="2766"/>
                    <a:pt x="1118" y="3382"/>
                    <a:pt x="1926" y="3959"/>
                  </a:cubicBezTo>
                  <a:cubicBezTo>
                    <a:pt x="2782" y="4573"/>
                    <a:pt x="3172" y="5209"/>
                    <a:pt x="3086" y="5850"/>
                  </a:cubicBezTo>
                  <a:cubicBezTo>
                    <a:pt x="2963" y="6763"/>
                    <a:pt x="1833" y="7739"/>
                    <a:pt x="206" y="8339"/>
                  </a:cubicBezTo>
                  <a:cubicBezTo>
                    <a:pt x="77" y="8387"/>
                    <a:pt x="1" y="8521"/>
                    <a:pt x="25" y="8657"/>
                  </a:cubicBezTo>
                  <a:cubicBezTo>
                    <a:pt x="49" y="8793"/>
                    <a:pt x="167" y="8892"/>
                    <a:pt x="305" y="8892"/>
                  </a:cubicBezTo>
                  <a:cubicBezTo>
                    <a:pt x="308" y="8892"/>
                    <a:pt x="310" y="8892"/>
                    <a:pt x="313" y="8892"/>
                  </a:cubicBezTo>
                  <a:cubicBezTo>
                    <a:pt x="344" y="8892"/>
                    <a:pt x="375" y="8885"/>
                    <a:pt x="404" y="8874"/>
                  </a:cubicBezTo>
                  <a:cubicBezTo>
                    <a:pt x="1854" y="8339"/>
                    <a:pt x="3469" y="7284"/>
                    <a:pt x="3651" y="5926"/>
                  </a:cubicBezTo>
                  <a:cubicBezTo>
                    <a:pt x="3769" y="5058"/>
                    <a:pt x="3299" y="4241"/>
                    <a:pt x="2259" y="3495"/>
                  </a:cubicBezTo>
                  <a:cubicBezTo>
                    <a:pt x="1635" y="3049"/>
                    <a:pt x="1345" y="2614"/>
                    <a:pt x="1397" y="2201"/>
                  </a:cubicBezTo>
                  <a:cubicBezTo>
                    <a:pt x="1497" y="1412"/>
                    <a:pt x="2797" y="744"/>
                    <a:pt x="3289" y="552"/>
                  </a:cubicBezTo>
                  <a:cubicBezTo>
                    <a:pt x="3436" y="496"/>
                    <a:pt x="3509" y="331"/>
                    <a:pt x="3452" y="183"/>
                  </a:cubicBezTo>
                  <a:cubicBezTo>
                    <a:pt x="3408" y="70"/>
                    <a:pt x="3300" y="0"/>
                    <a:pt x="31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673;p44">
              <a:extLst>
                <a:ext uri="{FF2B5EF4-FFF2-40B4-BE49-F238E27FC236}">
                  <a16:creationId xmlns:a16="http://schemas.microsoft.com/office/drawing/2014/main" id="{22E4C678-CA9C-408E-BF11-8F3CE8098C55}"/>
                </a:ext>
              </a:extLst>
            </p:cNvPr>
            <p:cNvSpPr/>
            <p:nvPr/>
          </p:nvSpPr>
          <p:spPr>
            <a:xfrm>
              <a:off x="567972" y="3649043"/>
              <a:ext cx="150331" cy="143432"/>
            </a:xfrm>
            <a:custGeom>
              <a:avLst/>
              <a:gdLst/>
              <a:ahLst/>
              <a:cxnLst/>
              <a:rect l="l" t="t" r="r" b="b"/>
              <a:pathLst>
                <a:path w="10197" h="9729" extrusionOk="0">
                  <a:moveTo>
                    <a:pt x="9880" y="0"/>
                  </a:moveTo>
                  <a:cubicBezTo>
                    <a:pt x="9749" y="0"/>
                    <a:pt x="9632" y="95"/>
                    <a:pt x="9605" y="229"/>
                  </a:cubicBezTo>
                  <a:cubicBezTo>
                    <a:pt x="9586" y="321"/>
                    <a:pt x="7686" y="9157"/>
                    <a:pt x="962" y="9157"/>
                  </a:cubicBezTo>
                  <a:cubicBezTo>
                    <a:pt x="755" y="9157"/>
                    <a:pt x="544" y="9149"/>
                    <a:pt x="328" y="9132"/>
                  </a:cubicBezTo>
                  <a:cubicBezTo>
                    <a:pt x="318" y="9131"/>
                    <a:pt x="307" y="9130"/>
                    <a:pt x="297" y="9130"/>
                  </a:cubicBezTo>
                  <a:cubicBezTo>
                    <a:pt x="150" y="9130"/>
                    <a:pt x="25" y="9242"/>
                    <a:pt x="13" y="9393"/>
                  </a:cubicBezTo>
                  <a:cubicBezTo>
                    <a:pt x="1" y="9552"/>
                    <a:pt x="123" y="9692"/>
                    <a:pt x="282" y="9700"/>
                  </a:cubicBezTo>
                  <a:cubicBezTo>
                    <a:pt x="518" y="9719"/>
                    <a:pt x="748" y="9729"/>
                    <a:pt x="973" y="9729"/>
                  </a:cubicBezTo>
                  <a:cubicBezTo>
                    <a:pt x="8146" y="9729"/>
                    <a:pt x="10144" y="441"/>
                    <a:pt x="10165" y="344"/>
                  </a:cubicBezTo>
                  <a:cubicBezTo>
                    <a:pt x="10196" y="190"/>
                    <a:pt x="10096" y="39"/>
                    <a:pt x="9942" y="7"/>
                  </a:cubicBezTo>
                  <a:cubicBezTo>
                    <a:pt x="9921" y="2"/>
                    <a:pt x="9900" y="0"/>
                    <a:pt x="98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674;p44">
              <a:extLst>
                <a:ext uri="{FF2B5EF4-FFF2-40B4-BE49-F238E27FC236}">
                  <a16:creationId xmlns:a16="http://schemas.microsoft.com/office/drawing/2014/main" id="{111181F1-99B1-4432-9852-65B08422108C}"/>
                </a:ext>
              </a:extLst>
            </p:cNvPr>
            <p:cNvSpPr/>
            <p:nvPr/>
          </p:nvSpPr>
          <p:spPr>
            <a:xfrm>
              <a:off x="778027" y="3840979"/>
              <a:ext cx="56184" cy="47118"/>
            </a:xfrm>
            <a:custGeom>
              <a:avLst/>
              <a:gdLst/>
              <a:ahLst/>
              <a:cxnLst/>
              <a:rect l="l" t="t" r="r" b="b"/>
              <a:pathLst>
                <a:path w="3811" h="3196" extrusionOk="0">
                  <a:moveTo>
                    <a:pt x="1" y="3195"/>
                  </a:moveTo>
                  <a:lnTo>
                    <a:pt x="381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675;p44">
              <a:extLst>
                <a:ext uri="{FF2B5EF4-FFF2-40B4-BE49-F238E27FC236}">
                  <a16:creationId xmlns:a16="http://schemas.microsoft.com/office/drawing/2014/main" id="{BE61F388-42B4-4112-AD22-081BD5891338}"/>
                </a:ext>
              </a:extLst>
            </p:cNvPr>
            <p:cNvSpPr/>
            <p:nvPr/>
          </p:nvSpPr>
          <p:spPr>
            <a:xfrm>
              <a:off x="772306" y="3836748"/>
              <a:ext cx="66652" cy="55551"/>
            </a:xfrm>
            <a:custGeom>
              <a:avLst/>
              <a:gdLst/>
              <a:ahLst/>
              <a:cxnLst/>
              <a:rect l="l" t="t" r="r" b="b"/>
              <a:pathLst>
                <a:path w="4521" h="3768" extrusionOk="0">
                  <a:moveTo>
                    <a:pt x="4200" y="1"/>
                  </a:moveTo>
                  <a:cubicBezTo>
                    <a:pt x="4135" y="1"/>
                    <a:pt x="4068" y="23"/>
                    <a:pt x="4015" y="69"/>
                  </a:cubicBezTo>
                  <a:lnTo>
                    <a:pt x="205" y="3263"/>
                  </a:lnTo>
                  <a:cubicBezTo>
                    <a:pt x="1" y="3435"/>
                    <a:pt x="123" y="3767"/>
                    <a:pt x="389" y="3767"/>
                  </a:cubicBezTo>
                  <a:cubicBezTo>
                    <a:pt x="456" y="3767"/>
                    <a:pt x="522" y="3743"/>
                    <a:pt x="573" y="3701"/>
                  </a:cubicBezTo>
                  <a:lnTo>
                    <a:pt x="4382" y="506"/>
                  </a:lnTo>
                  <a:cubicBezTo>
                    <a:pt x="4504" y="405"/>
                    <a:pt x="4520" y="224"/>
                    <a:pt x="4419" y="102"/>
                  </a:cubicBezTo>
                  <a:cubicBezTo>
                    <a:pt x="4362" y="35"/>
                    <a:pt x="4282" y="1"/>
                    <a:pt x="4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676;p44">
              <a:extLst>
                <a:ext uri="{FF2B5EF4-FFF2-40B4-BE49-F238E27FC236}">
                  <a16:creationId xmlns:a16="http://schemas.microsoft.com/office/drawing/2014/main" id="{D0CADF4C-277A-410C-A1CD-056DE06B0C50}"/>
                </a:ext>
              </a:extLst>
            </p:cNvPr>
            <p:cNvSpPr/>
            <p:nvPr/>
          </p:nvSpPr>
          <p:spPr>
            <a:xfrm>
              <a:off x="590278" y="3558184"/>
              <a:ext cx="22188" cy="88102"/>
            </a:xfrm>
            <a:custGeom>
              <a:avLst/>
              <a:gdLst/>
              <a:ahLst/>
              <a:cxnLst/>
              <a:rect l="l" t="t" r="r" b="b"/>
              <a:pathLst>
                <a:path w="1505" h="5976" extrusionOk="0">
                  <a:moveTo>
                    <a:pt x="0" y="1"/>
                  </a:moveTo>
                  <a:lnTo>
                    <a:pt x="71" y="4996"/>
                  </a:lnTo>
                  <a:lnTo>
                    <a:pt x="1505" y="5976"/>
                  </a:lnTo>
                  <a:lnTo>
                    <a:pt x="1285" y="5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77;p44">
              <a:extLst>
                <a:ext uri="{FF2B5EF4-FFF2-40B4-BE49-F238E27FC236}">
                  <a16:creationId xmlns:a16="http://schemas.microsoft.com/office/drawing/2014/main" id="{6FD2FE43-8263-42D3-8253-5BEE999CFE5C}"/>
                </a:ext>
              </a:extLst>
            </p:cNvPr>
            <p:cNvSpPr/>
            <p:nvPr/>
          </p:nvSpPr>
          <p:spPr>
            <a:xfrm>
              <a:off x="586032" y="3553968"/>
              <a:ext cx="30739" cy="96535"/>
            </a:xfrm>
            <a:custGeom>
              <a:avLst/>
              <a:gdLst/>
              <a:ahLst/>
              <a:cxnLst/>
              <a:rect l="l" t="t" r="r" b="b"/>
              <a:pathLst>
                <a:path w="2085" h="6548" extrusionOk="0">
                  <a:moveTo>
                    <a:pt x="287" y="1"/>
                  </a:moveTo>
                  <a:cubicBezTo>
                    <a:pt x="136" y="1"/>
                    <a:pt x="0" y="124"/>
                    <a:pt x="2" y="290"/>
                  </a:cubicBezTo>
                  <a:lnTo>
                    <a:pt x="73" y="5287"/>
                  </a:lnTo>
                  <a:cubicBezTo>
                    <a:pt x="75" y="5442"/>
                    <a:pt x="222" y="5568"/>
                    <a:pt x="356" y="5568"/>
                  </a:cubicBezTo>
                  <a:cubicBezTo>
                    <a:pt x="359" y="5568"/>
                    <a:pt x="361" y="5568"/>
                    <a:pt x="363" y="5568"/>
                  </a:cubicBezTo>
                  <a:cubicBezTo>
                    <a:pt x="520" y="5566"/>
                    <a:pt x="647" y="5437"/>
                    <a:pt x="645" y="5279"/>
                  </a:cubicBezTo>
                  <a:lnTo>
                    <a:pt x="581" y="723"/>
                  </a:lnTo>
                  <a:lnTo>
                    <a:pt x="1295" y="1031"/>
                  </a:lnTo>
                  <a:lnTo>
                    <a:pt x="1507" y="6274"/>
                  </a:lnTo>
                  <a:cubicBezTo>
                    <a:pt x="1513" y="6427"/>
                    <a:pt x="1638" y="6548"/>
                    <a:pt x="1792" y="6548"/>
                  </a:cubicBezTo>
                  <a:lnTo>
                    <a:pt x="1804" y="6547"/>
                  </a:lnTo>
                  <a:cubicBezTo>
                    <a:pt x="1961" y="6541"/>
                    <a:pt x="2084" y="6407"/>
                    <a:pt x="2078" y="6250"/>
                  </a:cubicBezTo>
                  <a:lnTo>
                    <a:pt x="1858" y="827"/>
                  </a:lnTo>
                  <a:cubicBezTo>
                    <a:pt x="1854" y="717"/>
                    <a:pt x="1786" y="620"/>
                    <a:pt x="1685" y="577"/>
                  </a:cubicBezTo>
                  <a:lnTo>
                    <a:pt x="401" y="25"/>
                  </a:lnTo>
                  <a:cubicBezTo>
                    <a:pt x="363" y="8"/>
                    <a:pt x="325" y="1"/>
                    <a:pt x="2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78;p44">
              <a:extLst>
                <a:ext uri="{FF2B5EF4-FFF2-40B4-BE49-F238E27FC236}">
                  <a16:creationId xmlns:a16="http://schemas.microsoft.com/office/drawing/2014/main" id="{BD2CF7B5-14E5-419E-85AB-E5C1CE130640}"/>
                </a:ext>
              </a:extLst>
            </p:cNvPr>
            <p:cNvSpPr/>
            <p:nvPr/>
          </p:nvSpPr>
          <p:spPr>
            <a:xfrm>
              <a:off x="941199" y="3566204"/>
              <a:ext cx="24075" cy="78092"/>
            </a:xfrm>
            <a:custGeom>
              <a:avLst/>
              <a:gdLst/>
              <a:ahLst/>
              <a:cxnLst/>
              <a:rect l="l" t="t" r="r" b="b"/>
              <a:pathLst>
                <a:path w="1633" h="5297" extrusionOk="0">
                  <a:moveTo>
                    <a:pt x="1138" y="0"/>
                  </a:moveTo>
                  <a:lnTo>
                    <a:pt x="0" y="301"/>
                  </a:lnTo>
                  <a:lnTo>
                    <a:pt x="71" y="5297"/>
                  </a:lnTo>
                  <a:lnTo>
                    <a:pt x="1633" y="486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679;p44">
              <a:extLst>
                <a:ext uri="{FF2B5EF4-FFF2-40B4-BE49-F238E27FC236}">
                  <a16:creationId xmlns:a16="http://schemas.microsoft.com/office/drawing/2014/main" id="{CD9FE159-F0F0-4B36-A5C5-63A90C923944}"/>
                </a:ext>
              </a:extLst>
            </p:cNvPr>
            <p:cNvSpPr/>
            <p:nvPr/>
          </p:nvSpPr>
          <p:spPr>
            <a:xfrm>
              <a:off x="936968" y="3561988"/>
              <a:ext cx="32729" cy="86525"/>
            </a:xfrm>
            <a:custGeom>
              <a:avLst/>
              <a:gdLst/>
              <a:ahLst/>
              <a:cxnLst/>
              <a:rect l="l" t="t" r="r" b="b"/>
              <a:pathLst>
                <a:path w="2220" h="5869" extrusionOk="0">
                  <a:moveTo>
                    <a:pt x="1425" y="1"/>
                  </a:moveTo>
                  <a:cubicBezTo>
                    <a:pt x="1401" y="1"/>
                    <a:pt x="1376" y="4"/>
                    <a:pt x="1352" y="10"/>
                  </a:cubicBezTo>
                  <a:lnTo>
                    <a:pt x="214" y="312"/>
                  </a:lnTo>
                  <a:cubicBezTo>
                    <a:pt x="88" y="345"/>
                    <a:pt x="0" y="460"/>
                    <a:pt x="2" y="592"/>
                  </a:cubicBezTo>
                  <a:lnTo>
                    <a:pt x="73" y="5587"/>
                  </a:lnTo>
                  <a:cubicBezTo>
                    <a:pt x="75" y="5744"/>
                    <a:pt x="202" y="5869"/>
                    <a:pt x="358" y="5869"/>
                  </a:cubicBezTo>
                  <a:lnTo>
                    <a:pt x="362" y="5869"/>
                  </a:lnTo>
                  <a:cubicBezTo>
                    <a:pt x="520" y="5867"/>
                    <a:pt x="646" y="5737"/>
                    <a:pt x="644" y="5580"/>
                  </a:cubicBezTo>
                  <a:lnTo>
                    <a:pt x="576" y="806"/>
                  </a:lnTo>
                  <a:lnTo>
                    <a:pt x="1175" y="648"/>
                  </a:lnTo>
                  <a:lnTo>
                    <a:pt x="1636" y="5181"/>
                  </a:lnTo>
                  <a:cubicBezTo>
                    <a:pt x="1650" y="5326"/>
                    <a:pt x="1767" y="5438"/>
                    <a:pt x="1912" y="5438"/>
                  </a:cubicBezTo>
                  <a:cubicBezTo>
                    <a:pt x="1924" y="5438"/>
                    <a:pt x="1936" y="5438"/>
                    <a:pt x="1948" y="5436"/>
                  </a:cubicBezTo>
                  <a:cubicBezTo>
                    <a:pt x="2106" y="5420"/>
                    <a:pt x="2220" y="5280"/>
                    <a:pt x="2204" y="5123"/>
                  </a:cubicBezTo>
                  <a:lnTo>
                    <a:pt x="1709" y="257"/>
                  </a:lnTo>
                  <a:cubicBezTo>
                    <a:pt x="1700" y="173"/>
                    <a:pt x="1657" y="98"/>
                    <a:pt x="1587" y="51"/>
                  </a:cubicBezTo>
                  <a:cubicBezTo>
                    <a:pt x="1539" y="18"/>
                    <a:pt x="1483" y="1"/>
                    <a:pt x="14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680;p44">
              <a:extLst>
                <a:ext uri="{FF2B5EF4-FFF2-40B4-BE49-F238E27FC236}">
                  <a16:creationId xmlns:a16="http://schemas.microsoft.com/office/drawing/2014/main" id="{539C41FE-3EA1-4BB5-9D18-8B8FDA462770}"/>
                </a:ext>
              </a:extLst>
            </p:cNvPr>
            <p:cNvSpPr/>
            <p:nvPr/>
          </p:nvSpPr>
          <p:spPr>
            <a:xfrm>
              <a:off x="724864" y="3592918"/>
              <a:ext cx="24090" cy="71768"/>
            </a:xfrm>
            <a:custGeom>
              <a:avLst/>
              <a:gdLst/>
              <a:ahLst/>
              <a:cxnLst/>
              <a:rect l="l" t="t" r="r" b="b"/>
              <a:pathLst>
                <a:path w="1634" h="4868" extrusionOk="0">
                  <a:moveTo>
                    <a:pt x="1139" y="1"/>
                  </a:moveTo>
                  <a:lnTo>
                    <a:pt x="1" y="303"/>
                  </a:lnTo>
                  <a:lnTo>
                    <a:pt x="150" y="4766"/>
                  </a:lnTo>
                  <a:lnTo>
                    <a:pt x="1634" y="4868"/>
                  </a:lnTo>
                  <a:lnTo>
                    <a:pt x="113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681;p44">
              <a:extLst>
                <a:ext uri="{FF2B5EF4-FFF2-40B4-BE49-F238E27FC236}">
                  <a16:creationId xmlns:a16="http://schemas.microsoft.com/office/drawing/2014/main" id="{178DA092-CBF4-4374-98DF-6B314BBB21F9}"/>
                </a:ext>
              </a:extLst>
            </p:cNvPr>
            <p:cNvSpPr/>
            <p:nvPr/>
          </p:nvSpPr>
          <p:spPr>
            <a:xfrm>
              <a:off x="720618" y="3588716"/>
              <a:ext cx="32758" cy="80186"/>
            </a:xfrm>
            <a:custGeom>
              <a:avLst/>
              <a:gdLst/>
              <a:ahLst/>
              <a:cxnLst/>
              <a:rect l="l" t="t" r="r" b="b"/>
              <a:pathLst>
                <a:path w="2222" h="5439" extrusionOk="0">
                  <a:moveTo>
                    <a:pt x="1429" y="1"/>
                  </a:moveTo>
                  <a:cubicBezTo>
                    <a:pt x="1404" y="1"/>
                    <a:pt x="1379" y="4"/>
                    <a:pt x="1354" y="11"/>
                  </a:cubicBezTo>
                  <a:lnTo>
                    <a:pt x="217" y="312"/>
                  </a:lnTo>
                  <a:cubicBezTo>
                    <a:pt x="88" y="345"/>
                    <a:pt x="1" y="464"/>
                    <a:pt x="5" y="598"/>
                  </a:cubicBezTo>
                  <a:lnTo>
                    <a:pt x="154" y="5059"/>
                  </a:lnTo>
                  <a:cubicBezTo>
                    <a:pt x="158" y="5214"/>
                    <a:pt x="298" y="5335"/>
                    <a:pt x="441" y="5335"/>
                  </a:cubicBezTo>
                  <a:cubicBezTo>
                    <a:pt x="444" y="5335"/>
                    <a:pt x="446" y="5335"/>
                    <a:pt x="449" y="5335"/>
                  </a:cubicBezTo>
                  <a:cubicBezTo>
                    <a:pt x="606" y="5330"/>
                    <a:pt x="729" y="5198"/>
                    <a:pt x="724" y="5041"/>
                  </a:cubicBezTo>
                  <a:lnTo>
                    <a:pt x="584" y="805"/>
                  </a:lnTo>
                  <a:lnTo>
                    <a:pt x="1177" y="648"/>
                  </a:lnTo>
                  <a:lnTo>
                    <a:pt x="1638" y="5182"/>
                  </a:lnTo>
                  <a:cubicBezTo>
                    <a:pt x="1652" y="5328"/>
                    <a:pt x="1775" y="5438"/>
                    <a:pt x="1922" y="5439"/>
                  </a:cubicBezTo>
                  <a:cubicBezTo>
                    <a:pt x="1932" y="5439"/>
                    <a:pt x="1941" y="5438"/>
                    <a:pt x="1951" y="5436"/>
                  </a:cubicBezTo>
                  <a:cubicBezTo>
                    <a:pt x="2108" y="5420"/>
                    <a:pt x="2222" y="5281"/>
                    <a:pt x="2207" y="5123"/>
                  </a:cubicBezTo>
                  <a:lnTo>
                    <a:pt x="1712" y="257"/>
                  </a:lnTo>
                  <a:cubicBezTo>
                    <a:pt x="1697" y="108"/>
                    <a:pt x="1571" y="1"/>
                    <a:pt x="14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682;p44">
              <a:extLst>
                <a:ext uri="{FF2B5EF4-FFF2-40B4-BE49-F238E27FC236}">
                  <a16:creationId xmlns:a16="http://schemas.microsoft.com/office/drawing/2014/main" id="{396EEA32-0367-47D0-A166-7287AE2E4E92}"/>
                </a:ext>
              </a:extLst>
            </p:cNvPr>
            <p:cNvSpPr/>
            <p:nvPr/>
          </p:nvSpPr>
          <p:spPr>
            <a:xfrm>
              <a:off x="547716" y="2942396"/>
              <a:ext cx="487792" cy="660400"/>
            </a:xfrm>
            <a:custGeom>
              <a:avLst/>
              <a:gdLst/>
              <a:ahLst/>
              <a:cxnLst/>
              <a:rect l="l" t="t" r="r" b="b"/>
              <a:pathLst>
                <a:path w="33087" h="44795" extrusionOk="0">
                  <a:moveTo>
                    <a:pt x="16422" y="1"/>
                  </a:moveTo>
                  <a:cubicBezTo>
                    <a:pt x="14570" y="1"/>
                    <a:pt x="13104" y="274"/>
                    <a:pt x="13104" y="274"/>
                  </a:cubicBezTo>
                  <a:cubicBezTo>
                    <a:pt x="13104" y="274"/>
                    <a:pt x="116" y="3883"/>
                    <a:pt x="132" y="5024"/>
                  </a:cubicBezTo>
                  <a:cubicBezTo>
                    <a:pt x="149" y="6167"/>
                    <a:pt x="1" y="36148"/>
                    <a:pt x="36" y="38621"/>
                  </a:cubicBezTo>
                  <a:cubicBezTo>
                    <a:pt x="70" y="41096"/>
                    <a:pt x="3426" y="42857"/>
                    <a:pt x="7916" y="44030"/>
                  </a:cubicBezTo>
                  <a:cubicBezTo>
                    <a:pt x="9998" y="44574"/>
                    <a:pt x="13345" y="44794"/>
                    <a:pt x="16553" y="44794"/>
                  </a:cubicBezTo>
                  <a:cubicBezTo>
                    <a:pt x="20261" y="44794"/>
                    <a:pt x="23784" y="44501"/>
                    <a:pt x="24952" y="44076"/>
                  </a:cubicBezTo>
                  <a:cubicBezTo>
                    <a:pt x="27130" y="43283"/>
                    <a:pt x="30069" y="42481"/>
                    <a:pt x="30430" y="41048"/>
                  </a:cubicBezTo>
                  <a:cubicBezTo>
                    <a:pt x="30790" y="39615"/>
                    <a:pt x="30592" y="25532"/>
                    <a:pt x="30653" y="23152"/>
                  </a:cubicBezTo>
                  <a:cubicBezTo>
                    <a:pt x="30715" y="20773"/>
                    <a:pt x="33087" y="13505"/>
                    <a:pt x="32288" y="10852"/>
                  </a:cubicBezTo>
                  <a:cubicBezTo>
                    <a:pt x="31489" y="8199"/>
                    <a:pt x="29936" y="6032"/>
                    <a:pt x="28303" y="5008"/>
                  </a:cubicBezTo>
                  <a:cubicBezTo>
                    <a:pt x="26670" y="3984"/>
                    <a:pt x="22345" y="904"/>
                    <a:pt x="19386" y="280"/>
                  </a:cubicBezTo>
                  <a:cubicBezTo>
                    <a:pt x="18392" y="71"/>
                    <a:pt x="17358" y="1"/>
                    <a:pt x="16422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83;p44">
              <a:extLst>
                <a:ext uri="{FF2B5EF4-FFF2-40B4-BE49-F238E27FC236}">
                  <a16:creationId xmlns:a16="http://schemas.microsoft.com/office/drawing/2014/main" id="{81D26E12-DDF4-4A74-865E-08F13D92F9F0}"/>
                </a:ext>
              </a:extLst>
            </p:cNvPr>
            <p:cNvSpPr/>
            <p:nvPr/>
          </p:nvSpPr>
          <p:spPr>
            <a:xfrm>
              <a:off x="543706" y="2938165"/>
              <a:ext cx="491861" cy="668773"/>
            </a:xfrm>
            <a:custGeom>
              <a:avLst/>
              <a:gdLst/>
              <a:ahLst/>
              <a:cxnLst/>
              <a:rect l="l" t="t" r="r" b="b"/>
              <a:pathLst>
                <a:path w="33363" h="45363" extrusionOk="0">
                  <a:moveTo>
                    <a:pt x="16701" y="574"/>
                  </a:moveTo>
                  <a:cubicBezTo>
                    <a:pt x="17620" y="574"/>
                    <a:pt x="18632" y="642"/>
                    <a:pt x="19599" y="846"/>
                  </a:cubicBezTo>
                  <a:cubicBezTo>
                    <a:pt x="22041" y="1362"/>
                    <a:pt x="25438" y="3587"/>
                    <a:pt x="27466" y="4917"/>
                  </a:cubicBezTo>
                  <a:cubicBezTo>
                    <a:pt x="27842" y="5162"/>
                    <a:pt x="28167" y="5375"/>
                    <a:pt x="28423" y="5537"/>
                  </a:cubicBezTo>
                  <a:cubicBezTo>
                    <a:pt x="30059" y="6563"/>
                    <a:pt x="31540" y="8741"/>
                    <a:pt x="32286" y="11222"/>
                  </a:cubicBezTo>
                  <a:cubicBezTo>
                    <a:pt x="32772" y="12835"/>
                    <a:pt x="31995" y="16408"/>
                    <a:pt x="31371" y="19278"/>
                  </a:cubicBezTo>
                  <a:cubicBezTo>
                    <a:pt x="30991" y="21026"/>
                    <a:pt x="30663" y="22536"/>
                    <a:pt x="30640" y="23433"/>
                  </a:cubicBezTo>
                  <a:cubicBezTo>
                    <a:pt x="30621" y="24156"/>
                    <a:pt x="30626" y="25912"/>
                    <a:pt x="30632" y="28135"/>
                  </a:cubicBezTo>
                  <a:cubicBezTo>
                    <a:pt x="30646" y="32979"/>
                    <a:pt x="30668" y="40301"/>
                    <a:pt x="30425" y="41265"/>
                  </a:cubicBezTo>
                  <a:cubicBezTo>
                    <a:pt x="30153" y="42345"/>
                    <a:pt x="27999" y="43093"/>
                    <a:pt x="26098" y="43753"/>
                  </a:cubicBezTo>
                  <a:cubicBezTo>
                    <a:pt x="25765" y="43868"/>
                    <a:pt x="25438" y="43982"/>
                    <a:pt x="25127" y="44095"/>
                  </a:cubicBezTo>
                  <a:cubicBezTo>
                    <a:pt x="24024" y="44497"/>
                    <a:pt x="20479" y="44803"/>
                    <a:pt x="16736" y="44803"/>
                  </a:cubicBezTo>
                  <a:cubicBezTo>
                    <a:pt x="13616" y="44803"/>
                    <a:pt x="10358" y="44590"/>
                    <a:pt x="8260" y="44042"/>
                  </a:cubicBezTo>
                  <a:cubicBezTo>
                    <a:pt x="4782" y="43132"/>
                    <a:pt x="629" y="41503"/>
                    <a:pt x="592" y="38905"/>
                  </a:cubicBezTo>
                  <a:cubicBezTo>
                    <a:pt x="572" y="37435"/>
                    <a:pt x="616" y="26188"/>
                    <a:pt x="652" y="17150"/>
                  </a:cubicBezTo>
                  <a:cubicBezTo>
                    <a:pt x="676" y="11045"/>
                    <a:pt x="698" y="5773"/>
                    <a:pt x="684" y="5347"/>
                  </a:cubicBezTo>
                  <a:cubicBezTo>
                    <a:pt x="1013" y="4654"/>
                    <a:pt x="7426" y="2511"/>
                    <a:pt x="13440" y="839"/>
                  </a:cubicBezTo>
                  <a:cubicBezTo>
                    <a:pt x="13581" y="814"/>
                    <a:pt x="14976" y="574"/>
                    <a:pt x="16701" y="574"/>
                  </a:cubicBezTo>
                  <a:close/>
                  <a:moveTo>
                    <a:pt x="16682" y="1"/>
                  </a:moveTo>
                  <a:cubicBezTo>
                    <a:pt x="14858" y="1"/>
                    <a:pt x="13415" y="264"/>
                    <a:pt x="13324" y="280"/>
                  </a:cubicBezTo>
                  <a:cubicBezTo>
                    <a:pt x="13316" y="282"/>
                    <a:pt x="13308" y="283"/>
                    <a:pt x="13300" y="285"/>
                  </a:cubicBezTo>
                  <a:cubicBezTo>
                    <a:pt x="8370" y="1656"/>
                    <a:pt x="102" y="4131"/>
                    <a:pt x="119" y="5316"/>
                  </a:cubicBezTo>
                  <a:cubicBezTo>
                    <a:pt x="126" y="5776"/>
                    <a:pt x="105" y="11046"/>
                    <a:pt x="81" y="17148"/>
                  </a:cubicBezTo>
                  <a:cubicBezTo>
                    <a:pt x="46" y="26189"/>
                    <a:pt x="1" y="37439"/>
                    <a:pt x="22" y="38914"/>
                  </a:cubicBezTo>
                  <a:cubicBezTo>
                    <a:pt x="55" y="41287"/>
                    <a:pt x="2779" y="43198"/>
                    <a:pt x="8115" y="44594"/>
                  </a:cubicBezTo>
                  <a:cubicBezTo>
                    <a:pt x="10195" y="45138"/>
                    <a:pt x="13607" y="45363"/>
                    <a:pt x="16880" y="45363"/>
                  </a:cubicBezTo>
                  <a:cubicBezTo>
                    <a:pt x="20579" y="45363"/>
                    <a:pt x="24103" y="45075"/>
                    <a:pt x="25322" y="44632"/>
                  </a:cubicBezTo>
                  <a:cubicBezTo>
                    <a:pt x="25630" y="44519"/>
                    <a:pt x="25954" y="44407"/>
                    <a:pt x="26285" y="44292"/>
                  </a:cubicBezTo>
                  <a:cubicBezTo>
                    <a:pt x="28422" y="43550"/>
                    <a:pt x="30631" y="42784"/>
                    <a:pt x="30978" y="41406"/>
                  </a:cubicBezTo>
                  <a:cubicBezTo>
                    <a:pt x="31239" y="40372"/>
                    <a:pt x="31218" y="33298"/>
                    <a:pt x="31203" y="28134"/>
                  </a:cubicBezTo>
                  <a:cubicBezTo>
                    <a:pt x="31198" y="25916"/>
                    <a:pt x="31192" y="24163"/>
                    <a:pt x="31211" y="23448"/>
                  </a:cubicBezTo>
                  <a:cubicBezTo>
                    <a:pt x="31232" y="22606"/>
                    <a:pt x="31570" y="21048"/>
                    <a:pt x="31929" y="19400"/>
                  </a:cubicBezTo>
                  <a:cubicBezTo>
                    <a:pt x="32601" y="16312"/>
                    <a:pt x="33362" y="12813"/>
                    <a:pt x="32834" y="11058"/>
                  </a:cubicBezTo>
                  <a:cubicBezTo>
                    <a:pt x="32049" y="8451"/>
                    <a:pt x="30475" y="6150"/>
                    <a:pt x="28728" y="5054"/>
                  </a:cubicBezTo>
                  <a:cubicBezTo>
                    <a:pt x="28473" y="4894"/>
                    <a:pt x="28151" y="4683"/>
                    <a:pt x="27780" y="4441"/>
                  </a:cubicBezTo>
                  <a:cubicBezTo>
                    <a:pt x="25716" y="3088"/>
                    <a:pt x="22263" y="826"/>
                    <a:pt x="19716" y="289"/>
                  </a:cubicBezTo>
                  <a:cubicBezTo>
                    <a:pt x="18693" y="73"/>
                    <a:pt x="17636" y="1"/>
                    <a:pt x="166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684;p44">
              <a:extLst>
                <a:ext uri="{FF2B5EF4-FFF2-40B4-BE49-F238E27FC236}">
                  <a16:creationId xmlns:a16="http://schemas.microsoft.com/office/drawing/2014/main" id="{7DEDA081-1496-4139-AE81-6BCAB7E22042}"/>
                </a:ext>
              </a:extLst>
            </p:cNvPr>
            <p:cNvSpPr/>
            <p:nvPr/>
          </p:nvSpPr>
          <p:spPr>
            <a:xfrm>
              <a:off x="873353" y="3060942"/>
              <a:ext cx="52292" cy="521169"/>
            </a:xfrm>
            <a:custGeom>
              <a:avLst/>
              <a:gdLst/>
              <a:ahLst/>
              <a:cxnLst/>
              <a:rect l="l" t="t" r="r" b="b"/>
              <a:pathLst>
                <a:path w="3547" h="35351" extrusionOk="0">
                  <a:moveTo>
                    <a:pt x="310" y="1"/>
                  </a:moveTo>
                  <a:cubicBezTo>
                    <a:pt x="293" y="1"/>
                    <a:pt x="276" y="2"/>
                    <a:pt x="259" y="6"/>
                  </a:cubicBezTo>
                  <a:cubicBezTo>
                    <a:pt x="103" y="33"/>
                    <a:pt x="0" y="182"/>
                    <a:pt x="28" y="337"/>
                  </a:cubicBezTo>
                  <a:cubicBezTo>
                    <a:pt x="45" y="427"/>
                    <a:pt x="1652" y="9427"/>
                    <a:pt x="892" y="13702"/>
                  </a:cubicBezTo>
                  <a:cubicBezTo>
                    <a:pt x="358" y="16705"/>
                    <a:pt x="897" y="26699"/>
                    <a:pt x="1443" y="28756"/>
                  </a:cubicBezTo>
                  <a:cubicBezTo>
                    <a:pt x="2137" y="31377"/>
                    <a:pt x="2306" y="34433"/>
                    <a:pt x="1369" y="34800"/>
                  </a:cubicBezTo>
                  <a:cubicBezTo>
                    <a:pt x="1241" y="34850"/>
                    <a:pt x="1166" y="34983"/>
                    <a:pt x="1192" y="35119"/>
                  </a:cubicBezTo>
                  <a:cubicBezTo>
                    <a:pt x="1217" y="35253"/>
                    <a:pt x="1334" y="35351"/>
                    <a:pt x="1471" y="35351"/>
                  </a:cubicBezTo>
                  <a:cubicBezTo>
                    <a:pt x="1472" y="35351"/>
                    <a:pt x="1472" y="35351"/>
                    <a:pt x="1473" y="35351"/>
                  </a:cubicBezTo>
                  <a:cubicBezTo>
                    <a:pt x="1508" y="35351"/>
                    <a:pt x="1544" y="35344"/>
                    <a:pt x="1577" y="35331"/>
                  </a:cubicBezTo>
                  <a:cubicBezTo>
                    <a:pt x="3546" y="34561"/>
                    <a:pt x="2010" y="28669"/>
                    <a:pt x="1995" y="28610"/>
                  </a:cubicBezTo>
                  <a:cubicBezTo>
                    <a:pt x="1458" y="26587"/>
                    <a:pt x="929" y="16757"/>
                    <a:pt x="1454" y="13802"/>
                  </a:cubicBezTo>
                  <a:cubicBezTo>
                    <a:pt x="2231" y="9427"/>
                    <a:pt x="658" y="609"/>
                    <a:pt x="590" y="236"/>
                  </a:cubicBezTo>
                  <a:cubicBezTo>
                    <a:pt x="565" y="98"/>
                    <a:pt x="445" y="1"/>
                    <a:pt x="3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685;p44">
              <a:extLst>
                <a:ext uri="{FF2B5EF4-FFF2-40B4-BE49-F238E27FC236}">
                  <a16:creationId xmlns:a16="http://schemas.microsoft.com/office/drawing/2014/main" id="{DAE062EB-115F-4347-BE74-302920EE51DC}"/>
                </a:ext>
              </a:extLst>
            </p:cNvPr>
            <p:cNvSpPr/>
            <p:nvPr/>
          </p:nvSpPr>
          <p:spPr>
            <a:xfrm>
              <a:off x="707586" y="2858598"/>
              <a:ext cx="230193" cy="223809"/>
            </a:xfrm>
            <a:custGeom>
              <a:avLst/>
              <a:gdLst/>
              <a:ahLst/>
              <a:cxnLst/>
              <a:rect l="l" t="t" r="r" b="b"/>
              <a:pathLst>
                <a:path w="15614" h="15181" extrusionOk="0">
                  <a:moveTo>
                    <a:pt x="7579" y="0"/>
                  </a:moveTo>
                  <a:cubicBezTo>
                    <a:pt x="7504" y="0"/>
                    <a:pt x="7437" y="7"/>
                    <a:pt x="7377" y="21"/>
                  </a:cubicBezTo>
                  <a:cubicBezTo>
                    <a:pt x="6243" y="280"/>
                    <a:pt x="5116" y="946"/>
                    <a:pt x="5116" y="946"/>
                  </a:cubicBezTo>
                  <a:cubicBezTo>
                    <a:pt x="5116" y="946"/>
                    <a:pt x="5091" y="945"/>
                    <a:pt x="5048" y="945"/>
                  </a:cubicBezTo>
                  <a:cubicBezTo>
                    <a:pt x="4754" y="945"/>
                    <a:pt x="3591" y="991"/>
                    <a:pt x="3178" y="1705"/>
                  </a:cubicBezTo>
                  <a:cubicBezTo>
                    <a:pt x="2701" y="2523"/>
                    <a:pt x="1" y="6784"/>
                    <a:pt x="1" y="6784"/>
                  </a:cubicBezTo>
                  <a:lnTo>
                    <a:pt x="3530" y="15181"/>
                  </a:lnTo>
                  <a:lnTo>
                    <a:pt x="7619" y="11387"/>
                  </a:lnTo>
                  <a:lnTo>
                    <a:pt x="11553" y="14011"/>
                  </a:lnTo>
                  <a:lnTo>
                    <a:pt x="13128" y="10497"/>
                  </a:lnTo>
                  <a:lnTo>
                    <a:pt x="15613" y="13955"/>
                  </a:lnTo>
                  <a:cubicBezTo>
                    <a:pt x="15613" y="13955"/>
                    <a:pt x="14365" y="6094"/>
                    <a:pt x="13525" y="4076"/>
                  </a:cubicBezTo>
                  <a:cubicBezTo>
                    <a:pt x="12729" y="2163"/>
                    <a:pt x="8938" y="0"/>
                    <a:pt x="757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686;p44">
              <a:extLst>
                <a:ext uri="{FF2B5EF4-FFF2-40B4-BE49-F238E27FC236}">
                  <a16:creationId xmlns:a16="http://schemas.microsoft.com/office/drawing/2014/main" id="{4623CCA9-95D1-430E-A964-CB11559B4765}"/>
                </a:ext>
              </a:extLst>
            </p:cNvPr>
            <p:cNvSpPr/>
            <p:nvPr/>
          </p:nvSpPr>
          <p:spPr>
            <a:xfrm>
              <a:off x="703163" y="2854411"/>
              <a:ext cx="239068" cy="232198"/>
            </a:xfrm>
            <a:custGeom>
              <a:avLst/>
              <a:gdLst/>
              <a:ahLst/>
              <a:cxnLst/>
              <a:rect l="l" t="t" r="r" b="b"/>
              <a:pathLst>
                <a:path w="16216" h="15750" extrusionOk="0">
                  <a:moveTo>
                    <a:pt x="7882" y="568"/>
                  </a:moveTo>
                  <a:cubicBezTo>
                    <a:pt x="9019" y="568"/>
                    <a:pt x="12793" y="2625"/>
                    <a:pt x="13561" y="4469"/>
                  </a:cubicBezTo>
                  <a:cubicBezTo>
                    <a:pt x="14183" y="5961"/>
                    <a:pt x="15047" y="10803"/>
                    <a:pt x="15433" y="13080"/>
                  </a:cubicBezTo>
                  <a:lnTo>
                    <a:pt x="13660" y="10614"/>
                  </a:lnTo>
                  <a:cubicBezTo>
                    <a:pt x="13605" y="10539"/>
                    <a:pt x="13519" y="10495"/>
                    <a:pt x="13427" y="10495"/>
                  </a:cubicBezTo>
                  <a:cubicBezTo>
                    <a:pt x="13417" y="10495"/>
                    <a:pt x="13408" y="10496"/>
                    <a:pt x="13399" y="10497"/>
                  </a:cubicBezTo>
                  <a:cubicBezTo>
                    <a:pt x="13298" y="10506"/>
                    <a:pt x="13210" y="10571"/>
                    <a:pt x="13168" y="10663"/>
                  </a:cubicBezTo>
                  <a:lnTo>
                    <a:pt x="11731" y="13870"/>
                  </a:lnTo>
                  <a:lnTo>
                    <a:pt x="8077" y="11434"/>
                  </a:lnTo>
                  <a:cubicBezTo>
                    <a:pt x="8029" y="11401"/>
                    <a:pt x="7973" y="11385"/>
                    <a:pt x="7918" y="11385"/>
                  </a:cubicBezTo>
                  <a:cubicBezTo>
                    <a:pt x="7848" y="11385"/>
                    <a:pt x="7778" y="11411"/>
                    <a:pt x="7724" y="11461"/>
                  </a:cubicBezTo>
                  <a:lnTo>
                    <a:pt x="3935" y="14978"/>
                  </a:lnTo>
                  <a:lnTo>
                    <a:pt x="622" y="7095"/>
                  </a:lnTo>
                  <a:cubicBezTo>
                    <a:pt x="1080" y="6370"/>
                    <a:pt x="3292" y="2876"/>
                    <a:pt x="3724" y="2131"/>
                  </a:cubicBezTo>
                  <a:cubicBezTo>
                    <a:pt x="4024" y="1616"/>
                    <a:pt x="4935" y="1514"/>
                    <a:pt x="5337" y="1514"/>
                  </a:cubicBezTo>
                  <a:cubicBezTo>
                    <a:pt x="5361" y="1514"/>
                    <a:pt x="5384" y="1514"/>
                    <a:pt x="5404" y="1515"/>
                  </a:cubicBezTo>
                  <a:cubicBezTo>
                    <a:pt x="5409" y="1515"/>
                    <a:pt x="5414" y="1515"/>
                    <a:pt x="5420" y="1515"/>
                  </a:cubicBezTo>
                  <a:cubicBezTo>
                    <a:pt x="5470" y="1515"/>
                    <a:pt x="5518" y="1501"/>
                    <a:pt x="5561" y="1475"/>
                  </a:cubicBezTo>
                  <a:cubicBezTo>
                    <a:pt x="5571" y="1469"/>
                    <a:pt x="6665" y="829"/>
                    <a:pt x="7740" y="582"/>
                  </a:cubicBezTo>
                  <a:cubicBezTo>
                    <a:pt x="7781" y="573"/>
                    <a:pt x="7829" y="568"/>
                    <a:pt x="7882" y="568"/>
                  </a:cubicBezTo>
                  <a:close/>
                  <a:moveTo>
                    <a:pt x="7861" y="1"/>
                  </a:moveTo>
                  <a:cubicBezTo>
                    <a:pt x="7770" y="1"/>
                    <a:pt x="7686" y="9"/>
                    <a:pt x="7613" y="26"/>
                  </a:cubicBezTo>
                  <a:cubicBezTo>
                    <a:pt x="6601" y="258"/>
                    <a:pt x="5613" y="789"/>
                    <a:pt x="5341" y="943"/>
                  </a:cubicBezTo>
                  <a:cubicBezTo>
                    <a:pt x="4994" y="943"/>
                    <a:pt x="3720" y="1004"/>
                    <a:pt x="3231" y="1844"/>
                  </a:cubicBezTo>
                  <a:cubicBezTo>
                    <a:pt x="2763" y="2648"/>
                    <a:pt x="87" y="6872"/>
                    <a:pt x="60" y="6916"/>
                  </a:cubicBezTo>
                  <a:cubicBezTo>
                    <a:pt x="10" y="6994"/>
                    <a:pt x="1" y="7093"/>
                    <a:pt x="37" y="7179"/>
                  </a:cubicBezTo>
                  <a:lnTo>
                    <a:pt x="3567" y="15575"/>
                  </a:lnTo>
                  <a:cubicBezTo>
                    <a:pt x="3603" y="15661"/>
                    <a:pt x="3679" y="15724"/>
                    <a:pt x="3770" y="15743"/>
                  </a:cubicBezTo>
                  <a:cubicBezTo>
                    <a:pt x="3790" y="15747"/>
                    <a:pt x="3809" y="15750"/>
                    <a:pt x="3830" y="15750"/>
                  </a:cubicBezTo>
                  <a:cubicBezTo>
                    <a:pt x="3902" y="15750"/>
                    <a:pt x="3971" y="15722"/>
                    <a:pt x="4024" y="15674"/>
                  </a:cubicBezTo>
                  <a:lnTo>
                    <a:pt x="7947" y="12034"/>
                  </a:lnTo>
                  <a:lnTo>
                    <a:pt x="11695" y="14533"/>
                  </a:lnTo>
                  <a:cubicBezTo>
                    <a:pt x="11744" y="14566"/>
                    <a:pt x="11799" y="14581"/>
                    <a:pt x="11853" y="14581"/>
                  </a:cubicBezTo>
                  <a:cubicBezTo>
                    <a:pt x="11961" y="14581"/>
                    <a:pt x="12066" y="14520"/>
                    <a:pt x="12114" y="14412"/>
                  </a:cubicBezTo>
                  <a:lnTo>
                    <a:pt x="13485" y="11350"/>
                  </a:lnTo>
                  <a:lnTo>
                    <a:pt x="15681" y="14405"/>
                  </a:lnTo>
                  <a:cubicBezTo>
                    <a:pt x="15736" y="14482"/>
                    <a:pt x="15823" y="14524"/>
                    <a:pt x="15913" y="14524"/>
                  </a:cubicBezTo>
                  <a:cubicBezTo>
                    <a:pt x="15949" y="14524"/>
                    <a:pt x="15986" y="14517"/>
                    <a:pt x="16021" y="14503"/>
                  </a:cubicBezTo>
                  <a:cubicBezTo>
                    <a:pt x="16144" y="14452"/>
                    <a:pt x="16216" y="14324"/>
                    <a:pt x="16195" y="14193"/>
                  </a:cubicBezTo>
                  <a:cubicBezTo>
                    <a:pt x="16144" y="13871"/>
                    <a:pt x="14932" y="6276"/>
                    <a:pt x="14088" y="4250"/>
                  </a:cubicBezTo>
                  <a:cubicBezTo>
                    <a:pt x="13253" y="2244"/>
                    <a:pt x="9374" y="1"/>
                    <a:pt x="78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87;p44">
              <a:extLst>
                <a:ext uri="{FF2B5EF4-FFF2-40B4-BE49-F238E27FC236}">
                  <a16:creationId xmlns:a16="http://schemas.microsoft.com/office/drawing/2014/main" id="{374CE8EF-B3A8-4CD9-AACA-4A4FDD610CBE}"/>
                </a:ext>
              </a:extLst>
            </p:cNvPr>
            <p:cNvSpPr/>
            <p:nvPr/>
          </p:nvSpPr>
          <p:spPr>
            <a:xfrm>
              <a:off x="775638" y="2785135"/>
              <a:ext cx="114580" cy="280038"/>
            </a:xfrm>
            <a:custGeom>
              <a:avLst/>
              <a:gdLst/>
              <a:ahLst/>
              <a:cxnLst/>
              <a:rect l="l" t="t" r="r" b="b"/>
              <a:pathLst>
                <a:path w="7772" h="18995" extrusionOk="0">
                  <a:moveTo>
                    <a:pt x="498" y="1"/>
                  </a:moveTo>
                  <a:cubicBezTo>
                    <a:pt x="498" y="1"/>
                    <a:pt x="1" y="5123"/>
                    <a:pt x="31" y="7234"/>
                  </a:cubicBezTo>
                  <a:cubicBezTo>
                    <a:pt x="61" y="9346"/>
                    <a:pt x="2407" y="14429"/>
                    <a:pt x="3068" y="15231"/>
                  </a:cubicBezTo>
                  <a:cubicBezTo>
                    <a:pt x="3729" y="16035"/>
                    <a:pt x="6937" y="18994"/>
                    <a:pt x="6937" y="18994"/>
                  </a:cubicBezTo>
                  <a:cubicBezTo>
                    <a:pt x="6937" y="18994"/>
                    <a:pt x="7362" y="14522"/>
                    <a:pt x="7501" y="12895"/>
                  </a:cubicBezTo>
                  <a:cubicBezTo>
                    <a:pt x="7640" y="11269"/>
                    <a:pt x="7772" y="9075"/>
                    <a:pt x="7772" y="9075"/>
                  </a:cubicBezTo>
                  <a:cubicBezTo>
                    <a:pt x="7772" y="9075"/>
                    <a:pt x="4320" y="6199"/>
                    <a:pt x="3237" y="4265"/>
                  </a:cubicBezTo>
                  <a:cubicBezTo>
                    <a:pt x="2155" y="2331"/>
                    <a:pt x="498" y="1"/>
                    <a:pt x="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688;p44">
              <a:extLst>
                <a:ext uri="{FF2B5EF4-FFF2-40B4-BE49-F238E27FC236}">
                  <a16:creationId xmlns:a16="http://schemas.microsoft.com/office/drawing/2014/main" id="{6121653B-A696-42C2-8144-BCC1255643F6}"/>
                </a:ext>
              </a:extLst>
            </p:cNvPr>
            <p:cNvSpPr/>
            <p:nvPr/>
          </p:nvSpPr>
          <p:spPr>
            <a:xfrm>
              <a:off x="771451" y="2780919"/>
              <a:ext cx="123057" cy="288456"/>
            </a:xfrm>
            <a:custGeom>
              <a:avLst/>
              <a:gdLst/>
              <a:ahLst/>
              <a:cxnLst/>
              <a:rect l="l" t="t" r="r" b="b"/>
              <a:pathLst>
                <a:path w="8347" h="19566" extrusionOk="0">
                  <a:moveTo>
                    <a:pt x="994" y="1092"/>
                  </a:moveTo>
                  <a:cubicBezTo>
                    <a:pt x="1560" y="1918"/>
                    <a:pt x="2551" y="3402"/>
                    <a:pt x="3272" y="4691"/>
                  </a:cubicBezTo>
                  <a:cubicBezTo>
                    <a:pt x="4270" y="6474"/>
                    <a:pt x="7149" y="8966"/>
                    <a:pt x="7762" y="9486"/>
                  </a:cubicBezTo>
                  <a:cubicBezTo>
                    <a:pt x="7731" y="9999"/>
                    <a:pt x="7618" y="11790"/>
                    <a:pt x="7500" y="13156"/>
                  </a:cubicBezTo>
                  <a:cubicBezTo>
                    <a:pt x="7392" y="14423"/>
                    <a:pt x="7111" y="17417"/>
                    <a:pt x="6992" y="18678"/>
                  </a:cubicBezTo>
                  <a:cubicBezTo>
                    <a:pt x="6100" y="17847"/>
                    <a:pt x="4070" y="15943"/>
                    <a:pt x="3572" y="15336"/>
                  </a:cubicBezTo>
                  <a:cubicBezTo>
                    <a:pt x="2973" y="14610"/>
                    <a:pt x="630" y="9570"/>
                    <a:pt x="600" y="7516"/>
                  </a:cubicBezTo>
                  <a:cubicBezTo>
                    <a:pt x="578" y="5936"/>
                    <a:pt x="858" y="2605"/>
                    <a:pt x="994" y="1092"/>
                  </a:cubicBezTo>
                  <a:close/>
                  <a:moveTo>
                    <a:pt x="783" y="1"/>
                  </a:moveTo>
                  <a:cubicBezTo>
                    <a:pt x="647" y="1"/>
                    <a:pt x="513" y="97"/>
                    <a:pt x="497" y="258"/>
                  </a:cubicBezTo>
                  <a:cubicBezTo>
                    <a:pt x="476" y="468"/>
                    <a:pt x="0" y="5422"/>
                    <a:pt x="29" y="7525"/>
                  </a:cubicBezTo>
                  <a:cubicBezTo>
                    <a:pt x="61" y="9784"/>
                    <a:pt x="2470" y="14897"/>
                    <a:pt x="3131" y="15699"/>
                  </a:cubicBezTo>
                  <a:cubicBezTo>
                    <a:pt x="3798" y="16508"/>
                    <a:pt x="6896" y="19369"/>
                    <a:pt x="7028" y="19490"/>
                  </a:cubicBezTo>
                  <a:cubicBezTo>
                    <a:pt x="7081" y="19539"/>
                    <a:pt x="7149" y="19566"/>
                    <a:pt x="7221" y="19566"/>
                  </a:cubicBezTo>
                  <a:cubicBezTo>
                    <a:pt x="7368" y="19566"/>
                    <a:pt x="7491" y="19454"/>
                    <a:pt x="7505" y="19307"/>
                  </a:cubicBezTo>
                  <a:cubicBezTo>
                    <a:pt x="7505" y="19307"/>
                    <a:pt x="7929" y="14833"/>
                    <a:pt x="8069" y="13206"/>
                  </a:cubicBezTo>
                  <a:cubicBezTo>
                    <a:pt x="8207" y="11595"/>
                    <a:pt x="8340" y="9400"/>
                    <a:pt x="8341" y="9378"/>
                  </a:cubicBezTo>
                  <a:cubicBezTo>
                    <a:pt x="8346" y="9287"/>
                    <a:pt x="8308" y="9199"/>
                    <a:pt x="8238" y="9141"/>
                  </a:cubicBezTo>
                  <a:cubicBezTo>
                    <a:pt x="8204" y="9113"/>
                    <a:pt x="4815" y="6278"/>
                    <a:pt x="3770" y="4412"/>
                  </a:cubicBezTo>
                  <a:cubicBezTo>
                    <a:pt x="2692" y="2487"/>
                    <a:pt x="1030" y="144"/>
                    <a:pt x="1013" y="121"/>
                  </a:cubicBezTo>
                  <a:cubicBezTo>
                    <a:pt x="954" y="39"/>
                    <a:pt x="868" y="1"/>
                    <a:pt x="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689;p44">
              <a:extLst>
                <a:ext uri="{FF2B5EF4-FFF2-40B4-BE49-F238E27FC236}">
                  <a16:creationId xmlns:a16="http://schemas.microsoft.com/office/drawing/2014/main" id="{874CDE12-E57E-4C1A-93C3-6EF814C3AD97}"/>
                </a:ext>
              </a:extLst>
            </p:cNvPr>
            <p:cNvSpPr/>
            <p:nvPr/>
          </p:nvSpPr>
          <p:spPr>
            <a:xfrm>
              <a:off x="672321" y="2516789"/>
              <a:ext cx="363836" cy="346690"/>
            </a:xfrm>
            <a:custGeom>
              <a:avLst/>
              <a:gdLst/>
              <a:ahLst/>
              <a:cxnLst/>
              <a:rect l="l" t="t" r="r" b="b"/>
              <a:pathLst>
                <a:path w="24679" h="23516" extrusionOk="0">
                  <a:moveTo>
                    <a:pt x="12855" y="1"/>
                  </a:moveTo>
                  <a:cubicBezTo>
                    <a:pt x="9343" y="1"/>
                    <a:pt x="4767" y="2121"/>
                    <a:pt x="2618" y="5683"/>
                  </a:cubicBezTo>
                  <a:cubicBezTo>
                    <a:pt x="0" y="10024"/>
                    <a:pt x="3578" y="16146"/>
                    <a:pt x="3675" y="17200"/>
                  </a:cubicBezTo>
                  <a:cubicBezTo>
                    <a:pt x="3770" y="18255"/>
                    <a:pt x="1585" y="18773"/>
                    <a:pt x="1597" y="19666"/>
                  </a:cubicBezTo>
                  <a:cubicBezTo>
                    <a:pt x="1610" y="20558"/>
                    <a:pt x="2214" y="23069"/>
                    <a:pt x="4980" y="23435"/>
                  </a:cubicBezTo>
                  <a:cubicBezTo>
                    <a:pt x="5399" y="23491"/>
                    <a:pt x="5773" y="23515"/>
                    <a:pt x="6107" y="23515"/>
                  </a:cubicBezTo>
                  <a:cubicBezTo>
                    <a:pt x="7976" y="23515"/>
                    <a:pt x="8581" y="22742"/>
                    <a:pt x="8782" y="22326"/>
                  </a:cubicBezTo>
                  <a:cubicBezTo>
                    <a:pt x="9018" y="21835"/>
                    <a:pt x="15484" y="13866"/>
                    <a:pt x="16449" y="13121"/>
                  </a:cubicBezTo>
                  <a:cubicBezTo>
                    <a:pt x="16805" y="12846"/>
                    <a:pt x="17318" y="12512"/>
                    <a:pt x="17823" y="12200"/>
                  </a:cubicBezTo>
                  <a:cubicBezTo>
                    <a:pt x="18213" y="13954"/>
                    <a:pt x="19644" y="15835"/>
                    <a:pt x="20173" y="15835"/>
                  </a:cubicBezTo>
                  <a:cubicBezTo>
                    <a:pt x="20191" y="15835"/>
                    <a:pt x="20207" y="15833"/>
                    <a:pt x="20222" y="15829"/>
                  </a:cubicBezTo>
                  <a:cubicBezTo>
                    <a:pt x="20870" y="15658"/>
                    <a:pt x="24180" y="14312"/>
                    <a:pt x="24460" y="11059"/>
                  </a:cubicBezTo>
                  <a:cubicBezTo>
                    <a:pt x="24678" y="8503"/>
                    <a:pt x="22356" y="6840"/>
                    <a:pt x="21351" y="6243"/>
                  </a:cubicBezTo>
                  <a:cubicBezTo>
                    <a:pt x="20747" y="3784"/>
                    <a:pt x="18073" y="1345"/>
                    <a:pt x="14968" y="311"/>
                  </a:cubicBezTo>
                  <a:cubicBezTo>
                    <a:pt x="14339" y="102"/>
                    <a:pt x="13622" y="1"/>
                    <a:pt x="128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690;p44">
              <a:extLst>
                <a:ext uri="{FF2B5EF4-FFF2-40B4-BE49-F238E27FC236}">
                  <a16:creationId xmlns:a16="http://schemas.microsoft.com/office/drawing/2014/main" id="{25492659-655A-484A-A367-D7710B6BB219}"/>
                </a:ext>
              </a:extLst>
            </p:cNvPr>
            <p:cNvSpPr/>
            <p:nvPr/>
          </p:nvSpPr>
          <p:spPr>
            <a:xfrm>
              <a:off x="675874" y="2512248"/>
              <a:ext cx="364573" cy="355432"/>
            </a:xfrm>
            <a:custGeom>
              <a:avLst/>
              <a:gdLst/>
              <a:ahLst/>
              <a:cxnLst/>
              <a:rect l="l" t="t" r="r" b="b"/>
              <a:pathLst>
                <a:path w="24729" h="24109" extrusionOk="0">
                  <a:moveTo>
                    <a:pt x="12620" y="596"/>
                  </a:moveTo>
                  <a:cubicBezTo>
                    <a:pt x="13357" y="596"/>
                    <a:pt x="14041" y="691"/>
                    <a:pt x="14637" y="890"/>
                  </a:cubicBezTo>
                  <a:cubicBezTo>
                    <a:pt x="17708" y="1913"/>
                    <a:pt x="20256" y="4269"/>
                    <a:pt x="20832" y="6619"/>
                  </a:cubicBezTo>
                  <a:cubicBezTo>
                    <a:pt x="20851" y="6694"/>
                    <a:pt x="20898" y="6757"/>
                    <a:pt x="20964" y="6798"/>
                  </a:cubicBezTo>
                  <a:cubicBezTo>
                    <a:pt x="21925" y="7367"/>
                    <a:pt x="24139" y="8950"/>
                    <a:pt x="23934" y="11343"/>
                  </a:cubicBezTo>
                  <a:cubicBezTo>
                    <a:pt x="23644" y="14724"/>
                    <a:pt x="19945" y="15853"/>
                    <a:pt x="19938" y="15859"/>
                  </a:cubicBezTo>
                  <a:cubicBezTo>
                    <a:pt x="19615" y="15816"/>
                    <a:pt x="18248" y="14186"/>
                    <a:pt x="17860" y="12447"/>
                  </a:cubicBezTo>
                  <a:cubicBezTo>
                    <a:pt x="17829" y="12309"/>
                    <a:pt x="17708" y="12223"/>
                    <a:pt x="17580" y="12223"/>
                  </a:cubicBezTo>
                  <a:cubicBezTo>
                    <a:pt x="17530" y="12223"/>
                    <a:pt x="17478" y="12237"/>
                    <a:pt x="17431" y="12266"/>
                  </a:cubicBezTo>
                  <a:cubicBezTo>
                    <a:pt x="16821" y="12643"/>
                    <a:pt x="16351" y="12959"/>
                    <a:pt x="16033" y="13204"/>
                  </a:cubicBezTo>
                  <a:cubicBezTo>
                    <a:pt x="15094" y="13928"/>
                    <a:pt x="8577" y="21902"/>
                    <a:pt x="8283" y="22510"/>
                  </a:cubicBezTo>
                  <a:cubicBezTo>
                    <a:pt x="8084" y="22925"/>
                    <a:pt x="7511" y="23539"/>
                    <a:pt x="5877" y="23539"/>
                  </a:cubicBezTo>
                  <a:cubicBezTo>
                    <a:pt x="5554" y="23539"/>
                    <a:pt x="5189" y="23515"/>
                    <a:pt x="4777" y="23460"/>
                  </a:cubicBezTo>
                  <a:cubicBezTo>
                    <a:pt x="2241" y="23123"/>
                    <a:pt x="1654" y="20826"/>
                    <a:pt x="1642" y="19970"/>
                  </a:cubicBezTo>
                  <a:cubicBezTo>
                    <a:pt x="1639" y="19699"/>
                    <a:pt x="2098" y="19379"/>
                    <a:pt x="2503" y="19097"/>
                  </a:cubicBezTo>
                  <a:cubicBezTo>
                    <a:pt x="3103" y="18678"/>
                    <a:pt x="3784" y="18204"/>
                    <a:pt x="3719" y="17482"/>
                  </a:cubicBezTo>
                  <a:cubicBezTo>
                    <a:pt x="3694" y="17217"/>
                    <a:pt x="3520" y="16774"/>
                    <a:pt x="3256" y="16104"/>
                  </a:cubicBezTo>
                  <a:cubicBezTo>
                    <a:pt x="2340" y="13773"/>
                    <a:pt x="634" y="9433"/>
                    <a:pt x="2622" y="6139"/>
                  </a:cubicBezTo>
                  <a:cubicBezTo>
                    <a:pt x="4736" y="2634"/>
                    <a:pt x="9233" y="596"/>
                    <a:pt x="12620" y="596"/>
                  </a:cubicBezTo>
                  <a:close/>
                  <a:moveTo>
                    <a:pt x="12549" y="0"/>
                  </a:moveTo>
                  <a:cubicBezTo>
                    <a:pt x="8568" y="0"/>
                    <a:pt x="3979" y="2784"/>
                    <a:pt x="2132" y="5843"/>
                  </a:cubicBezTo>
                  <a:cubicBezTo>
                    <a:pt x="1" y="9380"/>
                    <a:pt x="1840" y="14062"/>
                    <a:pt x="2725" y="16312"/>
                  </a:cubicBezTo>
                  <a:cubicBezTo>
                    <a:pt x="2943" y="16869"/>
                    <a:pt x="3133" y="17351"/>
                    <a:pt x="3149" y="17534"/>
                  </a:cubicBezTo>
                  <a:cubicBezTo>
                    <a:pt x="3185" y="17925"/>
                    <a:pt x="2672" y="18282"/>
                    <a:pt x="2176" y="18628"/>
                  </a:cubicBezTo>
                  <a:cubicBezTo>
                    <a:pt x="1629" y="19010"/>
                    <a:pt x="1063" y="19404"/>
                    <a:pt x="1071" y="19978"/>
                  </a:cubicBezTo>
                  <a:cubicBezTo>
                    <a:pt x="1084" y="20972"/>
                    <a:pt x="1764" y="23636"/>
                    <a:pt x="4701" y="24026"/>
                  </a:cubicBezTo>
                  <a:cubicBezTo>
                    <a:pt x="5086" y="24079"/>
                    <a:pt x="5474" y="24106"/>
                    <a:pt x="5863" y="24108"/>
                  </a:cubicBezTo>
                  <a:cubicBezTo>
                    <a:pt x="7819" y="24108"/>
                    <a:pt x="8538" y="23298"/>
                    <a:pt x="8797" y="22759"/>
                  </a:cubicBezTo>
                  <a:cubicBezTo>
                    <a:pt x="9005" y="22361"/>
                    <a:pt x="15382" y="14428"/>
                    <a:pt x="16382" y="13655"/>
                  </a:cubicBezTo>
                  <a:cubicBezTo>
                    <a:pt x="16626" y="13467"/>
                    <a:pt x="16969" y="13233"/>
                    <a:pt x="17403" y="12956"/>
                  </a:cubicBezTo>
                  <a:cubicBezTo>
                    <a:pt x="17833" y="14391"/>
                    <a:pt x="18854" y="15882"/>
                    <a:pt x="19546" y="16303"/>
                  </a:cubicBezTo>
                  <a:cubicBezTo>
                    <a:pt x="19684" y="16387"/>
                    <a:pt x="19814" y="16430"/>
                    <a:pt x="19932" y="16430"/>
                  </a:cubicBezTo>
                  <a:cubicBezTo>
                    <a:pt x="19974" y="16430"/>
                    <a:pt x="20015" y="16424"/>
                    <a:pt x="20054" y="16413"/>
                  </a:cubicBezTo>
                  <a:cubicBezTo>
                    <a:pt x="21120" y="16132"/>
                    <a:pt x="24227" y="14602"/>
                    <a:pt x="24502" y="11392"/>
                  </a:cubicBezTo>
                  <a:cubicBezTo>
                    <a:pt x="24729" y="8761"/>
                    <a:pt x="22456" y="7040"/>
                    <a:pt x="21356" y="6367"/>
                  </a:cubicBezTo>
                  <a:cubicBezTo>
                    <a:pt x="20683" y="3875"/>
                    <a:pt x="18014" y="1413"/>
                    <a:pt x="14817" y="348"/>
                  </a:cubicBezTo>
                  <a:cubicBezTo>
                    <a:pt x="14102" y="110"/>
                    <a:pt x="13338" y="0"/>
                    <a:pt x="12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691;p44">
              <a:extLst>
                <a:ext uri="{FF2B5EF4-FFF2-40B4-BE49-F238E27FC236}">
                  <a16:creationId xmlns:a16="http://schemas.microsoft.com/office/drawing/2014/main" id="{BB8F0C6E-96CB-4080-9387-112FE6BE6A31}"/>
                </a:ext>
              </a:extLst>
            </p:cNvPr>
            <p:cNvSpPr/>
            <p:nvPr/>
          </p:nvSpPr>
          <p:spPr>
            <a:xfrm>
              <a:off x="899374" y="2580551"/>
              <a:ext cx="85729" cy="82471"/>
            </a:xfrm>
            <a:custGeom>
              <a:avLst/>
              <a:gdLst/>
              <a:ahLst/>
              <a:cxnLst/>
              <a:rect l="l" t="t" r="r" b="b"/>
              <a:pathLst>
                <a:path w="5815" h="5594" extrusionOk="0">
                  <a:moveTo>
                    <a:pt x="3183" y="0"/>
                  </a:moveTo>
                  <a:cubicBezTo>
                    <a:pt x="3136" y="0"/>
                    <a:pt x="3091" y="3"/>
                    <a:pt x="3049" y="9"/>
                  </a:cubicBezTo>
                  <a:cubicBezTo>
                    <a:pt x="1566" y="201"/>
                    <a:pt x="207" y="3693"/>
                    <a:pt x="56" y="4090"/>
                  </a:cubicBezTo>
                  <a:cubicBezTo>
                    <a:pt x="1" y="4238"/>
                    <a:pt x="75" y="4403"/>
                    <a:pt x="222" y="4459"/>
                  </a:cubicBezTo>
                  <a:cubicBezTo>
                    <a:pt x="256" y="4471"/>
                    <a:pt x="290" y="4477"/>
                    <a:pt x="323" y="4477"/>
                  </a:cubicBezTo>
                  <a:cubicBezTo>
                    <a:pt x="439" y="4477"/>
                    <a:pt x="547" y="4407"/>
                    <a:pt x="591" y="4292"/>
                  </a:cubicBezTo>
                  <a:cubicBezTo>
                    <a:pt x="1112" y="2915"/>
                    <a:pt x="2260" y="686"/>
                    <a:pt x="3123" y="574"/>
                  </a:cubicBezTo>
                  <a:cubicBezTo>
                    <a:pt x="3138" y="572"/>
                    <a:pt x="3160" y="570"/>
                    <a:pt x="3187" y="570"/>
                  </a:cubicBezTo>
                  <a:cubicBezTo>
                    <a:pt x="3298" y="570"/>
                    <a:pt x="3498" y="615"/>
                    <a:pt x="3736" y="949"/>
                  </a:cubicBezTo>
                  <a:cubicBezTo>
                    <a:pt x="5162" y="2949"/>
                    <a:pt x="4281" y="5177"/>
                    <a:pt x="4271" y="5199"/>
                  </a:cubicBezTo>
                  <a:cubicBezTo>
                    <a:pt x="4194" y="5387"/>
                    <a:pt x="4333" y="5594"/>
                    <a:pt x="4536" y="5594"/>
                  </a:cubicBezTo>
                  <a:cubicBezTo>
                    <a:pt x="4651" y="5594"/>
                    <a:pt x="4756" y="5523"/>
                    <a:pt x="4799" y="5416"/>
                  </a:cubicBezTo>
                  <a:cubicBezTo>
                    <a:pt x="4842" y="5313"/>
                    <a:pt x="5815" y="2880"/>
                    <a:pt x="4201" y="617"/>
                  </a:cubicBezTo>
                  <a:cubicBezTo>
                    <a:pt x="3849" y="124"/>
                    <a:pt x="3473" y="0"/>
                    <a:pt x="3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692;p44">
              <a:extLst>
                <a:ext uri="{FF2B5EF4-FFF2-40B4-BE49-F238E27FC236}">
                  <a16:creationId xmlns:a16="http://schemas.microsoft.com/office/drawing/2014/main" id="{060BC22A-39A3-4949-88D3-F09F02B2CB5F}"/>
                </a:ext>
              </a:extLst>
            </p:cNvPr>
            <p:cNvSpPr/>
            <p:nvPr/>
          </p:nvSpPr>
          <p:spPr>
            <a:xfrm>
              <a:off x="724761" y="2714842"/>
              <a:ext cx="21834" cy="11765"/>
            </a:xfrm>
            <a:custGeom>
              <a:avLst/>
              <a:gdLst/>
              <a:ahLst/>
              <a:cxnLst/>
              <a:rect l="l" t="t" r="r" b="b"/>
              <a:pathLst>
                <a:path w="1481" h="798" extrusionOk="0">
                  <a:moveTo>
                    <a:pt x="323" y="1"/>
                  </a:moveTo>
                  <a:cubicBezTo>
                    <a:pt x="208" y="1"/>
                    <a:pt x="100" y="70"/>
                    <a:pt x="57" y="184"/>
                  </a:cubicBezTo>
                  <a:cubicBezTo>
                    <a:pt x="0" y="331"/>
                    <a:pt x="74" y="496"/>
                    <a:pt x="221" y="553"/>
                  </a:cubicBezTo>
                  <a:cubicBezTo>
                    <a:pt x="494" y="657"/>
                    <a:pt x="802" y="737"/>
                    <a:pt x="1136" y="793"/>
                  </a:cubicBezTo>
                  <a:cubicBezTo>
                    <a:pt x="1152" y="796"/>
                    <a:pt x="1168" y="797"/>
                    <a:pt x="1183" y="797"/>
                  </a:cubicBezTo>
                  <a:cubicBezTo>
                    <a:pt x="1332" y="797"/>
                    <a:pt x="1456" y="683"/>
                    <a:pt x="1468" y="534"/>
                  </a:cubicBezTo>
                  <a:cubicBezTo>
                    <a:pt x="1481" y="386"/>
                    <a:pt x="1377" y="254"/>
                    <a:pt x="1230" y="230"/>
                  </a:cubicBezTo>
                  <a:cubicBezTo>
                    <a:pt x="932" y="181"/>
                    <a:pt x="661" y="110"/>
                    <a:pt x="425" y="20"/>
                  </a:cubicBezTo>
                  <a:cubicBezTo>
                    <a:pt x="392" y="7"/>
                    <a:pt x="357" y="1"/>
                    <a:pt x="3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693;p44">
              <a:extLst>
                <a:ext uri="{FF2B5EF4-FFF2-40B4-BE49-F238E27FC236}">
                  <a16:creationId xmlns:a16="http://schemas.microsoft.com/office/drawing/2014/main" id="{628375AC-6771-49FA-B509-C8A18C45402E}"/>
                </a:ext>
              </a:extLst>
            </p:cNvPr>
            <p:cNvSpPr/>
            <p:nvPr/>
          </p:nvSpPr>
          <p:spPr>
            <a:xfrm>
              <a:off x="764508" y="2591284"/>
              <a:ext cx="133879" cy="135810"/>
            </a:xfrm>
            <a:custGeom>
              <a:avLst/>
              <a:gdLst/>
              <a:ahLst/>
              <a:cxnLst/>
              <a:rect l="l" t="t" r="r" b="b"/>
              <a:pathLst>
                <a:path w="9081" h="9212" extrusionOk="0">
                  <a:moveTo>
                    <a:pt x="8755" y="1"/>
                  </a:moveTo>
                  <a:cubicBezTo>
                    <a:pt x="8657" y="1"/>
                    <a:pt x="8562" y="51"/>
                    <a:pt x="8509" y="141"/>
                  </a:cubicBezTo>
                  <a:cubicBezTo>
                    <a:pt x="8489" y="175"/>
                    <a:pt x="6526" y="3545"/>
                    <a:pt x="4582" y="6215"/>
                  </a:cubicBezTo>
                  <a:cubicBezTo>
                    <a:pt x="3244" y="8052"/>
                    <a:pt x="1303" y="8525"/>
                    <a:pt x="263" y="8643"/>
                  </a:cubicBezTo>
                  <a:cubicBezTo>
                    <a:pt x="112" y="8659"/>
                    <a:pt x="0" y="8791"/>
                    <a:pt x="9" y="8942"/>
                  </a:cubicBezTo>
                  <a:cubicBezTo>
                    <a:pt x="18" y="9094"/>
                    <a:pt x="143" y="9212"/>
                    <a:pt x="294" y="9212"/>
                  </a:cubicBezTo>
                  <a:cubicBezTo>
                    <a:pt x="295" y="9212"/>
                    <a:pt x="295" y="9212"/>
                    <a:pt x="296" y="9212"/>
                  </a:cubicBezTo>
                  <a:cubicBezTo>
                    <a:pt x="307" y="9212"/>
                    <a:pt x="318" y="9211"/>
                    <a:pt x="329" y="9210"/>
                  </a:cubicBezTo>
                  <a:cubicBezTo>
                    <a:pt x="1460" y="9081"/>
                    <a:pt x="3578" y="8564"/>
                    <a:pt x="5044" y="6551"/>
                  </a:cubicBezTo>
                  <a:cubicBezTo>
                    <a:pt x="7006" y="3857"/>
                    <a:pt x="8983" y="462"/>
                    <a:pt x="9003" y="428"/>
                  </a:cubicBezTo>
                  <a:cubicBezTo>
                    <a:pt x="9080" y="292"/>
                    <a:pt x="9035" y="118"/>
                    <a:pt x="8899" y="40"/>
                  </a:cubicBezTo>
                  <a:cubicBezTo>
                    <a:pt x="8853" y="13"/>
                    <a:pt x="8804" y="1"/>
                    <a:pt x="87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694;p44">
              <a:extLst>
                <a:ext uri="{FF2B5EF4-FFF2-40B4-BE49-F238E27FC236}">
                  <a16:creationId xmlns:a16="http://schemas.microsoft.com/office/drawing/2014/main" id="{87D5B30F-08FC-4510-AF1B-23E630C583AE}"/>
                </a:ext>
              </a:extLst>
            </p:cNvPr>
            <p:cNvSpPr/>
            <p:nvPr/>
          </p:nvSpPr>
          <p:spPr>
            <a:xfrm>
              <a:off x="883408" y="2548662"/>
              <a:ext cx="33776" cy="10615"/>
            </a:xfrm>
            <a:custGeom>
              <a:avLst/>
              <a:gdLst/>
              <a:ahLst/>
              <a:cxnLst/>
              <a:rect l="l" t="t" r="r" b="b"/>
              <a:pathLst>
                <a:path w="2291" h="720" extrusionOk="0">
                  <a:moveTo>
                    <a:pt x="1540" y="0"/>
                  </a:moveTo>
                  <a:cubicBezTo>
                    <a:pt x="1092" y="0"/>
                    <a:pt x="654" y="52"/>
                    <a:pt x="234" y="156"/>
                  </a:cubicBezTo>
                  <a:cubicBezTo>
                    <a:pt x="93" y="191"/>
                    <a:pt x="1" y="325"/>
                    <a:pt x="17" y="468"/>
                  </a:cubicBezTo>
                  <a:cubicBezTo>
                    <a:pt x="35" y="612"/>
                    <a:pt x="156" y="719"/>
                    <a:pt x="301" y="719"/>
                  </a:cubicBezTo>
                  <a:cubicBezTo>
                    <a:pt x="325" y="719"/>
                    <a:pt x="348" y="716"/>
                    <a:pt x="371" y="711"/>
                  </a:cubicBezTo>
                  <a:cubicBezTo>
                    <a:pt x="747" y="617"/>
                    <a:pt x="1128" y="570"/>
                    <a:pt x="1524" y="570"/>
                  </a:cubicBezTo>
                  <a:cubicBezTo>
                    <a:pt x="1670" y="570"/>
                    <a:pt x="1819" y="576"/>
                    <a:pt x="1970" y="589"/>
                  </a:cubicBezTo>
                  <a:cubicBezTo>
                    <a:pt x="1977" y="590"/>
                    <a:pt x="1985" y="590"/>
                    <a:pt x="1992" y="590"/>
                  </a:cubicBezTo>
                  <a:cubicBezTo>
                    <a:pt x="2140" y="590"/>
                    <a:pt x="2266" y="477"/>
                    <a:pt x="2277" y="327"/>
                  </a:cubicBezTo>
                  <a:cubicBezTo>
                    <a:pt x="2290" y="169"/>
                    <a:pt x="2173" y="32"/>
                    <a:pt x="2016" y="19"/>
                  </a:cubicBezTo>
                  <a:cubicBezTo>
                    <a:pt x="1856" y="7"/>
                    <a:pt x="1697" y="0"/>
                    <a:pt x="15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695;p44">
              <a:extLst>
                <a:ext uri="{FF2B5EF4-FFF2-40B4-BE49-F238E27FC236}">
                  <a16:creationId xmlns:a16="http://schemas.microsoft.com/office/drawing/2014/main" id="{7664092B-EB1E-4194-B635-50CA3B448218}"/>
                </a:ext>
              </a:extLst>
            </p:cNvPr>
            <p:cNvSpPr/>
            <p:nvPr/>
          </p:nvSpPr>
          <p:spPr>
            <a:xfrm>
              <a:off x="704416" y="2562005"/>
              <a:ext cx="162878" cy="97435"/>
            </a:xfrm>
            <a:custGeom>
              <a:avLst/>
              <a:gdLst/>
              <a:ahLst/>
              <a:cxnLst/>
              <a:rect l="l" t="t" r="r" b="b"/>
              <a:pathLst>
                <a:path w="11048" h="6609" extrusionOk="0">
                  <a:moveTo>
                    <a:pt x="10721" y="1"/>
                  </a:moveTo>
                  <a:cubicBezTo>
                    <a:pt x="10667" y="1"/>
                    <a:pt x="10613" y="16"/>
                    <a:pt x="10566" y="47"/>
                  </a:cubicBezTo>
                  <a:cubicBezTo>
                    <a:pt x="9578" y="674"/>
                    <a:pt x="8720" y="1527"/>
                    <a:pt x="7810" y="2429"/>
                  </a:cubicBezTo>
                  <a:cubicBezTo>
                    <a:pt x="7223" y="3013"/>
                    <a:pt x="6617" y="3616"/>
                    <a:pt x="5965" y="4160"/>
                  </a:cubicBezTo>
                  <a:cubicBezTo>
                    <a:pt x="3921" y="5869"/>
                    <a:pt x="1514" y="6034"/>
                    <a:pt x="652" y="6034"/>
                  </a:cubicBezTo>
                  <a:cubicBezTo>
                    <a:pt x="448" y="6034"/>
                    <a:pt x="330" y="6024"/>
                    <a:pt x="325" y="6024"/>
                  </a:cubicBezTo>
                  <a:cubicBezTo>
                    <a:pt x="316" y="6023"/>
                    <a:pt x="307" y="6023"/>
                    <a:pt x="299" y="6023"/>
                  </a:cubicBezTo>
                  <a:cubicBezTo>
                    <a:pt x="153" y="6023"/>
                    <a:pt x="28" y="6134"/>
                    <a:pt x="15" y="6283"/>
                  </a:cubicBezTo>
                  <a:cubicBezTo>
                    <a:pt x="1" y="6440"/>
                    <a:pt x="116" y="6579"/>
                    <a:pt x="274" y="6593"/>
                  </a:cubicBezTo>
                  <a:cubicBezTo>
                    <a:pt x="301" y="6595"/>
                    <a:pt x="453" y="6608"/>
                    <a:pt x="702" y="6608"/>
                  </a:cubicBezTo>
                  <a:cubicBezTo>
                    <a:pt x="1684" y="6608"/>
                    <a:pt x="4164" y="6410"/>
                    <a:pt x="6330" y="4598"/>
                  </a:cubicBezTo>
                  <a:cubicBezTo>
                    <a:pt x="7001" y="4038"/>
                    <a:pt x="7616" y="3426"/>
                    <a:pt x="8212" y="2835"/>
                  </a:cubicBezTo>
                  <a:cubicBezTo>
                    <a:pt x="9099" y="1954"/>
                    <a:pt x="9936" y="1123"/>
                    <a:pt x="10871" y="529"/>
                  </a:cubicBezTo>
                  <a:cubicBezTo>
                    <a:pt x="11006" y="445"/>
                    <a:pt x="11047" y="267"/>
                    <a:pt x="10961" y="133"/>
                  </a:cubicBezTo>
                  <a:cubicBezTo>
                    <a:pt x="10907" y="48"/>
                    <a:pt x="10815" y="1"/>
                    <a:pt x="107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696;p44">
              <a:extLst>
                <a:ext uri="{FF2B5EF4-FFF2-40B4-BE49-F238E27FC236}">
                  <a16:creationId xmlns:a16="http://schemas.microsoft.com/office/drawing/2014/main" id="{749CDE58-0FFE-4AC7-A592-61046447A6C2}"/>
                </a:ext>
              </a:extLst>
            </p:cNvPr>
            <p:cNvSpPr/>
            <p:nvPr/>
          </p:nvSpPr>
          <p:spPr>
            <a:xfrm>
              <a:off x="966851" y="2670850"/>
              <a:ext cx="47472" cy="61094"/>
            </a:xfrm>
            <a:custGeom>
              <a:avLst/>
              <a:gdLst/>
              <a:ahLst/>
              <a:cxnLst/>
              <a:rect l="l" t="t" r="r" b="b"/>
              <a:pathLst>
                <a:path w="3220" h="4144" extrusionOk="0">
                  <a:moveTo>
                    <a:pt x="1089" y="1"/>
                  </a:moveTo>
                  <a:cubicBezTo>
                    <a:pt x="640" y="1"/>
                    <a:pt x="289" y="66"/>
                    <a:pt x="257" y="72"/>
                  </a:cubicBezTo>
                  <a:cubicBezTo>
                    <a:pt x="103" y="102"/>
                    <a:pt x="1" y="251"/>
                    <a:pt x="30" y="406"/>
                  </a:cubicBezTo>
                  <a:cubicBezTo>
                    <a:pt x="56" y="543"/>
                    <a:pt x="175" y="638"/>
                    <a:pt x="309" y="638"/>
                  </a:cubicBezTo>
                  <a:cubicBezTo>
                    <a:pt x="327" y="638"/>
                    <a:pt x="345" y="637"/>
                    <a:pt x="364" y="633"/>
                  </a:cubicBezTo>
                  <a:cubicBezTo>
                    <a:pt x="520" y="604"/>
                    <a:pt x="789" y="572"/>
                    <a:pt x="1088" y="572"/>
                  </a:cubicBezTo>
                  <a:cubicBezTo>
                    <a:pt x="1545" y="572"/>
                    <a:pt x="2070" y="647"/>
                    <a:pt x="2356" y="923"/>
                  </a:cubicBezTo>
                  <a:cubicBezTo>
                    <a:pt x="2557" y="1117"/>
                    <a:pt x="2626" y="1399"/>
                    <a:pt x="2567" y="1785"/>
                  </a:cubicBezTo>
                  <a:cubicBezTo>
                    <a:pt x="2310" y="3480"/>
                    <a:pt x="1692" y="3573"/>
                    <a:pt x="1700" y="3573"/>
                  </a:cubicBezTo>
                  <a:cubicBezTo>
                    <a:pt x="1542" y="3574"/>
                    <a:pt x="1415" y="3702"/>
                    <a:pt x="1416" y="3860"/>
                  </a:cubicBezTo>
                  <a:cubicBezTo>
                    <a:pt x="1417" y="4016"/>
                    <a:pt x="1544" y="4143"/>
                    <a:pt x="1701" y="4143"/>
                  </a:cubicBezTo>
                  <a:cubicBezTo>
                    <a:pt x="1702" y="4143"/>
                    <a:pt x="1702" y="4143"/>
                    <a:pt x="1703" y="4143"/>
                  </a:cubicBezTo>
                  <a:lnTo>
                    <a:pt x="1707" y="4143"/>
                  </a:lnTo>
                  <a:cubicBezTo>
                    <a:pt x="1818" y="4141"/>
                    <a:pt x="2798" y="4065"/>
                    <a:pt x="3133" y="1871"/>
                  </a:cubicBezTo>
                  <a:cubicBezTo>
                    <a:pt x="3220" y="1296"/>
                    <a:pt x="3091" y="838"/>
                    <a:pt x="2752" y="511"/>
                  </a:cubicBezTo>
                  <a:cubicBezTo>
                    <a:pt x="2322" y="97"/>
                    <a:pt x="1634" y="1"/>
                    <a:pt x="10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697;p44">
              <a:extLst>
                <a:ext uri="{FF2B5EF4-FFF2-40B4-BE49-F238E27FC236}">
                  <a16:creationId xmlns:a16="http://schemas.microsoft.com/office/drawing/2014/main" id="{43EEE059-D481-41F2-8C43-C5AA86ACE939}"/>
                </a:ext>
              </a:extLst>
            </p:cNvPr>
            <p:cNvSpPr/>
            <p:nvPr/>
          </p:nvSpPr>
          <p:spPr>
            <a:xfrm>
              <a:off x="762208" y="2652333"/>
              <a:ext cx="223293" cy="296093"/>
            </a:xfrm>
            <a:custGeom>
              <a:avLst/>
              <a:gdLst/>
              <a:ahLst/>
              <a:cxnLst/>
              <a:rect l="l" t="t" r="r" b="b"/>
              <a:pathLst>
                <a:path w="15146" h="20084" extrusionOk="0">
                  <a:moveTo>
                    <a:pt x="10475" y="0"/>
                  </a:moveTo>
                  <a:cubicBezTo>
                    <a:pt x="9881" y="0"/>
                    <a:pt x="9352" y="179"/>
                    <a:pt x="9005" y="536"/>
                  </a:cubicBezTo>
                  <a:cubicBezTo>
                    <a:pt x="8044" y="1524"/>
                    <a:pt x="6963" y="5520"/>
                    <a:pt x="4138" y="6695"/>
                  </a:cubicBezTo>
                  <a:cubicBezTo>
                    <a:pt x="3332" y="7030"/>
                    <a:pt x="2648" y="7127"/>
                    <a:pt x="2083" y="7127"/>
                  </a:cubicBezTo>
                  <a:cubicBezTo>
                    <a:pt x="1322" y="7127"/>
                    <a:pt x="776" y="6952"/>
                    <a:pt x="435" y="6952"/>
                  </a:cubicBezTo>
                  <a:cubicBezTo>
                    <a:pt x="141" y="6952"/>
                    <a:pt x="1" y="7082"/>
                    <a:pt x="7" y="7566"/>
                  </a:cubicBezTo>
                  <a:cubicBezTo>
                    <a:pt x="28" y="9028"/>
                    <a:pt x="1065" y="13480"/>
                    <a:pt x="2716" y="15324"/>
                  </a:cubicBezTo>
                  <a:cubicBezTo>
                    <a:pt x="4366" y="17169"/>
                    <a:pt x="6513" y="19656"/>
                    <a:pt x="8060" y="19959"/>
                  </a:cubicBezTo>
                  <a:cubicBezTo>
                    <a:pt x="8493" y="20044"/>
                    <a:pt x="8996" y="20083"/>
                    <a:pt x="9499" y="20083"/>
                  </a:cubicBezTo>
                  <a:cubicBezTo>
                    <a:pt x="10791" y="20083"/>
                    <a:pt x="12083" y="19824"/>
                    <a:pt x="12194" y="19414"/>
                  </a:cubicBezTo>
                  <a:cubicBezTo>
                    <a:pt x="12349" y="18843"/>
                    <a:pt x="13746" y="14276"/>
                    <a:pt x="14446" y="12073"/>
                  </a:cubicBezTo>
                  <a:cubicBezTo>
                    <a:pt x="15146" y="9871"/>
                    <a:pt x="14759" y="5490"/>
                    <a:pt x="14759" y="5490"/>
                  </a:cubicBezTo>
                  <a:cubicBezTo>
                    <a:pt x="14759" y="5490"/>
                    <a:pt x="14762" y="5370"/>
                    <a:pt x="14749" y="5161"/>
                  </a:cubicBezTo>
                  <a:cubicBezTo>
                    <a:pt x="14708" y="4517"/>
                    <a:pt x="14509" y="3028"/>
                    <a:pt x="13568" y="1690"/>
                  </a:cubicBezTo>
                  <a:cubicBezTo>
                    <a:pt x="12774" y="560"/>
                    <a:pt x="11524" y="0"/>
                    <a:pt x="104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698;p44">
              <a:extLst>
                <a:ext uri="{FF2B5EF4-FFF2-40B4-BE49-F238E27FC236}">
                  <a16:creationId xmlns:a16="http://schemas.microsoft.com/office/drawing/2014/main" id="{D4B621ED-DD40-4A81-BF5D-D5A40C04822C}"/>
                </a:ext>
              </a:extLst>
            </p:cNvPr>
            <p:cNvSpPr/>
            <p:nvPr/>
          </p:nvSpPr>
          <p:spPr>
            <a:xfrm>
              <a:off x="758050" y="2648117"/>
              <a:ext cx="231402" cy="304466"/>
            </a:xfrm>
            <a:custGeom>
              <a:avLst/>
              <a:gdLst/>
              <a:ahLst/>
              <a:cxnLst/>
              <a:rect l="l" t="t" r="r" b="b"/>
              <a:pathLst>
                <a:path w="15696" h="20652" extrusionOk="0">
                  <a:moveTo>
                    <a:pt x="10760" y="571"/>
                  </a:moveTo>
                  <a:cubicBezTo>
                    <a:pt x="10831" y="571"/>
                    <a:pt x="10904" y="574"/>
                    <a:pt x="10978" y="580"/>
                  </a:cubicBezTo>
                  <a:cubicBezTo>
                    <a:pt x="11986" y="660"/>
                    <a:pt x="12997" y="1257"/>
                    <a:pt x="13617" y="2140"/>
                  </a:cubicBezTo>
                  <a:cubicBezTo>
                    <a:pt x="14528" y="3436"/>
                    <a:pt x="14709" y="4897"/>
                    <a:pt x="14745" y="5466"/>
                  </a:cubicBezTo>
                  <a:cubicBezTo>
                    <a:pt x="14757" y="5653"/>
                    <a:pt x="14755" y="5762"/>
                    <a:pt x="14755" y="5769"/>
                  </a:cubicBezTo>
                  <a:cubicBezTo>
                    <a:pt x="14755" y="5780"/>
                    <a:pt x="14756" y="5791"/>
                    <a:pt x="14756" y="5802"/>
                  </a:cubicBezTo>
                  <a:cubicBezTo>
                    <a:pt x="14760" y="5844"/>
                    <a:pt x="15130" y="10148"/>
                    <a:pt x="14456" y="12272"/>
                  </a:cubicBezTo>
                  <a:cubicBezTo>
                    <a:pt x="13754" y="14480"/>
                    <a:pt x="12357" y="19047"/>
                    <a:pt x="12202" y="19618"/>
                  </a:cubicBezTo>
                  <a:cubicBezTo>
                    <a:pt x="12085" y="19838"/>
                    <a:pt x="10975" y="20086"/>
                    <a:pt x="9764" y="20086"/>
                  </a:cubicBezTo>
                  <a:cubicBezTo>
                    <a:pt x="9307" y="20086"/>
                    <a:pt x="8834" y="20051"/>
                    <a:pt x="8396" y="19965"/>
                  </a:cubicBezTo>
                  <a:cubicBezTo>
                    <a:pt x="7028" y="19697"/>
                    <a:pt x="5063" y="17496"/>
                    <a:pt x="3485" y="15727"/>
                  </a:cubicBezTo>
                  <a:lnTo>
                    <a:pt x="3211" y="15420"/>
                  </a:lnTo>
                  <a:cubicBezTo>
                    <a:pt x="1611" y="13632"/>
                    <a:pt x="595" y="9284"/>
                    <a:pt x="574" y="7848"/>
                  </a:cubicBezTo>
                  <a:cubicBezTo>
                    <a:pt x="571" y="7589"/>
                    <a:pt x="617" y="7537"/>
                    <a:pt x="617" y="7537"/>
                  </a:cubicBezTo>
                  <a:cubicBezTo>
                    <a:pt x="632" y="7527"/>
                    <a:pt x="664" y="7523"/>
                    <a:pt x="705" y="7523"/>
                  </a:cubicBezTo>
                  <a:cubicBezTo>
                    <a:pt x="823" y="7523"/>
                    <a:pt x="1022" y="7556"/>
                    <a:pt x="1180" y="7581"/>
                  </a:cubicBezTo>
                  <a:cubicBezTo>
                    <a:pt x="1484" y="7632"/>
                    <a:pt x="1880" y="7697"/>
                    <a:pt x="2361" y="7697"/>
                  </a:cubicBezTo>
                  <a:cubicBezTo>
                    <a:pt x="2957" y="7697"/>
                    <a:pt x="3683" y="7597"/>
                    <a:pt x="4529" y="7245"/>
                  </a:cubicBezTo>
                  <a:cubicBezTo>
                    <a:pt x="6574" y="6393"/>
                    <a:pt x="7723" y="4181"/>
                    <a:pt x="8563" y="2566"/>
                  </a:cubicBezTo>
                  <a:cubicBezTo>
                    <a:pt x="8917" y="1885"/>
                    <a:pt x="9222" y="1298"/>
                    <a:pt x="9491" y="1021"/>
                  </a:cubicBezTo>
                  <a:cubicBezTo>
                    <a:pt x="9773" y="730"/>
                    <a:pt x="10228" y="571"/>
                    <a:pt x="10760" y="571"/>
                  </a:cubicBezTo>
                  <a:close/>
                  <a:moveTo>
                    <a:pt x="10755" y="0"/>
                  </a:moveTo>
                  <a:cubicBezTo>
                    <a:pt x="10069" y="0"/>
                    <a:pt x="9471" y="222"/>
                    <a:pt x="9081" y="622"/>
                  </a:cubicBezTo>
                  <a:cubicBezTo>
                    <a:pt x="8754" y="959"/>
                    <a:pt x="8446" y="1552"/>
                    <a:pt x="8056" y="2303"/>
                  </a:cubicBezTo>
                  <a:cubicBezTo>
                    <a:pt x="7258" y="3840"/>
                    <a:pt x="6163" y="5946"/>
                    <a:pt x="4309" y="6718"/>
                  </a:cubicBezTo>
                  <a:cubicBezTo>
                    <a:pt x="3547" y="7035"/>
                    <a:pt x="2901" y="7127"/>
                    <a:pt x="2365" y="7127"/>
                  </a:cubicBezTo>
                  <a:cubicBezTo>
                    <a:pt x="1930" y="7127"/>
                    <a:pt x="1567" y="7067"/>
                    <a:pt x="1272" y="7018"/>
                  </a:cubicBezTo>
                  <a:cubicBezTo>
                    <a:pt x="1066" y="6984"/>
                    <a:pt x="881" y="6953"/>
                    <a:pt x="716" y="6953"/>
                  </a:cubicBezTo>
                  <a:cubicBezTo>
                    <a:pt x="533" y="6953"/>
                    <a:pt x="376" y="6991"/>
                    <a:pt x="245" y="7104"/>
                  </a:cubicBezTo>
                  <a:cubicBezTo>
                    <a:pt x="24" y="7293"/>
                    <a:pt x="0" y="7605"/>
                    <a:pt x="4" y="7855"/>
                  </a:cubicBezTo>
                  <a:cubicBezTo>
                    <a:pt x="24" y="9282"/>
                    <a:pt x="1023" y="13831"/>
                    <a:pt x="2784" y="15800"/>
                  </a:cubicBezTo>
                  <a:lnTo>
                    <a:pt x="3058" y="16107"/>
                  </a:lnTo>
                  <a:cubicBezTo>
                    <a:pt x="4693" y="17940"/>
                    <a:pt x="6730" y="20220"/>
                    <a:pt x="8286" y="20526"/>
                  </a:cubicBezTo>
                  <a:cubicBezTo>
                    <a:pt x="8700" y="20606"/>
                    <a:pt x="9241" y="20652"/>
                    <a:pt x="9804" y="20652"/>
                  </a:cubicBezTo>
                  <a:cubicBezTo>
                    <a:pt x="11133" y="20652"/>
                    <a:pt x="12582" y="20401"/>
                    <a:pt x="12751" y="19775"/>
                  </a:cubicBezTo>
                  <a:cubicBezTo>
                    <a:pt x="12907" y="19201"/>
                    <a:pt x="14299" y="14650"/>
                    <a:pt x="15000" y="12445"/>
                  </a:cubicBezTo>
                  <a:cubicBezTo>
                    <a:pt x="15695" y="10257"/>
                    <a:pt x="15355" y="6096"/>
                    <a:pt x="15327" y="5766"/>
                  </a:cubicBezTo>
                  <a:cubicBezTo>
                    <a:pt x="15327" y="5723"/>
                    <a:pt x="15327" y="5607"/>
                    <a:pt x="15316" y="5430"/>
                  </a:cubicBezTo>
                  <a:cubicBezTo>
                    <a:pt x="15277" y="4813"/>
                    <a:pt x="15078" y="3227"/>
                    <a:pt x="14084" y="1812"/>
                  </a:cubicBezTo>
                  <a:cubicBezTo>
                    <a:pt x="13358" y="779"/>
                    <a:pt x="12214" y="106"/>
                    <a:pt x="11024" y="11"/>
                  </a:cubicBezTo>
                  <a:cubicBezTo>
                    <a:pt x="10933" y="4"/>
                    <a:pt x="10843" y="0"/>
                    <a:pt x="107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699;p44">
              <a:extLst>
                <a:ext uri="{FF2B5EF4-FFF2-40B4-BE49-F238E27FC236}">
                  <a16:creationId xmlns:a16="http://schemas.microsoft.com/office/drawing/2014/main" id="{0146BB0D-F24F-4FA4-9D9A-9FE8DDF36FAF}"/>
                </a:ext>
              </a:extLst>
            </p:cNvPr>
            <p:cNvSpPr/>
            <p:nvPr/>
          </p:nvSpPr>
          <p:spPr>
            <a:xfrm>
              <a:off x="732074" y="2740008"/>
              <a:ext cx="51246" cy="75792"/>
            </a:xfrm>
            <a:custGeom>
              <a:avLst/>
              <a:gdLst/>
              <a:ahLst/>
              <a:cxnLst/>
              <a:rect l="l" t="t" r="r" b="b"/>
              <a:pathLst>
                <a:path w="3476" h="5141" extrusionOk="0">
                  <a:moveTo>
                    <a:pt x="1481" y="1"/>
                  </a:moveTo>
                  <a:cubicBezTo>
                    <a:pt x="1448" y="1"/>
                    <a:pt x="1413" y="2"/>
                    <a:pt x="1379" y="5"/>
                  </a:cubicBezTo>
                  <a:cubicBezTo>
                    <a:pt x="0" y="105"/>
                    <a:pt x="117" y="2702"/>
                    <a:pt x="1034" y="4313"/>
                  </a:cubicBezTo>
                  <a:cubicBezTo>
                    <a:pt x="1394" y="4948"/>
                    <a:pt x="1850" y="5140"/>
                    <a:pt x="2269" y="5140"/>
                  </a:cubicBezTo>
                  <a:cubicBezTo>
                    <a:pt x="2915" y="5140"/>
                    <a:pt x="3476" y="4685"/>
                    <a:pt x="3476" y="4685"/>
                  </a:cubicBezTo>
                  <a:lnTo>
                    <a:pt x="2948" y="1849"/>
                  </a:lnTo>
                  <a:cubicBezTo>
                    <a:pt x="2948" y="1849"/>
                    <a:pt x="2768" y="1"/>
                    <a:pt x="14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00;p44">
              <a:extLst>
                <a:ext uri="{FF2B5EF4-FFF2-40B4-BE49-F238E27FC236}">
                  <a16:creationId xmlns:a16="http://schemas.microsoft.com/office/drawing/2014/main" id="{9E45703A-B044-40D0-AF5A-6E0CDA859526}"/>
                </a:ext>
              </a:extLst>
            </p:cNvPr>
            <p:cNvSpPr/>
            <p:nvPr/>
          </p:nvSpPr>
          <p:spPr>
            <a:xfrm>
              <a:off x="729700" y="2735806"/>
              <a:ext cx="58352" cy="84210"/>
            </a:xfrm>
            <a:custGeom>
              <a:avLst/>
              <a:gdLst/>
              <a:ahLst/>
              <a:cxnLst/>
              <a:rect l="l" t="t" r="r" b="b"/>
              <a:pathLst>
                <a:path w="3958" h="5712" extrusionOk="0">
                  <a:moveTo>
                    <a:pt x="1643" y="0"/>
                  </a:moveTo>
                  <a:cubicBezTo>
                    <a:pt x="1602" y="0"/>
                    <a:pt x="1561" y="2"/>
                    <a:pt x="1519" y="5"/>
                  </a:cubicBezTo>
                  <a:cubicBezTo>
                    <a:pt x="1072" y="37"/>
                    <a:pt x="718" y="278"/>
                    <a:pt x="492" y="700"/>
                  </a:cubicBezTo>
                  <a:cubicBezTo>
                    <a:pt x="0" y="1621"/>
                    <a:pt x="203" y="3434"/>
                    <a:pt x="947" y="4739"/>
                  </a:cubicBezTo>
                  <a:cubicBezTo>
                    <a:pt x="1250" y="5274"/>
                    <a:pt x="1653" y="5593"/>
                    <a:pt x="2140" y="5684"/>
                  </a:cubicBezTo>
                  <a:cubicBezTo>
                    <a:pt x="2235" y="5701"/>
                    <a:pt x="2332" y="5711"/>
                    <a:pt x="2429" y="5711"/>
                  </a:cubicBezTo>
                  <a:cubicBezTo>
                    <a:pt x="3168" y="5711"/>
                    <a:pt x="3788" y="5215"/>
                    <a:pt x="3816" y="5191"/>
                  </a:cubicBezTo>
                  <a:cubicBezTo>
                    <a:pt x="3939" y="5091"/>
                    <a:pt x="3957" y="4912"/>
                    <a:pt x="3857" y="4789"/>
                  </a:cubicBezTo>
                  <a:cubicBezTo>
                    <a:pt x="3801" y="4720"/>
                    <a:pt x="3719" y="4683"/>
                    <a:pt x="3636" y="4683"/>
                  </a:cubicBezTo>
                  <a:cubicBezTo>
                    <a:pt x="3573" y="4683"/>
                    <a:pt x="3509" y="4705"/>
                    <a:pt x="3456" y="4748"/>
                  </a:cubicBezTo>
                  <a:cubicBezTo>
                    <a:pt x="3450" y="4752"/>
                    <a:pt x="2959" y="5140"/>
                    <a:pt x="2431" y="5140"/>
                  </a:cubicBezTo>
                  <a:cubicBezTo>
                    <a:pt x="2369" y="5140"/>
                    <a:pt x="2307" y="5135"/>
                    <a:pt x="2245" y="5123"/>
                  </a:cubicBezTo>
                  <a:cubicBezTo>
                    <a:pt x="1930" y="5063"/>
                    <a:pt x="1660" y="4839"/>
                    <a:pt x="1443" y="4457"/>
                  </a:cubicBezTo>
                  <a:cubicBezTo>
                    <a:pt x="797" y="3320"/>
                    <a:pt x="592" y="1723"/>
                    <a:pt x="995" y="968"/>
                  </a:cubicBezTo>
                  <a:cubicBezTo>
                    <a:pt x="1127" y="721"/>
                    <a:pt x="1312" y="592"/>
                    <a:pt x="1560" y="573"/>
                  </a:cubicBezTo>
                  <a:cubicBezTo>
                    <a:pt x="1585" y="572"/>
                    <a:pt x="1610" y="571"/>
                    <a:pt x="1634" y="571"/>
                  </a:cubicBezTo>
                  <a:cubicBezTo>
                    <a:pt x="2648" y="571"/>
                    <a:pt x="2818" y="2097"/>
                    <a:pt x="2825" y="2163"/>
                  </a:cubicBezTo>
                  <a:cubicBezTo>
                    <a:pt x="2840" y="2308"/>
                    <a:pt x="2964" y="2422"/>
                    <a:pt x="3102" y="2422"/>
                  </a:cubicBezTo>
                  <a:cubicBezTo>
                    <a:pt x="3114" y="2422"/>
                    <a:pt x="3125" y="2421"/>
                    <a:pt x="3137" y="2419"/>
                  </a:cubicBezTo>
                  <a:cubicBezTo>
                    <a:pt x="3293" y="2403"/>
                    <a:pt x="3408" y="2264"/>
                    <a:pt x="3393" y="2107"/>
                  </a:cubicBezTo>
                  <a:cubicBezTo>
                    <a:pt x="3320" y="1363"/>
                    <a:pt x="2861" y="0"/>
                    <a:pt x="16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01;p44">
              <a:extLst>
                <a:ext uri="{FF2B5EF4-FFF2-40B4-BE49-F238E27FC236}">
                  <a16:creationId xmlns:a16="http://schemas.microsoft.com/office/drawing/2014/main" id="{1891CBD2-5C1E-40A8-96A9-4ED79FB7572D}"/>
                </a:ext>
              </a:extLst>
            </p:cNvPr>
            <p:cNvSpPr/>
            <p:nvPr/>
          </p:nvSpPr>
          <p:spPr>
            <a:xfrm>
              <a:off x="841907" y="2747733"/>
              <a:ext cx="51865" cy="20360"/>
            </a:xfrm>
            <a:custGeom>
              <a:avLst/>
              <a:gdLst/>
              <a:ahLst/>
              <a:cxnLst/>
              <a:rect l="l" t="t" r="r" b="b"/>
              <a:pathLst>
                <a:path w="3518" h="1381" extrusionOk="0">
                  <a:moveTo>
                    <a:pt x="2224" y="0"/>
                  </a:moveTo>
                  <a:cubicBezTo>
                    <a:pt x="1537" y="0"/>
                    <a:pt x="672" y="175"/>
                    <a:pt x="135" y="930"/>
                  </a:cubicBezTo>
                  <a:cubicBezTo>
                    <a:pt x="0" y="1118"/>
                    <a:pt x="135" y="1380"/>
                    <a:pt x="368" y="1381"/>
                  </a:cubicBezTo>
                  <a:cubicBezTo>
                    <a:pt x="460" y="1381"/>
                    <a:pt x="546" y="1336"/>
                    <a:pt x="600" y="1260"/>
                  </a:cubicBezTo>
                  <a:cubicBezTo>
                    <a:pt x="996" y="705"/>
                    <a:pt x="1673" y="573"/>
                    <a:pt x="2227" y="573"/>
                  </a:cubicBezTo>
                  <a:cubicBezTo>
                    <a:pt x="2721" y="573"/>
                    <a:pt x="3116" y="678"/>
                    <a:pt x="3125" y="681"/>
                  </a:cubicBezTo>
                  <a:cubicBezTo>
                    <a:pt x="3150" y="688"/>
                    <a:pt x="3175" y="691"/>
                    <a:pt x="3200" y="691"/>
                  </a:cubicBezTo>
                  <a:cubicBezTo>
                    <a:pt x="3325" y="691"/>
                    <a:pt x="3440" y="608"/>
                    <a:pt x="3476" y="481"/>
                  </a:cubicBezTo>
                  <a:cubicBezTo>
                    <a:pt x="3517" y="329"/>
                    <a:pt x="3428" y="172"/>
                    <a:pt x="3277" y="130"/>
                  </a:cubicBezTo>
                  <a:cubicBezTo>
                    <a:pt x="3237" y="119"/>
                    <a:pt x="2791" y="0"/>
                    <a:pt x="2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02;p44">
              <a:extLst>
                <a:ext uri="{FF2B5EF4-FFF2-40B4-BE49-F238E27FC236}">
                  <a16:creationId xmlns:a16="http://schemas.microsoft.com/office/drawing/2014/main" id="{0FA0E0B7-51B3-4D62-B432-EA5DEF70CE5A}"/>
                </a:ext>
              </a:extLst>
            </p:cNvPr>
            <p:cNvSpPr/>
            <p:nvPr/>
          </p:nvSpPr>
          <p:spPr>
            <a:xfrm>
              <a:off x="933341" y="2744446"/>
              <a:ext cx="36046" cy="14124"/>
            </a:xfrm>
            <a:custGeom>
              <a:avLst/>
              <a:gdLst/>
              <a:ahLst/>
              <a:cxnLst/>
              <a:rect l="l" t="t" r="r" b="b"/>
              <a:pathLst>
                <a:path w="2445" h="958" extrusionOk="0">
                  <a:moveTo>
                    <a:pt x="1237" y="1"/>
                  </a:moveTo>
                  <a:cubicBezTo>
                    <a:pt x="602" y="1"/>
                    <a:pt x="0" y="423"/>
                    <a:pt x="0" y="423"/>
                  </a:cubicBezTo>
                  <a:lnTo>
                    <a:pt x="2444" y="957"/>
                  </a:lnTo>
                  <a:cubicBezTo>
                    <a:pt x="2163" y="217"/>
                    <a:pt x="1691" y="1"/>
                    <a:pt x="12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03;p44">
              <a:extLst>
                <a:ext uri="{FF2B5EF4-FFF2-40B4-BE49-F238E27FC236}">
                  <a16:creationId xmlns:a16="http://schemas.microsoft.com/office/drawing/2014/main" id="{D3BD9102-5DD0-4FEE-B5F6-7022A01E939C}"/>
                </a:ext>
              </a:extLst>
            </p:cNvPr>
            <p:cNvSpPr/>
            <p:nvPr/>
          </p:nvSpPr>
          <p:spPr>
            <a:xfrm>
              <a:off x="928550" y="2740244"/>
              <a:ext cx="45820" cy="22527"/>
            </a:xfrm>
            <a:custGeom>
              <a:avLst/>
              <a:gdLst/>
              <a:ahLst/>
              <a:cxnLst/>
              <a:rect l="l" t="t" r="r" b="b"/>
              <a:pathLst>
                <a:path w="3108" h="1528" extrusionOk="0">
                  <a:moveTo>
                    <a:pt x="1565" y="0"/>
                  </a:moveTo>
                  <a:cubicBezTo>
                    <a:pt x="846" y="0"/>
                    <a:pt x="194" y="452"/>
                    <a:pt x="161" y="474"/>
                  </a:cubicBezTo>
                  <a:cubicBezTo>
                    <a:pt x="32" y="566"/>
                    <a:pt x="0" y="743"/>
                    <a:pt x="92" y="872"/>
                  </a:cubicBezTo>
                  <a:cubicBezTo>
                    <a:pt x="147" y="952"/>
                    <a:pt x="235" y="994"/>
                    <a:pt x="325" y="994"/>
                  </a:cubicBezTo>
                  <a:cubicBezTo>
                    <a:pt x="382" y="994"/>
                    <a:pt x="439" y="977"/>
                    <a:pt x="488" y="942"/>
                  </a:cubicBezTo>
                  <a:cubicBezTo>
                    <a:pt x="495" y="938"/>
                    <a:pt x="1030" y="570"/>
                    <a:pt x="1559" y="570"/>
                  </a:cubicBezTo>
                  <a:cubicBezTo>
                    <a:pt x="1655" y="570"/>
                    <a:pt x="1751" y="583"/>
                    <a:pt x="1844" y="611"/>
                  </a:cubicBezTo>
                  <a:cubicBezTo>
                    <a:pt x="2130" y="700"/>
                    <a:pt x="2352" y="946"/>
                    <a:pt x="2503" y="1344"/>
                  </a:cubicBezTo>
                  <a:cubicBezTo>
                    <a:pt x="2544" y="1455"/>
                    <a:pt x="2651" y="1528"/>
                    <a:pt x="2769" y="1528"/>
                  </a:cubicBezTo>
                  <a:cubicBezTo>
                    <a:pt x="2969" y="1528"/>
                    <a:pt x="3107" y="1328"/>
                    <a:pt x="3036" y="1141"/>
                  </a:cubicBezTo>
                  <a:cubicBezTo>
                    <a:pt x="2819" y="569"/>
                    <a:pt x="2474" y="207"/>
                    <a:pt x="2010" y="65"/>
                  </a:cubicBezTo>
                  <a:cubicBezTo>
                    <a:pt x="1862" y="19"/>
                    <a:pt x="1712" y="0"/>
                    <a:pt x="1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04;p44">
              <a:extLst>
                <a:ext uri="{FF2B5EF4-FFF2-40B4-BE49-F238E27FC236}">
                  <a16:creationId xmlns:a16="http://schemas.microsoft.com/office/drawing/2014/main" id="{BB6D2258-BB4C-4EC7-BE69-6EAAF947EFAF}"/>
                </a:ext>
              </a:extLst>
            </p:cNvPr>
            <p:cNvSpPr/>
            <p:nvPr/>
          </p:nvSpPr>
          <p:spPr>
            <a:xfrm>
              <a:off x="891472" y="2768108"/>
              <a:ext cx="45806" cy="78652"/>
            </a:xfrm>
            <a:custGeom>
              <a:avLst/>
              <a:gdLst/>
              <a:ahLst/>
              <a:cxnLst/>
              <a:rect l="l" t="t" r="r" b="b"/>
              <a:pathLst>
                <a:path w="3107" h="5335" extrusionOk="0">
                  <a:moveTo>
                    <a:pt x="2448" y="0"/>
                  </a:moveTo>
                  <a:cubicBezTo>
                    <a:pt x="2440" y="0"/>
                    <a:pt x="2433" y="1"/>
                    <a:pt x="2426" y="1"/>
                  </a:cubicBezTo>
                  <a:cubicBezTo>
                    <a:pt x="2270" y="17"/>
                    <a:pt x="2154" y="157"/>
                    <a:pt x="2171" y="314"/>
                  </a:cubicBezTo>
                  <a:cubicBezTo>
                    <a:pt x="2349" y="2111"/>
                    <a:pt x="2487" y="4134"/>
                    <a:pt x="2411" y="4402"/>
                  </a:cubicBezTo>
                  <a:cubicBezTo>
                    <a:pt x="2391" y="4444"/>
                    <a:pt x="2225" y="4589"/>
                    <a:pt x="1865" y="4687"/>
                  </a:cubicBezTo>
                  <a:cubicBezTo>
                    <a:pt x="1696" y="4733"/>
                    <a:pt x="1497" y="4763"/>
                    <a:pt x="1293" y="4763"/>
                  </a:cubicBezTo>
                  <a:cubicBezTo>
                    <a:pt x="1010" y="4763"/>
                    <a:pt x="718" y="4704"/>
                    <a:pt x="486" y="4546"/>
                  </a:cubicBezTo>
                  <a:cubicBezTo>
                    <a:pt x="437" y="4513"/>
                    <a:pt x="381" y="4497"/>
                    <a:pt x="326" y="4497"/>
                  </a:cubicBezTo>
                  <a:cubicBezTo>
                    <a:pt x="234" y="4497"/>
                    <a:pt x="145" y="4541"/>
                    <a:pt x="90" y="4622"/>
                  </a:cubicBezTo>
                  <a:cubicBezTo>
                    <a:pt x="1" y="4753"/>
                    <a:pt x="34" y="4930"/>
                    <a:pt x="165" y="5018"/>
                  </a:cubicBezTo>
                  <a:cubicBezTo>
                    <a:pt x="503" y="5249"/>
                    <a:pt x="906" y="5335"/>
                    <a:pt x="1293" y="5335"/>
                  </a:cubicBezTo>
                  <a:cubicBezTo>
                    <a:pt x="1572" y="5333"/>
                    <a:pt x="1847" y="5291"/>
                    <a:pt x="2112" y="5210"/>
                  </a:cubicBezTo>
                  <a:cubicBezTo>
                    <a:pt x="2317" y="5145"/>
                    <a:pt x="2810" y="4957"/>
                    <a:pt x="2944" y="4607"/>
                  </a:cubicBezTo>
                  <a:cubicBezTo>
                    <a:pt x="3107" y="4182"/>
                    <a:pt x="2854" y="1424"/>
                    <a:pt x="2739" y="258"/>
                  </a:cubicBezTo>
                  <a:cubicBezTo>
                    <a:pt x="2725" y="107"/>
                    <a:pt x="2596" y="0"/>
                    <a:pt x="24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05;p44">
              <a:extLst>
                <a:ext uri="{FF2B5EF4-FFF2-40B4-BE49-F238E27FC236}">
                  <a16:creationId xmlns:a16="http://schemas.microsoft.com/office/drawing/2014/main" id="{91F7E841-E57F-44B3-A72F-BBEC0540E409}"/>
                </a:ext>
              </a:extLst>
            </p:cNvPr>
            <p:cNvSpPr/>
            <p:nvPr/>
          </p:nvSpPr>
          <p:spPr>
            <a:xfrm>
              <a:off x="837720" y="2842337"/>
              <a:ext cx="54902" cy="32935"/>
            </a:xfrm>
            <a:custGeom>
              <a:avLst/>
              <a:gdLst/>
              <a:ahLst/>
              <a:cxnLst/>
              <a:rect l="l" t="t" r="r" b="b"/>
              <a:pathLst>
                <a:path w="3724" h="2234" extrusionOk="0">
                  <a:moveTo>
                    <a:pt x="324" y="0"/>
                  </a:moveTo>
                  <a:cubicBezTo>
                    <a:pt x="287" y="0"/>
                    <a:pt x="250" y="7"/>
                    <a:pt x="214" y="22"/>
                  </a:cubicBezTo>
                  <a:cubicBezTo>
                    <a:pt x="68" y="83"/>
                    <a:pt x="0" y="251"/>
                    <a:pt x="61" y="396"/>
                  </a:cubicBezTo>
                  <a:cubicBezTo>
                    <a:pt x="92" y="469"/>
                    <a:pt x="835" y="2184"/>
                    <a:pt x="3428" y="2234"/>
                  </a:cubicBezTo>
                  <a:lnTo>
                    <a:pt x="3434" y="2234"/>
                  </a:lnTo>
                  <a:lnTo>
                    <a:pt x="3434" y="2233"/>
                  </a:lnTo>
                  <a:cubicBezTo>
                    <a:pt x="3435" y="2233"/>
                    <a:pt x="3436" y="2233"/>
                    <a:pt x="3438" y="2233"/>
                  </a:cubicBezTo>
                  <a:cubicBezTo>
                    <a:pt x="3593" y="2233"/>
                    <a:pt x="3721" y="2107"/>
                    <a:pt x="3722" y="1951"/>
                  </a:cubicBezTo>
                  <a:cubicBezTo>
                    <a:pt x="3724" y="1793"/>
                    <a:pt x="3597" y="1664"/>
                    <a:pt x="3439" y="1662"/>
                  </a:cubicBezTo>
                  <a:cubicBezTo>
                    <a:pt x="1235" y="1619"/>
                    <a:pt x="614" y="235"/>
                    <a:pt x="588" y="175"/>
                  </a:cubicBezTo>
                  <a:cubicBezTo>
                    <a:pt x="542" y="66"/>
                    <a:pt x="436" y="0"/>
                    <a:pt x="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06;p44">
              <a:extLst>
                <a:ext uri="{FF2B5EF4-FFF2-40B4-BE49-F238E27FC236}">
                  <a16:creationId xmlns:a16="http://schemas.microsoft.com/office/drawing/2014/main" id="{B2502759-692B-4DC4-A482-79DB23B9FCB5}"/>
                </a:ext>
              </a:extLst>
            </p:cNvPr>
            <p:cNvSpPr/>
            <p:nvPr/>
          </p:nvSpPr>
          <p:spPr>
            <a:xfrm>
              <a:off x="867913" y="2775435"/>
              <a:ext cx="14581" cy="26375"/>
            </a:xfrm>
            <a:custGeom>
              <a:avLst/>
              <a:gdLst/>
              <a:ahLst/>
              <a:cxnLst/>
              <a:rect l="l" t="t" r="r" b="b"/>
              <a:pathLst>
                <a:path w="989" h="1789" extrusionOk="0">
                  <a:moveTo>
                    <a:pt x="486" y="1"/>
                  </a:moveTo>
                  <a:cubicBezTo>
                    <a:pt x="484" y="1"/>
                    <a:pt x="483" y="1"/>
                    <a:pt x="482" y="1"/>
                  </a:cubicBezTo>
                  <a:cubicBezTo>
                    <a:pt x="214" y="5"/>
                    <a:pt x="1" y="409"/>
                    <a:pt x="8" y="901"/>
                  </a:cubicBezTo>
                  <a:cubicBezTo>
                    <a:pt x="15" y="1393"/>
                    <a:pt x="237" y="1788"/>
                    <a:pt x="504" y="1788"/>
                  </a:cubicBezTo>
                  <a:cubicBezTo>
                    <a:pt x="505" y="1788"/>
                    <a:pt x="506" y="1788"/>
                    <a:pt x="507" y="1788"/>
                  </a:cubicBezTo>
                  <a:cubicBezTo>
                    <a:pt x="777" y="1784"/>
                    <a:pt x="989" y="1382"/>
                    <a:pt x="982" y="888"/>
                  </a:cubicBezTo>
                  <a:cubicBezTo>
                    <a:pt x="976" y="396"/>
                    <a:pt x="754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07;p44">
              <a:extLst>
                <a:ext uri="{FF2B5EF4-FFF2-40B4-BE49-F238E27FC236}">
                  <a16:creationId xmlns:a16="http://schemas.microsoft.com/office/drawing/2014/main" id="{BD977204-D675-437E-9FE0-35EDF2F1A154}"/>
                </a:ext>
              </a:extLst>
            </p:cNvPr>
            <p:cNvSpPr/>
            <p:nvPr/>
          </p:nvSpPr>
          <p:spPr>
            <a:xfrm>
              <a:off x="936083" y="2769700"/>
              <a:ext cx="14581" cy="26345"/>
            </a:xfrm>
            <a:custGeom>
              <a:avLst/>
              <a:gdLst/>
              <a:ahLst/>
              <a:cxnLst/>
              <a:rect l="l" t="t" r="r" b="b"/>
              <a:pathLst>
                <a:path w="989" h="1787" extrusionOk="0">
                  <a:moveTo>
                    <a:pt x="485" y="1"/>
                  </a:moveTo>
                  <a:cubicBezTo>
                    <a:pt x="484" y="1"/>
                    <a:pt x="483" y="1"/>
                    <a:pt x="482" y="1"/>
                  </a:cubicBezTo>
                  <a:cubicBezTo>
                    <a:pt x="213" y="4"/>
                    <a:pt x="0" y="407"/>
                    <a:pt x="8" y="901"/>
                  </a:cubicBezTo>
                  <a:cubicBezTo>
                    <a:pt x="14" y="1391"/>
                    <a:pt x="236" y="1787"/>
                    <a:pt x="504" y="1787"/>
                  </a:cubicBezTo>
                  <a:cubicBezTo>
                    <a:pt x="505" y="1787"/>
                    <a:pt x="506" y="1787"/>
                    <a:pt x="507" y="1787"/>
                  </a:cubicBezTo>
                  <a:cubicBezTo>
                    <a:pt x="776" y="1782"/>
                    <a:pt x="988" y="1380"/>
                    <a:pt x="982" y="887"/>
                  </a:cubicBezTo>
                  <a:cubicBezTo>
                    <a:pt x="975" y="395"/>
                    <a:pt x="753" y="1"/>
                    <a:pt x="4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08;p44">
              <a:extLst>
                <a:ext uri="{FF2B5EF4-FFF2-40B4-BE49-F238E27FC236}">
                  <a16:creationId xmlns:a16="http://schemas.microsoft.com/office/drawing/2014/main" id="{D7CDCF78-E40C-449D-934E-3AFCF4EDD1E7}"/>
                </a:ext>
              </a:extLst>
            </p:cNvPr>
            <p:cNvSpPr/>
            <p:nvPr/>
          </p:nvSpPr>
          <p:spPr>
            <a:xfrm>
              <a:off x="477437" y="3010522"/>
              <a:ext cx="194412" cy="456670"/>
            </a:xfrm>
            <a:custGeom>
              <a:avLst/>
              <a:gdLst/>
              <a:ahLst/>
              <a:cxnLst/>
              <a:rect l="l" t="t" r="r" b="b"/>
              <a:pathLst>
                <a:path w="13187" h="30976" extrusionOk="0">
                  <a:moveTo>
                    <a:pt x="5390" y="1"/>
                  </a:moveTo>
                  <a:cubicBezTo>
                    <a:pt x="4830" y="1"/>
                    <a:pt x="4198" y="164"/>
                    <a:pt x="3571" y="661"/>
                  </a:cubicBezTo>
                  <a:cubicBezTo>
                    <a:pt x="1736" y="2114"/>
                    <a:pt x="753" y="23542"/>
                    <a:pt x="507" y="26400"/>
                  </a:cubicBezTo>
                  <a:cubicBezTo>
                    <a:pt x="263" y="29258"/>
                    <a:pt x="1" y="30976"/>
                    <a:pt x="1" y="30976"/>
                  </a:cubicBezTo>
                  <a:lnTo>
                    <a:pt x="10809" y="27968"/>
                  </a:lnTo>
                  <a:lnTo>
                    <a:pt x="11617" y="24530"/>
                  </a:lnTo>
                  <a:cubicBezTo>
                    <a:pt x="11617" y="24530"/>
                    <a:pt x="13187" y="24507"/>
                    <a:pt x="13028" y="23368"/>
                  </a:cubicBezTo>
                  <a:cubicBezTo>
                    <a:pt x="12869" y="22229"/>
                    <a:pt x="12769" y="15234"/>
                    <a:pt x="12736" y="12808"/>
                  </a:cubicBezTo>
                  <a:cubicBezTo>
                    <a:pt x="12703" y="10381"/>
                    <a:pt x="9210" y="5721"/>
                    <a:pt x="9210" y="5721"/>
                  </a:cubicBezTo>
                  <a:lnTo>
                    <a:pt x="7282" y="608"/>
                  </a:lnTo>
                  <a:cubicBezTo>
                    <a:pt x="7282" y="608"/>
                    <a:pt x="6470" y="1"/>
                    <a:pt x="5390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09;p44">
              <a:extLst>
                <a:ext uri="{FF2B5EF4-FFF2-40B4-BE49-F238E27FC236}">
                  <a16:creationId xmlns:a16="http://schemas.microsoft.com/office/drawing/2014/main" id="{06A40446-92F4-4CCE-8A7C-762B6B29024D}"/>
                </a:ext>
              </a:extLst>
            </p:cNvPr>
            <p:cNvSpPr/>
            <p:nvPr/>
          </p:nvSpPr>
          <p:spPr>
            <a:xfrm>
              <a:off x="472897" y="3006394"/>
              <a:ext cx="201518" cy="465000"/>
            </a:xfrm>
            <a:custGeom>
              <a:avLst/>
              <a:gdLst/>
              <a:ahLst/>
              <a:cxnLst/>
              <a:rect l="l" t="t" r="r" b="b"/>
              <a:pathLst>
                <a:path w="13669" h="31541" extrusionOk="0">
                  <a:moveTo>
                    <a:pt x="5685" y="1"/>
                  </a:moveTo>
                  <a:cubicBezTo>
                    <a:pt x="5073" y="1"/>
                    <a:pt x="4384" y="178"/>
                    <a:pt x="3703" y="717"/>
                  </a:cubicBezTo>
                  <a:cubicBezTo>
                    <a:pt x="2267" y="1853"/>
                    <a:pt x="1418" y="12534"/>
                    <a:pt x="713" y="23908"/>
                  </a:cubicBezTo>
                  <a:cubicBezTo>
                    <a:pt x="632" y="25213"/>
                    <a:pt x="572" y="26187"/>
                    <a:pt x="531" y="26656"/>
                  </a:cubicBezTo>
                  <a:cubicBezTo>
                    <a:pt x="290" y="29471"/>
                    <a:pt x="29" y="31196"/>
                    <a:pt x="27" y="31214"/>
                  </a:cubicBezTo>
                  <a:cubicBezTo>
                    <a:pt x="1" y="31385"/>
                    <a:pt x="135" y="31541"/>
                    <a:pt x="310" y="31541"/>
                  </a:cubicBezTo>
                  <a:cubicBezTo>
                    <a:pt x="335" y="31541"/>
                    <a:pt x="361" y="31538"/>
                    <a:pt x="386" y="31530"/>
                  </a:cubicBezTo>
                  <a:lnTo>
                    <a:pt x="11193" y="28523"/>
                  </a:lnTo>
                  <a:cubicBezTo>
                    <a:pt x="11293" y="28495"/>
                    <a:pt x="11370" y="28414"/>
                    <a:pt x="11394" y="28313"/>
                  </a:cubicBezTo>
                  <a:lnTo>
                    <a:pt x="12154" y="25079"/>
                  </a:lnTo>
                  <a:cubicBezTo>
                    <a:pt x="12472" y="25043"/>
                    <a:pt x="13035" y="24922"/>
                    <a:pt x="13371" y="24531"/>
                  </a:cubicBezTo>
                  <a:cubicBezTo>
                    <a:pt x="13583" y="24284"/>
                    <a:pt x="13668" y="23966"/>
                    <a:pt x="13618" y="23609"/>
                  </a:cubicBezTo>
                  <a:cubicBezTo>
                    <a:pt x="13462" y="22488"/>
                    <a:pt x="13362" y="15415"/>
                    <a:pt x="13329" y="13084"/>
                  </a:cubicBezTo>
                  <a:cubicBezTo>
                    <a:pt x="13295" y="10593"/>
                    <a:pt x="9892" y="6022"/>
                    <a:pt x="9746" y="5829"/>
                  </a:cubicBezTo>
                  <a:cubicBezTo>
                    <a:pt x="9690" y="5754"/>
                    <a:pt x="9604" y="5714"/>
                    <a:pt x="9517" y="5714"/>
                  </a:cubicBezTo>
                  <a:cubicBezTo>
                    <a:pt x="9458" y="5714"/>
                    <a:pt x="9398" y="5733"/>
                    <a:pt x="9347" y="5771"/>
                  </a:cubicBezTo>
                  <a:cubicBezTo>
                    <a:pt x="9220" y="5866"/>
                    <a:pt x="9195" y="6045"/>
                    <a:pt x="9289" y="6171"/>
                  </a:cubicBezTo>
                  <a:cubicBezTo>
                    <a:pt x="9324" y="6217"/>
                    <a:pt x="12726" y="10786"/>
                    <a:pt x="12759" y="13100"/>
                  </a:cubicBezTo>
                  <a:cubicBezTo>
                    <a:pt x="12816" y="17148"/>
                    <a:pt x="12909" y="22651"/>
                    <a:pt x="13053" y="23687"/>
                  </a:cubicBezTo>
                  <a:cubicBezTo>
                    <a:pt x="13080" y="23882"/>
                    <a:pt x="13042" y="24036"/>
                    <a:pt x="12938" y="24158"/>
                  </a:cubicBezTo>
                  <a:cubicBezTo>
                    <a:pt x="12691" y="24448"/>
                    <a:pt x="12119" y="24521"/>
                    <a:pt x="11920" y="24524"/>
                  </a:cubicBezTo>
                  <a:cubicBezTo>
                    <a:pt x="11789" y="24527"/>
                    <a:pt x="11677" y="24617"/>
                    <a:pt x="11646" y="24745"/>
                  </a:cubicBezTo>
                  <a:lnTo>
                    <a:pt x="10877" y="28018"/>
                  </a:lnTo>
                  <a:lnTo>
                    <a:pt x="653" y="30863"/>
                  </a:lnTo>
                  <a:cubicBezTo>
                    <a:pt x="746" y="30179"/>
                    <a:pt x="928" y="28717"/>
                    <a:pt x="1100" y="26704"/>
                  </a:cubicBezTo>
                  <a:cubicBezTo>
                    <a:pt x="1141" y="26232"/>
                    <a:pt x="1201" y="25254"/>
                    <a:pt x="1283" y="23943"/>
                  </a:cubicBezTo>
                  <a:cubicBezTo>
                    <a:pt x="1650" y="18023"/>
                    <a:pt x="2623" y="2299"/>
                    <a:pt x="4057" y="1165"/>
                  </a:cubicBezTo>
                  <a:cubicBezTo>
                    <a:pt x="4627" y="713"/>
                    <a:pt x="5200" y="564"/>
                    <a:pt x="5708" y="564"/>
                  </a:cubicBezTo>
                  <a:cubicBezTo>
                    <a:pt x="6655" y="564"/>
                    <a:pt x="7374" y="1083"/>
                    <a:pt x="7420" y="1118"/>
                  </a:cubicBezTo>
                  <a:cubicBezTo>
                    <a:pt x="7471" y="1156"/>
                    <a:pt x="7531" y="1174"/>
                    <a:pt x="7590" y="1174"/>
                  </a:cubicBezTo>
                  <a:cubicBezTo>
                    <a:pt x="7677" y="1174"/>
                    <a:pt x="7763" y="1135"/>
                    <a:pt x="7820" y="1059"/>
                  </a:cubicBezTo>
                  <a:cubicBezTo>
                    <a:pt x="7914" y="933"/>
                    <a:pt x="7888" y="754"/>
                    <a:pt x="7761" y="660"/>
                  </a:cubicBezTo>
                  <a:cubicBezTo>
                    <a:pt x="7747" y="650"/>
                    <a:pt x="6857" y="1"/>
                    <a:pt x="56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10;p44">
              <a:extLst>
                <a:ext uri="{FF2B5EF4-FFF2-40B4-BE49-F238E27FC236}">
                  <a16:creationId xmlns:a16="http://schemas.microsoft.com/office/drawing/2014/main" id="{DAB0AB24-84F0-4E93-BCAD-86540ED3E01A}"/>
                </a:ext>
              </a:extLst>
            </p:cNvPr>
            <p:cNvSpPr/>
            <p:nvPr/>
          </p:nvSpPr>
          <p:spPr>
            <a:xfrm>
              <a:off x="525720" y="3354233"/>
              <a:ext cx="106501" cy="9627"/>
            </a:xfrm>
            <a:custGeom>
              <a:avLst/>
              <a:gdLst/>
              <a:ahLst/>
              <a:cxnLst/>
              <a:rect l="l" t="t" r="r" b="b"/>
              <a:pathLst>
                <a:path w="7224" h="653" extrusionOk="0">
                  <a:moveTo>
                    <a:pt x="3119" y="1"/>
                  </a:moveTo>
                  <a:cubicBezTo>
                    <a:pt x="2227" y="1"/>
                    <a:pt x="1188" y="69"/>
                    <a:pt x="0" y="250"/>
                  </a:cubicBezTo>
                  <a:lnTo>
                    <a:pt x="7223" y="652"/>
                  </a:lnTo>
                  <a:cubicBezTo>
                    <a:pt x="7223" y="652"/>
                    <a:pt x="5873" y="1"/>
                    <a:pt x="31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11;p44">
              <a:extLst>
                <a:ext uri="{FF2B5EF4-FFF2-40B4-BE49-F238E27FC236}">
                  <a16:creationId xmlns:a16="http://schemas.microsoft.com/office/drawing/2014/main" id="{94DE9104-AF36-4684-9E51-E0441EDCE3CE}"/>
                </a:ext>
              </a:extLst>
            </p:cNvPr>
            <p:cNvSpPr/>
            <p:nvPr/>
          </p:nvSpPr>
          <p:spPr>
            <a:xfrm>
              <a:off x="521208" y="3350002"/>
              <a:ext cx="115553" cy="18045"/>
            </a:xfrm>
            <a:custGeom>
              <a:avLst/>
              <a:gdLst/>
              <a:ahLst/>
              <a:cxnLst/>
              <a:rect l="l" t="t" r="r" b="b"/>
              <a:pathLst>
                <a:path w="7838" h="1224" extrusionOk="0">
                  <a:moveTo>
                    <a:pt x="3442" y="1"/>
                  </a:moveTo>
                  <a:cubicBezTo>
                    <a:pt x="2533" y="1"/>
                    <a:pt x="1475" y="71"/>
                    <a:pt x="264" y="255"/>
                  </a:cubicBezTo>
                  <a:cubicBezTo>
                    <a:pt x="107" y="279"/>
                    <a:pt x="1" y="424"/>
                    <a:pt x="25" y="580"/>
                  </a:cubicBezTo>
                  <a:cubicBezTo>
                    <a:pt x="45" y="721"/>
                    <a:pt x="167" y="823"/>
                    <a:pt x="306" y="823"/>
                  </a:cubicBezTo>
                  <a:cubicBezTo>
                    <a:pt x="320" y="823"/>
                    <a:pt x="335" y="822"/>
                    <a:pt x="350" y="819"/>
                  </a:cubicBezTo>
                  <a:cubicBezTo>
                    <a:pt x="1515" y="642"/>
                    <a:pt x="2535" y="575"/>
                    <a:pt x="3411" y="575"/>
                  </a:cubicBezTo>
                  <a:cubicBezTo>
                    <a:pt x="6062" y="575"/>
                    <a:pt x="7389" y="1187"/>
                    <a:pt x="7406" y="1196"/>
                  </a:cubicBezTo>
                  <a:cubicBezTo>
                    <a:pt x="7444" y="1214"/>
                    <a:pt x="7487" y="1224"/>
                    <a:pt x="7529" y="1224"/>
                  </a:cubicBezTo>
                  <a:cubicBezTo>
                    <a:pt x="7663" y="1224"/>
                    <a:pt x="7778" y="1133"/>
                    <a:pt x="7808" y="1002"/>
                  </a:cubicBezTo>
                  <a:cubicBezTo>
                    <a:pt x="7838" y="873"/>
                    <a:pt x="7774" y="739"/>
                    <a:pt x="7654" y="681"/>
                  </a:cubicBezTo>
                  <a:cubicBezTo>
                    <a:pt x="7579" y="645"/>
                    <a:pt x="6201" y="1"/>
                    <a:pt x="34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12;p44">
              <a:extLst>
                <a:ext uri="{FF2B5EF4-FFF2-40B4-BE49-F238E27FC236}">
                  <a16:creationId xmlns:a16="http://schemas.microsoft.com/office/drawing/2014/main" id="{7B79CDBC-2623-4AF0-897F-F5DEA7026569}"/>
                </a:ext>
              </a:extLst>
            </p:cNvPr>
            <p:cNvSpPr/>
            <p:nvPr/>
          </p:nvSpPr>
          <p:spPr>
            <a:xfrm>
              <a:off x="574960" y="3334169"/>
              <a:ext cx="14816" cy="3066"/>
            </a:xfrm>
            <a:custGeom>
              <a:avLst/>
              <a:gdLst/>
              <a:ahLst/>
              <a:cxnLst/>
              <a:rect l="l" t="t" r="r" b="b"/>
              <a:pathLst>
                <a:path w="1005" h="208" extrusionOk="0">
                  <a:moveTo>
                    <a:pt x="1" y="1"/>
                  </a:moveTo>
                  <a:lnTo>
                    <a:pt x="1004" y="207"/>
                  </a:lnTo>
                  <a:cubicBezTo>
                    <a:pt x="676" y="109"/>
                    <a:pt x="341" y="4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13;p44">
              <a:extLst>
                <a:ext uri="{FF2B5EF4-FFF2-40B4-BE49-F238E27FC236}">
                  <a16:creationId xmlns:a16="http://schemas.microsoft.com/office/drawing/2014/main" id="{1BECE566-B12C-40CB-A6F4-8804AA27DDD1}"/>
                </a:ext>
              </a:extLst>
            </p:cNvPr>
            <p:cNvSpPr/>
            <p:nvPr/>
          </p:nvSpPr>
          <p:spPr>
            <a:xfrm>
              <a:off x="570508" y="3329967"/>
              <a:ext cx="23736" cy="11470"/>
            </a:xfrm>
            <a:custGeom>
              <a:avLst/>
              <a:gdLst/>
              <a:ahLst/>
              <a:cxnLst/>
              <a:rect l="l" t="t" r="r" b="b"/>
              <a:pathLst>
                <a:path w="1610" h="778" extrusionOk="0">
                  <a:moveTo>
                    <a:pt x="304" y="0"/>
                  </a:moveTo>
                  <a:cubicBezTo>
                    <a:pt x="160" y="0"/>
                    <a:pt x="37" y="107"/>
                    <a:pt x="19" y="252"/>
                  </a:cubicBezTo>
                  <a:cubicBezTo>
                    <a:pt x="1" y="409"/>
                    <a:pt x="113" y="551"/>
                    <a:pt x="269" y="569"/>
                  </a:cubicBezTo>
                  <a:cubicBezTo>
                    <a:pt x="592" y="608"/>
                    <a:pt x="912" y="673"/>
                    <a:pt x="1224" y="765"/>
                  </a:cubicBezTo>
                  <a:cubicBezTo>
                    <a:pt x="1251" y="773"/>
                    <a:pt x="1278" y="777"/>
                    <a:pt x="1306" y="777"/>
                  </a:cubicBezTo>
                  <a:cubicBezTo>
                    <a:pt x="1449" y="777"/>
                    <a:pt x="1568" y="674"/>
                    <a:pt x="1589" y="534"/>
                  </a:cubicBezTo>
                  <a:cubicBezTo>
                    <a:pt x="1610" y="392"/>
                    <a:pt x="1524" y="259"/>
                    <a:pt x="1388" y="218"/>
                  </a:cubicBezTo>
                  <a:cubicBezTo>
                    <a:pt x="1044" y="116"/>
                    <a:pt x="693" y="44"/>
                    <a:pt x="338" y="2"/>
                  </a:cubicBezTo>
                  <a:cubicBezTo>
                    <a:pt x="326" y="1"/>
                    <a:pt x="315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14;p44">
              <a:extLst>
                <a:ext uri="{FF2B5EF4-FFF2-40B4-BE49-F238E27FC236}">
                  <a16:creationId xmlns:a16="http://schemas.microsoft.com/office/drawing/2014/main" id="{C066EAEB-3907-4597-AF67-3DD1144920BE}"/>
                </a:ext>
              </a:extLst>
            </p:cNvPr>
            <p:cNvSpPr/>
            <p:nvPr/>
          </p:nvSpPr>
          <p:spPr>
            <a:xfrm>
              <a:off x="486047" y="3335009"/>
              <a:ext cx="56715" cy="18517"/>
            </a:xfrm>
            <a:custGeom>
              <a:avLst/>
              <a:gdLst/>
              <a:ahLst/>
              <a:cxnLst/>
              <a:rect l="l" t="t" r="r" b="b"/>
              <a:pathLst>
                <a:path w="3847" h="1256" extrusionOk="0">
                  <a:moveTo>
                    <a:pt x="3847" y="0"/>
                  </a:moveTo>
                  <a:lnTo>
                    <a:pt x="3847" y="0"/>
                  </a:lnTo>
                  <a:cubicBezTo>
                    <a:pt x="1736" y="320"/>
                    <a:pt x="0" y="1256"/>
                    <a:pt x="0" y="1256"/>
                  </a:cubicBezTo>
                  <a:lnTo>
                    <a:pt x="38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15;p44">
              <a:extLst>
                <a:ext uri="{FF2B5EF4-FFF2-40B4-BE49-F238E27FC236}">
                  <a16:creationId xmlns:a16="http://schemas.microsoft.com/office/drawing/2014/main" id="{BDAC31E7-A850-48E9-BF18-37418658E969}"/>
                </a:ext>
              </a:extLst>
            </p:cNvPr>
            <p:cNvSpPr/>
            <p:nvPr/>
          </p:nvSpPr>
          <p:spPr>
            <a:xfrm>
              <a:off x="481492" y="3330778"/>
              <a:ext cx="65856" cy="26964"/>
            </a:xfrm>
            <a:custGeom>
              <a:avLst/>
              <a:gdLst/>
              <a:ahLst/>
              <a:cxnLst/>
              <a:rect l="l" t="t" r="r" b="b"/>
              <a:pathLst>
                <a:path w="4467" h="1829" extrusionOk="0">
                  <a:moveTo>
                    <a:pt x="4159" y="1"/>
                  </a:moveTo>
                  <a:cubicBezTo>
                    <a:pt x="4144" y="1"/>
                    <a:pt x="4128" y="2"/>
                    <a:pt x="4112" y="5"/>
                  </a:cubicBezTo>
                  <a:cubicBezTo>
                    <a:pt x="1977" y="329"/>
                    <a:pt x="246" y="1253"/>
                    <a:pt x="175" y="1292"/>
                  </a:cubicBezTo>
                  <a:cubicBezTo>
                    <a:pt x="59" y="1354"/>
                    <a:pt x="1" y="1486"/>
                    <a:pt x="33" y="1614"/>
                  </a:cubicBezTo>
                  <a:cubicBezTo>
                    <a:pt x="65" y="1741"/>
                    <a:pt x="179" y="1829"/>
                    <a:pt x="311" y="1829"/>
                  </a:cubicBezTo>
                  <a:cubicBezTo>
                    <a:pt x="357" y="1829"/>
                    <a:pt x="404" y="1817"/>
                    <a:pt x="445" y="1795"/>
                  </a:cubicBezTo>
                  <a:cubicBezTo>
                    <a:pt x="463" y="1785"/>
                    <a:pt x="2160" y="879"/>
                    <a:pt x="4198" y="569"/>
                  </a:cubicBezTo>
                  <a:cubicBezTo>
                    <a:pt x="4356" y="548"/>
                    <a:pt x="4467" y="401"/>
                    <a:pt x="4443" y="244"/>
                  </a:cubicBezTo>
                  <a:cubicBezTo>
                    <a:pt x="4421" y="102"/>
                    <a:pt x="4299" y="1"/>
                    <a:pt x="41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16;p44">
              <a:extLst>
                <a:ext uri="{FF2B5EF4-FFF2-40B4-BE49-F238E27FC236}">
                  <a16:creationId xmlns:a16="http://schemas.microsoft.com/office/drawing/2014/main" id="{865885D7-4163-413C-B04F-C2E7AE0CF28B}"/>
                </a:ext>
              </a:extLst>
            </p:cNvPr>
            <p:cNvSpPr/>
            <p:nvPr/>
          </p:nvSpPr>
          <p:spPr>
            <a:xfrm>
              <a:off x="449529" y="3393316"/>
              <a:ext cx="220138" cy="137210"/>
            </a:xfrm>
            <a:custGeom>
              <a:avLst/>
              <a:gdLst/>
              <a:ahLst/>
              <a:cxnLst/>
              <a:rect l="l" t="t" r="r" b="b"/>
              <a:pathLst>
                <a:path w="14932" h="9307" extrusionOk="0">
                  <a:moveTo>
                    <a:pt x="12999" y="0"/>
                  </a:moveTo>
                  <a:cubicBezTo>
                    <a:pt x="12986" y="0"/>
                    <a:pt x="12972" y="0"/>
                    <a:pt x="12959" y="0"/>
                  </a:cubicBezTo>
                  <a:cubicBezTo>
                    <a:pt x="10961" y="29"/>
                    <a:pt x="1254" y="166"/>
                    <a:pt x="1" y="2325"/>
                  </a:cubicBezTo>
                  <a:cubicBezTo>
                    <a:pt x="1" y="2325"/>
                    <a:pt x="1521" y="8870"/>
                    <a:pt x="2811" y="9280"/>
                  </a:cubicBezTo>
                  <a:cubicBezTo>
                    <a:pt x="2866" y="9298"/>
                    <a:pt x="2936" y="9306"/>
                    <a:pt x="3018" y="9306"/>
                  </a:cubicBezTo>
                  <a:cubicBezTo>
                    <a:pt x="4861" y="9306"/>
                    <a:pt x="13173" y="5070"/>
                    <a:pt x="13152" y="3567"/>
                  </a:cubicBezTo>
                  <a:cubicBezTo>
                    <a:pt x="13130" y="2007"/>
                    <a:pt x="14932" y="0"/>
                    <a:pt x="1299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17;p44">
              <a:extLst>
                <a:ext uri="{FF2B5EF4-FFF2-40B4-BE49-F238E27FC236}">
                  <a16:creationId xmlns:a16="http://schemas.microsoft.com/office/drawing/2014/main" id="{9B9FD0AB-17CD-4B83-B619-6F31146D3EFA}"/>
                </a:ext>
              </a:extLst>
            </p:cNvPr>
            <p:cNvSpPr/>
            <p:nvPr/>
          </p:nvSpPr>
          <p:spPr>
            <a:xfrm>
              <a:off x="445195" y="3389115"/>
              <a:ext cx="215833" cy="145540"/>
            </a:xfrm>
            <a:custGeom>
              <a:avLst/>
              <a:gdLst/>
              <a:ahLst/>
              <a:cxnLst/>
              <a:rect l="l" t="t" r="r" b="b"/>
              <a:pathLst>
                <a:path w="14640" h="9872" extrusionOk="0">
                  <a:moveTo>
                    <a:pt x="13334" y="570"/>
                  </a:moveTo>
                  <a:cubicBezTo>
                    <a:pt x="13607" y="570"/>
                    <a:pt x="13791" y="629"/>
                    <a:pt x="13857" y="721"/>
                  </a:cubicBezTo>
                  <a:cubicBezTo>
                    <a:pt x="14000" y="923"/>
                    <a:pt x="13786" y="1511"/>
                    <a:pt x="13597" y="2028"/>
                  </a:cubicBezTo>
                  <a:cubicBezTo>
                    <a:pt x="13388" y="2600"/>
                    <a:pt x="13151" y="3248"/>
                    <a:pt x="13160" y="3855"/>
                  </a:cubicBezTo>
                  <a:cubicBezTo>
                    <a:pt x="13161" y="3923"/>
                    <a:pt x="13104" y="4306"/>
                    <a:pt x="11873" y="5219"/>
                  </a:cubicBezTo>
                  <a:cubicBezTo>
                    <a:pt x="9345" y="7094"/>
                    <a:pt x="4482" y="9311"/>
                    <a:pt x="3336" y="9311"/>
                  </a:cubicBezTo>
                  <a:cubicBezTo>
                    <a:pt x="3278" y="9311"/>
                    <a:pt x="3229" y="9305"/>
                    <a:pt x="3191" y="9293"/>
                  </a:cubicBezTo>
                  <a:cubicBezTo>
                    <a:pt x="2420" y="9048"/>
                    <a:pt x="1224" y="5311"/>
                    <a:pt x="600" y="2665"/>
                  </a:cubicBezTo>
                  <a:cubicBezTo>
                    <a:pt x="1090" y="2018"/>
                    <a:pt x="3317" y="711"/>
                    <a:pt x="13257" y="571"/>
                  </a:cubicBezTo>
                  <a:cubicBezTo>
                    <a:pt x="13283" y="570"/>
                    <a:pt x="13309" y="570"/>
                    <a:pt x="13334" y="570"/>
                  </a:cubicBezTo>
                  <a:close/>
                  <a:moveTo>
                    <a:pt x="13286" y="0"/>
                  </a:moveTo>
                  <a:cubicBezTo>
                    <a:pt x="13274" y="0"/>
                    <a:pt x="13261" y="0"/>
                    <a:pt x="13248" y="0"/>
                  </a:cubicBezTo>
                  <a:cubicBezTo>
                    <a:pt x="7836" y="77"/>
                    <a:pt x="1152" y="566"/>
                    <a:pt x="48" y="2466"/>
                  </a:cubicBezTo>
                  <a:cubicBezTo>
                    <a:pt x="11" y="2529"/>
                    <a:pt x="0" y="2604"/>
                    <a:pt x="17" y="2675"/>
                  </a:cubicBezTo>
                  <a:cubicBezTo>
                    <a:pt x="276" y="3794"/>
                    <a:pt x="1643" y="9400"/>
                    <a:pt x="3018" y="9838"/>
                  </a:cubicBezTo>
                  <a:cubicBezTo>
                    <a:pt x="3091" y="9861"/>
                    <a:pt x="3180" y="9872"/>
                    <a:pt x="3287" y="9872"/>
                  </a:cubicBezTo>
                  <a:cubicBezTo>
                    <a:pt x="4845" y="9872"/>
                    <a:pt x="9801" y="7469"/>
                    <a:pt x="12214" y="5676"/>
                  </a:cubicBezTo>
                  <a:cubicBezTo>
                    <a:pt x="13583" y="4661"/>
                    <a:pt x="13735" y="4147"/>
                    <a:pt x="13732" y="3848"/>
                  </a:cubicBezTo>
                  <a:cubicBezTo>
                    <a:pt x="13724" y="3345"/>
                    <a:pt x="13942" y="2750"/>
                    <a:pt x="14134" y="2225"/>
                  </a:cubicBezTo>
                  <a:cubicBezTo>
                    <a:pt x="14405" y="1480"/>
                    <a:pt x="14640" y="838"/>
                    <a:pt x="14322" y="391"/>
                  </a:cubicBezTo>
                  <a:cubicBezTo>
                    <a:pt x="14136" y="127"/>
                    <a:pt x="13789" y="0"/>
                    <a:pt x="13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18;p44">
              <a:extLst>
                <a:ext uri="{FF2B5EF4-FFF2-40B4-BE49-F238E27FC236}">
                  <a16:creationId xmlns:a16="http://schemas.microsoft.com/office/drawing/2014/main" id="{988FEB37-1AE6-4F6D-A386-0E948D53BC3F}"/>
                </a:ext>
              </a:extLst>
            </p:cNvPr>
            <p:cNvSpPr/>
            <p:nvPr/>
          </p:nvSpPr>
          <p:spPr>
            <a:xfrm>
              <a:off x="473840" y="3341334"/>
              <a:ext cx="667698" cy="227967"/>
            </a:xfrm>
            <a:custGeom>
              <a:avLst/>
              <a:gdLst/>
              <a:ahLst/>
              <a:cxnLst/>
              <a:rect l="l" t="t" r="r" b="b"/>
              <a:pathLst>
                <a:path w="45290" h="15463" extrusionOk="0">
                  <a:moveTo>
                    <a:pt x="37787" y="0"/>
                  </a:moveTo>
                  <a:cubicBezTo>
                    <a:pt x="37770" y="0"/>
                    <a:pt x="37753" y="0"/>
                    <a:pt x="37736" y="1"/>
                  </a:cubicBezTo>
                  <a:cubicBezTo>
                    <a:pt x="36166" y="22"/>
                    <a:pt x="29160" y="3988"/>
                    <a:pt x="29160" y="3988"/>
                  </a:cubicBezTo>
                  <a:cubicBezTo>
                    <a:pt x="29160" y="3988"/>
                    <a:pt x="10485" y="5822"/>
                    <a:pt x="7076" y="7013"/>
                  </a:cubicBezTo>
                  <a:cubicBezTo>
                    <a:pt x="3666" y="8203"/>
                    <a:pt x="0" y="11395"/>
                    <a:pt x="445" y="12531"/>
                  </a:cubicBezTo>
                  <a:cubicBezTo>
                    <a:pt x="886" y="13661"/>
                    <a:pt x="3737" y="15462"/>
                    <a:pt x="5172" y="15462"/>
                  </a:cubicBezTo>
                  <a:cubicBezTo>
                    <a:pt x="5180" y="15462"/>
                    <a:pt x="5188" y="15462"/>
                    <a:pt x="5197" y="15462"/>
                  </a:cubicBezTo>
                  <a:cubicBezTo>
                    <a:pt x="6624" y="15442"/>
                    <a:pt x="8753" y="14555"/>
                    <a:pt x="9181" y="14550"/>
                  </a:cubicBezTo>
                  <a:cubicBezTo>
                    <a:pt x="9609" y="14543"/>
                    <a:pt x="28063" y="7145"/>
                    <a:pt x="28490" y="6996"/>
                  </a:cubicBezTo>
                  <a:cubicBezTo>
                    <a:pt x="28916" y="6848"/>
                    <a:pt x="31766" y="6521"/>
                    <a:pt x="33043" y="5933"/>
                  </a:cubicBezTo>
                  <a:cubicBezTo>
                    <a:pt x="34319" y="5344"/>
                    <a:pt x="36224" y="3457"/>
                    <a:pt x="36224" y="3457"/>
                  </a:cubicBezTo>
                  <a:cubicBezTo>
                    <a:pt x="36224" y="3457"/>
                    <a:pt x="43313" y="3434"/>
                    <a:pt x="44023" y="3138"/>
                  </a:cubicBezTo>
                  <a:cubicBezTo>
                    <a:pt x="44731" y="2842"/>
                    <a:pt x="45289" y="2027"/>
                    <a:pt x="42854" y="1490"/>
                  </a:cubicBezTo>
                  <a:cubicBezTo>
                    <a:pt x="40447" y="959"/>
                    <a:pt x="39330" y="0"/>
                    <a:pt x="377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19;p44">
              <a:extLst>
                <a:ext uri="{FF2B5EF4-FFF2-40B4-BE49-F238E27FC236}">
                  <a16:creationId xmlns:a16="http://schemas.microsoft.com/office/drawing/2014/main" id="{9B71DCDB-29B8-4BE5-ACEB-889D7BFFCD95}"/>
                </a:ext>
              </a:extLst>
            </p:cNvPr>
            <p:cNvSpPr/>
            <p:nvPr/>
          </p:nvSpPr>
          <p:spPr>
            <a:xfrm>
              <a:off x="474990" y="3337117"/>
              <a:ext cx="661476" cy="236370"/>
            </a:xfrm>
            <a:custGeom>
              <a:avLst/>
              <a:gdLst/>
              <a:ahLst/>
              <a:cxnLst/>
              <a:rect l="l" t="t" r="r" b="b"/>
              <a:pathLst>
                <a:path w="44868" h="16033" extrusionOk="0">
                  <a:moveTo>
                    <a:pt x="37711" y="573"/>
                  </a:moveTo>
                  <a:cubicBezTo>
                    <a:pt x="38496" y="573"/>
                    <a:pt x="39173" y="842"/>
                    <a:pt x="40024" y="1181"/>
                  </a:cubicBezTo>
                  <a:cubicBezTo>
                    <a:pt x="40762" y="1475"/>
                    <a:pt x="41598" y="1808"/>
                    <a:pt x="42715" y="2054"/>
                  </a:cubicBezTo>
                  <a:cubicBezTo>
                    <a:pt x="44213" y="2384"/>
                    <a:pt x="44263" y="2759"/>
                    <a:pt x="44265" y="2774"/>
                  </a:cubicBezTo>
                  <a:cubicBezTo>
                    <a:pt x="44274" y="2872"/>
                    <a:pt x="44115" y="3043"/>
                    <a:pt x="43835" y="3160"/>
                  </a:cubicBezTo>
                  <a:cubicBezTo>
                    <a:pt x="43355" y="3359"/>
                    <a:pt x="38863" y="3447"/>
                    <a:pt x="36144" y="3456"/>
                  </a:cubicBezTo>
                  <a:cubicBezTo>
                    <a:pt x="36069" y="3456"/>
                    <a:pt x="35998" y="3486"/>
                    <a:pt x="35944" y="3538"/>
                  </a:cubicBezTo>
                  <a:cubicBezTo>
                    <a:pt x="35926" y="3557"/>
                    <a:pt x="34060" y="5397"/>
                    <a:pt x="32845" y="5958"/>
                  </a:cubicBezTo>
                  <a:cubicBezTo>
                    <a:pt x="32000" y="6349"/>
                    <a:pt x="30402" y="6625"/>
                    <a:pt x="29345" y="6807"/>
                  </a:cubicBezTo>
                  <a:cubicBezTo>
                    <a:pt x="28771" y="6906"/>
                    <a:pt x="28465" y="6961"/>
                    <a:pt x="28317" y="7012"/>
                  </a:cubicBezTo>
                  <a:cubicBezTo>
                    <a:pt x="28207" y="7052"/>
                    <a:pt x="27072" y="7502"/>
                    <a:pt x="24910" y="8362"/>
                  </a:cubicBezTo>
                  <a:cubicBezTo>
                    <a:pt x="19951" y="10334"/>
                    <a:pt x="9632" y="14438"/>
                    <a:pt x="9099" y="14549"/>
                  </a:cubicBezTo>
                  <a:cubicBezTo>
                    <a:pt x="8916" y="14551"/>
                    <a:pt x="8607" y="14645"/>
                    <a:pt x="8032" y="14822"/>
                  </a:cubicBezTo>
                  <a:cubicBezTo>
                    <a:pt x="7173" y="15086"/>
                    <a:pt x="5996" y="15449"/>
                    <a:pt x="5115" y="15462"/>
                  </a:cubicBezTo>
                  <a:lnTo>
                    <a:pt x="5094" y="15462"/>
                  </a:lnTo>
                  <a:cubicBezTo>
                    <a:pt x="3723" y="15462"/>
                    <a:pt x="1007" y="13671"/>
                    <a:pt x="632" y="12712"/>
                  </a:cubicBezTo>
                  <a:cubicBezTo>
                    <a:pt x="592" y="12611"/>
                    <a:pt x="622" y="12440"/>
                    <a:pt x="718" y="12232"/>
                  </a:cubicBezTo>
                  <a:cubicBezTo>
                    <a:pt x="1323" y="10916"/>
                    <a:pt x="4302" y="8541"/>
                    <a:pt x="7092" y="7567"/>
                  </a:cubicBezTo>
                  <a:cubicBezTo>
                    <a:pt x="10430" y="6402"/>
                    <a:pt x="28925" y="4577"/>
                    <a:pt x="29111" y="4558"/>
                  </a:cubicBezTo>
                  <a:cubicBezTo>
                    <a:pt x="29151" y="4554"/>
                    <a:pt x="29189" y="4542"/>
                    <a:pt x="29224" y="4522"/>
                  </a:cubicBezTo>
                  <a:cubicBezTo>
                    <a:pt x="31154" y="3430"/>
                    <a:pt x="36434" y="590"/>
                    <a:pt x="37662" y="573"/>
                  </a:cubicBezTo>
                  <a:close/>
                  <a:moveTo>
                    <a:pt x="37748" y="1"/>
                  </a:moveTo>
                  <a:cubicBezTo>
                    <a:pt x="37717" y="1"/>
                    <a:pt x="37685" y="1"/>
                    <a:pt x="37653" y="2"/>
                  </a:cubicBezTo>
                  <a:cubicBezTo>
                    <a:pt x="36090" y="24"/>
                    <a:pt x="29930" y="3468"/>
                    <a:pt x="28994" y="3996"/>
                  </a:cubicBezTo>
                  <a:cubicBezTo>
                    <a:pt x="27629" y="4131"/>
                    <a:pt x="10243" y="5863"/>
                    <a:pt x="6904" y="7029"/>
                  </a:cubicBezTo>
                  <a:cubicBezTo>
                    <a:pt x="3938" y="8064"/>
                    <a:pt x="863" y="10548"/>
                    <a:pt x="199" y="11995"/>
                  </a:cubicBezTo>
                  <a:cubicBezTo>
                    <a:pt x="34" y="12354"/>
                    <a:pt x="0" y="12666"/>
                    <a:pt x="100" y="12921"/>
                  </a:cubicBezTo>
                  <a:cubicBezTo>
                    <a:pt x="595" y="14186"/>
                    <a:pt x="3568" y="16033"/>
                    <a:pt x="5097" y="16033"/>
                  </a:cubicBezTo>
                  <a:lnTo>
                    <a:pt x="5123" y="16033"/>
                  </a:lnTo>
                  <a:cubicBezTo>
                    <a:pt x="6086" y="16020"/>
                    <a:pt x="7308" y="15643"/>
                    <a:pt x="8201" y="15368"/>
                  </a:cubicBezTo>
                  <a:cubicBezTo>
                    <a:pt x="8573" y="15252"/>
                    <a:pt x="8996" y="15122"/>
                    <a:pt x="9107" y="15121"/>
                  </a:cubicBezTo>
                  <a:cubicBezTo>
                    <a:pt x="9387" y="15116"/>
                    <a:pt x="13278" y="13603"/>
                    <a:pt x="25121" y="8893"/>
                  </a:cubicBezTo>
                  <a:cubicBezTo>
                    <a:pt x="26953" y="8164"/>
                    <a:pt x="28400" y="7588"/>
                    <a:pt x="28506" y="7551"/>
                  </a:cubicBezTo>
                  <a:cubicBezTo>
                    <a:pt x="28616" y="7513"/>
                    <a:pt x="29017" y="7443"/>
                    <a:pt x="29442" y="7371"/>
                  </a:cubicBezTo>
                  <a:cubicBezTo>
                    <a:pt x="30529" y="7182"/>
                    <a:pt x="32171" y="6899"/>
                    <a:pt x="33084" y="6478"/>
                  </a:cubicBezTo>
                  <a:cubicBezTo>
                    <a:pt x="34251" y="5939"/>
                    <a:pt x="35873" y="4405"/>
                    <a:pt x="36262" y="4026"/>
                  </a:cubicBezTo>
                  <a:cubicBezTo>
                    <a:pt x="37683" y="4021"/>
                    <a:pt x="43350" y="3981"/>
                    <a:pt x="44053" y="3687"/>
                  </a:cubicBezTo>
                  <a:cubicBezTo>
                    <a:pt x="44569" y="3473"/>
                    <a:pt x="44868" y="3103"/>
                    <a:pt x="44834" y="2724"/>
                  </a:cubicBezTo>
                  <a:cubicBezTo>
                    <a:pt x="44786" y="2184"/>
                    <a:pt x="44133" y="1782"/>
                    <a:pt x="42838" y="1497"/>
                  </a:cubicBezTo>
                  <a:cubicBezTo>
                    <a:pt x="41765" y="1261"/>
                    <a:pt x="40953" y="937"/>
                    <a:pt x="40235" y="651"/>
                  </a:cubicBezTo>
                  <a:cubicBezTo>
                    <a:pt x="39375" y="308"/>
                    <a:pt x="38633" y="1"/>
                    <a:pt x="3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20;p44">
              <a:extLst>
                <a:ext uri="{FF2B5EF4-FFF2-40B4-BE49-F238E27FC236}">
                  <a16:creationId xmlns:a16="http://schemas.microsoft.com/office/drawing/2014/main" id="{BBCD61B2-1C90-4EB4-9E9E-7F1878C7E10C}"/>
                </a:ext>
              </a:extLst>
            </p:cNvPr>
            <p:cNvSpPr/>
            <p:nvPr/>
          </p:nvSpPr>
          <p:spPr>
            <a:xfrm>
              <a:off x="990572" y="3367738"/>
              <a:ext cx="121421" cy="25829"/>
            </a:xfrm>
            <a:custGeom>
              <a:avLst/>
              <a:gdLst/>
              <a:ahLst/>
              <a:cxnLst/>
              <a:rect l="l" t="t" r="r" b="b"/>
              <a:pathLst>
                <a:path w="8236" h="1752" extrusionOk="0">
                  <a:moveTo>
                    <a:pt x="1954" y="1"/>
                  </a:moveTo>
                  <a:cubicBezTo>
                    <a:pt x="764" y="1"/>
                    <a:pt x="192" y="384"/>
                    <a:pt x="166" y="401"/>
                  </a:cubicBezTo>
                  <a:cubicBezTo>
                    <a:pt x="35" y="489"/>
                    <a:pt x="1" y="668"/>
                    <a:pt x="90" y="798"/>
                  </a:cubicBezTo>
                  <a:cubicBezTo>
                    <a:pt x="144" y="879"/>
                    <a:pt x="234" y="923"/>
                    <a:pt x="325" y="923"/>
                  </a:cubicBezTo>
                  <a:cubicBezTo>
                    <a:pt x="381" y="923"/>
                    <a:pt x="437" y="907"/>
                    <a:pt x="486" y="873"/>
                  </a:cubicBezTo>
                  <a:cubicBezTo>
                    <a:pt x="491" y="870"/>
                    <a:pt x="958" y="571"/>
                    <a:pt x="1950" y="571"/>
                  </a:cubicBezTo>
                  <a:cubicBezTo>
                    <a:pt x="2054" y="571"/>
                    <a:pt x="2165" y="574"/>
                    <a:pt x="2281" y="582"/>
                  </a:cubicBezTo>
                  <a:cubicBezTo>
                    <a:pt x="3594" y="664"/>
                    <a:pt x="7821" y="1732"/>
                    <a:pt x="7864" y="1743"/>
                  </a:cubicBezTo>
                  <a:cubicBezTo>
                    <a:pt x="7887" y="1748"/>
                    <a:pt x="7911" y="1751"/>
                    <a:pt x="7934" y="1752"/>
                  </a:cubicBezTo>
                  <a:cubicBezTo>
                    <a:pt x="8078" y="1752"/>
                    <a:pt x="8200" y="1644"/>
                    <a:pt x="8218" y="1500"/>
                  </a:cubicBezTo>
                  <a:cubicBezTo>
                    <a:pt x="8236" y="1358"/>
                    <a:pt x="8144" y="1223"/>
                    <a:pt x="8004" y="1188"/>
                  </a:cubicBezTo>
                  <a:cubicBezTo>
                    <a:pt x="7828" y="1144"/>
                    <a:pt x="3682" y="97"/>
                    <a:pt x="2317" y="12"/>
                  </a:cubicBezTo>
                  <a:cubicBezTo>
                    <a:pt x="2190" y="4"/>
                    <a:pt x="2069" y="1"/>
                    <a:pt x="19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21;p44">
              <a:extLst>
                <a:ext uri="{FF2B5EF4-FFF2-40B4-BE49-F238E27FC236}">
                  <a16:creationId xmlns:a16="http://schemas.microsoft.com/office/drawing/2014/main" id="{FE5E1448-CD83-42CB-9B5B-AD19B3F2904A}"/>
                </a:ext>
              </a:extLst>
            </p:cNvPr>
            <p:cNvSpPr/>
            <p:nvPr/>
          </p:nvSpPr>
          <p:spPr>
            <a:xfrm>
              <a:off x="1013306" y="3349177"/>
              <a:ext cx="120507" cy="34881"/>
            </a:xfrm>
            <a:custGeom>
              <a:avLst/>
              <a:gdLst/>
              <a:ahLst/>
              <a:cxnLst/>
              <a:rect l="l" t="t" r="r" b="b"/>
              <a:pathLst>
                <a:path w="8174" h="2366" extrusionOk="0">
                  <a:moveTo>
                    <a:pt x="1442" y="0"/>
                  </a:moveTo>
                  <a:cubicBezTo>
                    <a:pt x="784" y="0"/>
                    <a:pt x="238" y="248"/>
                    <a:pt x="207" y="262"/>
                  </a:cubicBezTo>
                  <a:cubicBezTo>
                    <a:pt x="63" y="328"/>
                    <a:pt x="0" y="497"/>
                    <a:pt x="66" y="641"/>
                  </a:cubicBezTo>
                  <a:cubicBezTo>
                    <a:pt x="115" y="745"/>
                    <a:pt x="218" y="807"/>
                    <a:pt x="326" y="807"/>
                  </a:cubicBezTo>
                  <a:cubicBezTo>
                    <a:pt x="366" y="807"/>
                    <a:pt x="406" y="798"/>
                    <a:pt x="445" y="781"/>
                  </a:cubicBezTo>
                  <a:cubicBezTo>
                    <a:pt x="451" y="778"/>
                    <a:pt x="912" y="571"/>
                    <a:pt x="1442" y="571"/>
                  </a:cubicBezTo>
                  <a:cubicBezTo>
                    <a:pt x="1624" y="571"/>
                    <a:pt x="1814" y="596"/>
                    <a:pt x="1996" y="661"/>
                  </a:cubicBezTo>
                  <a:cubicBezTo>
                    <a:pt x="2306" y="772"/>
                    <a:pt x="3103" y="977"/>
                    <a:pt x="4026" y="1214"/>
                  </a:cubicBezTo>
                  <a:cubicBezTo>
                    <a:pt x="5254" y="1529"/>
                    <a:pt x="7295" y="2053"/>
                    <a:pt x="7611" y="2253"/>
                  </a:cubicBezTo>
                  <a:cubicBezTo>
                    <a:pt x="7665" y="2323"/>
                    <a:pt x="7749" y="2366"/>
                    <a:pt x="7839" y="2366"/>
                  </a:cubicBezTo>
                  <a:lnTo>
                    <a:pt x="7839" y="2366"/>
                  </a:lnTo>
                  <a:cubicBezTo>
                    <a:pt x="8035" y="2366"/>
                    <a:pt x="8173" y="2171"/>
                    <a:pt x="8108" y="1987"/>
                  </a:cubicBezTo>
                  <a:cubicBezTo>
                    <a:pt x="8013" y="1711"/>
                    <a:pt x="7613" y="1545"/>
                    <a:pt x="4167" y="660"/>
                  </a:cubicBezTo>
                  <a:cubicBezTo>
                    <a:pt x="3296" y="437"/>
                    <a:pt x="2474" y="225"/>
                    <a:pt x="2190" y="123"/>
                  </a:cubicBezTo>
                  <a:cubicBezTo>
                    <a:pt x="1939" y="34"/>
                    <a:pt x="1683" y="0"/>
                    <a:pt x="1442" y="0"/>
                  </a:cubicBezTo>
                  <a:close/>
                  <a:moveTo>
                    <a:pt x="7839" y="2366"/>
                  </a:moveTo>
                  <a:cubicBezTo>
                    <a:pt x="7839" y="2366"/>
                    <a:pt x="7839" y="2366"/>
                    <a:pt x="7838" y="2366"/>
                  </a:cubicBezTo>
                  <a:lnTo>
                    <a:pt x="7839" y="2366"/>
                  </a:lnTo>
                  <a:cubicBezTo>
                    <a:pt x="7839" y="2366"/>
                    <a:pt x="7839" y="2366"/>
                    <a:pt x="7839" y="23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22;p44">
              <a:extLst>
                <a:ext uri="{FF2B5EF4-FFF2-40B4-BE49-F238E27FC236}">
                  <a16:creationId xmlns:a16="http://schemas.microsoft.com/office/drawing/2014/main" id="{1DA61D1C-71A8-4608-ABD8-9CD910FAC191}"/>
                </a:ext>
              </a:extLst>
            </p:cNvPr>
            <p:cNvSpPr/>
            <p:nvPr/>
          </p:nvSpPr>
          <p:spPr>
            <a:xfrm>
              <a:off x="913497" y="3407514"/>
              <a:ext cx="583178" cy="29294"/>
            </a:xfrm>
            <a:custGeom>
              <a:avLst/>
              <a:gdLst/>
              <a:ahLst/>
              <a:cxnLst/>
              <a:rect l="l" t="t" r="r" b="b"/>
              <a:pathLst>
                <a:path w="39557" h="1987" extrusionOk="0">
                  <a:moveTo>
                    <a:pt x="39536" y="1"/>
                  </a:moveTo>
                  <a:lnTo>
                    <a:pt x="0" y="560"/>
                  </a:lnTo>
                  <a:lnTo>
                    <a:pt x="20" y="1987"/>
                  </a:lnTo>
                  <a:lnTo>
                    <a:pt x="39556" y="1428"/>
                  </a:lnTo>
                  <a:lnTo>
                    <a:pt x="395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23;p44">
              <a:extLst>
                <a:ext uri="{FF2B5EF4-FFF2-40B4-BE49-F238E27FC236}">
                  <a16:creationId xmlns:a16="http://schemas.microsoft.com/office/drawing/2014/main" id="{B6B77C55-F628-4099-9F26-595690720498}"/>
                </a:ext>
              </a:extLst>
            </p:cNvPr>
            <p:cNvSpPr/>
            <p:nvPr/>
          </p:nvSpPr>
          <p:spPr>
            <a:xfrm>
              <a:off x="909207" y="3403356"/>
              <a:ext cx="591655" cy="37682"/>
            </a:xfrm>
            <a:custGeom>
              <a:avLst/>
              <a:gdLst/>
              <a:ahLst/>
              <a:cxnLst/>
              <a:rect l="l" t="t" r="r" b="b"/>
              <a:pathLst>
                <a:path w="40132" h="2556" extrusionOk="0">
                  <a:moveTo>
                    <a:pt x="39542" y="574"/>
                  </a:moveTo>
                  <a:lnTo>
                    <a:pt x="39555" y="1431"/>
                  </a:lnTo>
                  <a:lnTo>
                    <a:pt x="589" y="1981"/>
                  </a:lnTo>
                  <a:lnTo>
                    <a:pt x="576" y="1124"/>
                  </a:lnTo>
                  <a:lnTo>
                    <a:pt x="39542" y="574"/>
                  </a:lnTo>
                  <a:close/>
                  <a:moveTo>
                    <a:pt x="39820" y="1"/>
                  </a:moveTo>
                  <a:lnTo>
                    <a:pt x="284" y="559"/>
                  </a:lnTo>
                  <a:cubicBezTo>
                    <a:pt x="126" y="560"/>
                    <a:pt x="0" y="690"/>
                    <a:pt x="2" y="848"/>
                  </a:cubicBezTo>
                  <a:lnTo>
                    <a:pt x="22" y="2274"/>
                  </a:lnTo>
                  <a:cubicBezTo>
                    <a:pt x="24" y="2431"/>
                    <a:pt x="151" y="2556"/>
                    <a:pt x="308" y="2556"/>
                  </a:cubicBezTo>
                  <a:lnTo>
                    <a:pt x="311" y="2556"/>
                  </a:lnTo>
                  <a:lnTo>
                    <a:pt x="39847" y="1999"/>
                  </a:lnTo>
                  <a:cubicBezTo>
                    <a:pt x="40006" y="1997"/>
                    <a:pt x="40132" y="1868"/>
                    <a:pt x="40129" y="1710"/>
                  </a:cubicBezTo>
                  <a:lnTo>
                    <a:pt x="40109" y="283"/>
                  </a:lnTo>
                  <a:cubicBezTo>
                    <a:pt x="40108" y="206"/>
                    <a:pt x="40076" y="135"/>
                    <a:pt x="40023" y="81"/>
                  </a:cubicBezTo>
                  <a:cubicBezTo>
                    <a:pt x="39969" y="29"/>
                    <a:pt x="39885" y="12"/>
                    <a:pt x="39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24;p44">
              <a:extLst>
                <a:ext uri="{FF2B5EF4-FFF2-40B4-BE49-F238E27FC236}">
                  <a16:creationId xmlns:a16="http://schemas.microsoft.com/office/drawing/2014/main" id="{B4A9A309-2B08-49CC-82C8-3E81273471BA}"/>
                </a:ext>
              </a:extLst>
            </p:cNvPr>
            <p:cNvSpPr/>
            <p:nvPr/>
          </p:nvSpPr>
          <p:spPr>
            <a:xfrm>
              <a:off x="1176655" y="3120281"/>
              <a:ext cx="393483" cy="304422"/>
            </a:xfrm>
            <a:custGeom>
              <a:avLst/>
              <a:gdLst/>
              <a:ahLst/>
              <a:cxnLst/>
              <a:rect l="l" t="t" r="r" b="b"/>
              <a:pathLst>
                <a:path w="26690" h="20649" extrusionOk="0">
                  <a:moveTo>
                    <a:pt x="26689" y="1"/>
                  </a:moveTo>
                  <a:lnTo>
                    <a:pt x="5138" y="305"/>
                  </a:lnTo>
                  <a:lnTo>
                    <a:pt x="0" y="20649"/>
                  </a:lnTo>
                  <a:lnTo>
                    <a:pt x="21552" y="20345"/>
                  </a:lnTo>
                  <a:lnTo>
                    <a:pt x="266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725;p44">
              <a:extLst>
                <a:ext uri="{FF2B5EF4-FFF2-40B4-BE49-F238E27FC236}">
                  <a16:creationId xmlns:a16="http://schemas.microsoft.com/office/drawing/2014/main" id="{68E74633-21F2-4E38-98E3-7005063C949C}"/>
                </a:ext>
              </a:extLst>
            </p:cNvPr>
            <p:cNvSpPr/>
            <p:nvPr/>
          </p:nvSpPr>
          <p:spPr>
            <a:xfrm>
              <a:off x="1171893" y="3116065"/>
              <a:ext cx="403007" cy="312855"/>
            </a:xfrm>
            <a:custGeom>
              <a:avLst/>
              <a:gdLst/>
              <a:ahLst/>
              <a:cxnLst/>
              <a:rect l="l" t="t" r="r" b="b"/>
              <a:pathLst>
                <a:path w="27336" h="21221" extrusionOk="0">
                  <a:moveTo>
                    <a:pt x="26644" y="577"/>
                  </a:moveTo>
                  <a:lnTo>
                    <a:pt x="21652" y="20349"/>
                  </a:lnTo>
                  <a:lnTo>
                    <a:pt x="691" y="20644"/>
                  </a:lnTo>
                  <a:lnTo>
                    <a:pt x="5684" y="873"/>
                  </a:lnTo>
                  <a:lnTo>
                    <a:pt x="26644" y="577"/>
                  </a:lnTo>
                  <a:close/>
                  <a:moveTo>
                    <a:pt x="27012" y="1"/>
                  </a:moveTo>
                  <a:cubicBezTo>
                    <a:pt x="27010" y="1"/>
                    <a:pt x="27009" y="1"/>
                    <a:pt x="27008" y="1"/>
                  </a:cubicBezTo>
                  <a:lnTo>
                    <a:pt x="5457" y="305"/>
                  </a:lnTo>
                  <a:cubicBezTo>
                    <a:pt x="5327" y="306"/>
                    <a:pt x="5215" y="396"/>
                    <a:pt x="5184" y="521"/>
                  </a:cubicBezTo>
                  <a:lnTo>
                    <a:pt x="46" y="20865"/>
                  </a:lnTo>
                  <a:cubicBezTo>
                    <a:pt x="0" y="21045"/>
                    <a:pt x="136" y="21221"/>
                    <a:pt x="322" y="21221"/>
                  </a:cubicBezTo>
                  <a:lnTo>
                    <a:pt x="326" y="21221"/>
                  </a:lnTo>
                  <a:lnTo>
                    <a:pt x="21879" y="20916"/>
                  </a:lnTo>
                  <a:cubicBezTo>
                    <a:pt x="22008" y="20914"/>
                    <a:pt x="22120" y="20826"/>
                    <a:pt x="22152" y="20701"/>
                  </a:cubicBezTo>
                  <a:lnTo>
                    <a:pt x="27289" y="356"/>
                  </a:lnTo>
                  <a:cubicBezTo>
                    <a:pt x="27335" y="176"/>
                    <a:pt x="27198" y="1"/>
                    <a:pt x="270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726;p44">
              <a:extLst>
                <a:ext uri="{FF2B5EF4-FFF2-40B4-BE49-F238E27FC236}">
                  <a16:creationId xmlns:a16="http://schemas.microsoft.com/office/drawing/2014/main" id="{01598E43-330A-466F-9339-436C677B6F81}"/>
                </a:ext>
              </a:extLst>
            </p:cNvPr>
            <p:cNvSpPr/>
            <p:nvPr/>
          </p:nvSpPr>
          <p:spPr>
            <a:xfrm>
              <a:off x="797797" y="3598432"/>
              <a:ext cx="72991" cy="49447"/>
            </a:xfrm>
            <a:custGeom>
              <a:avLst/>
              <a:gdLst/>
              <a:ahLst/>
              <a:cxnLst/>
              <a:rect l="l" t="t" r="r" b="b"/>
              <a:pathLst>
                <a:path w="4951" h="3354" extrusionOk="0">
                  <a:moveTo>
                    <a:pt x="4950" y="1"/>
                  </a:moveTo>
                  <a:lnTo>
                    <a:pt x="99" y="211"/>
                  </a:lnTo>
                  <a:lnTo>
                    <a:pt x="0" y="3353"/>
                  </a:lnTo>
                  <a:lnTo>
                    <a:pt x="4853" y="3286"/>
                  </a:lnTo>
                  <a:lnTo>
                    <a:pt x="49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727;p44">
              <a:extLst>
                <a:ext uri="{FF2B5EF4-FFF2-40B4-BE49-F238E27FC236}">
                  <a16:creationId xmlns:a16="http://schemas.microsoft.com/office/drawing/2014/main" id="{26142F82-1BE1-4469-BC92-99CDB418E640}"/>
                </a:ext>
              </a:extLst>
            </p:cNvPr>
            <p:cNvSpPr/>
            <p:nvPr/>
          </p:nvSpPr>
          <p:spPr>
            <a:xfrm>
              <a:off x="793521" y="3594215"/>
              <a:ext cx="81512" cy="57880"/>
            </a:xfrm>
            <a:custGeom>
              <a:avLst/>
              <a:gdLst/>
              <a:ahLst/>
              <a:cxnLst/>
              <a:rect l="l" t="t" r="r" b="b"/>
              <a:pathLst>
                <a:path w="5529" h="3926" extrusionOk="0">
                  <a:moveTo>
                    <a:pt x="4944" y="586"/>
                  </a:moveTo>
                  <a:lnTo>
                    <a:pt x="4865" y="3290"/>
                  </a:lnTo>
                  <a:lnTo>
                    <a:pt x="585" y="3350"/>
                  </a:lnTo>
                  <a:lnTo>
                    <a:pt x="667" y="773"/>
                  </a:lnTo>
                  <a:lnTo>
                    <a:pt x="4944" y="586"/>
                  </a:lnTo>
                  <a:close/>
                  <a:moveTo>
                    <a:pt x="5228" y="1"/>
                  </a:moveTo>
                  <a:lnTo>
                    <a:pt x="376" y="213"/>
                  </a:lnTo>
                  <a:cubicBezTo>
                    <a:pt x="227" y="219"/>
                    <a:pt x="108" y="340"/>
                    <a:pt x="103" y="489"/>
                  </a:cubicBezTo>
                  <a:lnTo>
                    <a:pt x="6" y="3631"/>
                  </a:lnTo>
                  <a:cubicBezTo>
                    <a:pt x="0" y="3793"/>
                    <a:pt x="129" y="3925"/>
                    <a:pt x="290" y="3925"/>
                  </a:cubicBezTo>
                  <a:lnTo>
                    <a:pt x="295" y="3924"/>
                  </a:lnTo>
                  <a:lnTo>
                    <a:pt x="5148" y="3857"/>
                  </a:lnTo>
                  <a:cubicBezTo>
                    <a:pt x="5301" y="3855"/>
                    <a:pt x="5425" y="3732"/>
                    <a:pt x="5429" y="3580"/>
                  </a:cubicBezTo>
                  <a:lnTo>
                    <a:pt x="5526" y="294"/>
                  </a:lnTo>
                  <a:cubicBezTo>
                    <a:pt x="5528" y="215"/>
                    <a:pt x="5498" y="139"/>
                    <a:pt x="5441" y="82"/>
                  </a:cubicBezTo>
                  <a:cubicBezTo>
                    <a:pt x="5385" y="28"/>
                    <a:pt x="5310" y="3"/>
                    <a:pt x="52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728;p44">
              <a:extLst>
                <a:ext uri="{FF2B5EF4-FFF2-40B4-BE49-F238E27FC236}">
                  <a16:creationId xmlns:a16="http://schemas.microsoft.com/office/drawing/2014/main" id="{AD283BF4-8A86-47DB-A1C6-3B8C78E83E1E}"/>
                </a:ext>
              </a:extLst>
            </p:cNvPr>
            <p:cNvSpPr/>
            <p:nvPr/>
          </p:nvSpPr>
          <p:spPr>
            <a:xfrm>
              <a:off x="556974" y="4717256"/>
              <a:ext cx="169571" cy="214816"/>
            </a:xfrm>
            <a:custGeom>
              <a:avLst/>
              <a:gdLst/>
              <a:ahLst/>
              <a:cxnLst/>
              <a:rect l="l" t="t" r="r" b="b"/>
              <a:pathLst>
                <a:path w="11502" h="14571" extrusionOk="0">
                  <a:moveTo>
                    <a:pt x="9022" y="1"/>
                  </a:moveTo>
                  <a:lnTo>
                    <a:pt x="2873" y="607"/>
                  </a:lnTo>
                  <a:cubicBezTo>
                    <a:pt x="2873" y="607"/>
                    <a:pt x="2224" y="5022"/>
                    <a:pt x="2039" y="7445"/>
                  </a:cubicBezTo>
                  <a:cubicBezTo>
                    <a:pt x="1855" y="9870"/>
                    <a:pt x="0" y="12550"/>
                    <a:pt x="1407" y="13716"/>
                  </a:cubicBezTo>
                  <a:cubicBezTo>
                    <a:pt x="2142" y="14325"/>
                    <a:pt x="3608" y="14571"/>
                    <a:pt x="5169" y="14571"/>
                  </a:cubicBezTo>
                  <a:cubicBezTo>
                    <a:pt x="6599" y="14571"/>
                    <a:pt x="8108" y="14364"/>
                    <a:pt x="9206" y="14042"/>
                  </a:cubicBezTo>
                  <a:cubicBezTo>
                    <a:pt x="11502" y="13368"/>
                    <a:pt x="9868" y="8820"/>
                    <a:pt x="9893" y="7392"/>
                  </a:cubicBezTo>
                  <a:cubicBezTo>
                    <a:pt x="9918" y="5965"/>
                    <a:pt x="9679" y="3296"/>
                    <a:pt x="9416" y="2006"/>
                  </a:cubicBezTo>
                  <a:cubicBezTo>
                    <a:pt x="9153" y="717"/>
                    <a:pt x="9022" y="1"/>
                    <a:pt x="90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729;p44">
              <a:extLst>
                <a:ext uri="{FF2B5EF4-FFF2-40B4-BE49-F238E27FC236}">
                  <a16:creationId xmlns:a16="http://schemas.microsoft.com/office/drawing/2014/main" id="{06AEE453-D568-4EA9-9AA2-EB1AA37DF1FE}"/>
                </a:ext>
              </a:extLst>
            </p:cNvPr>
            <p:cNvSpPr/>
            <p:nvPr/>
          </p:nvSpPr>
          <p:spPr>
            <a:xfrm>
              <a:off x="559628" y="4713069"/>
              <a:ext cx="163143" cy="223234"/>
            </a:xfrm>
            <a:custGeom>
              <a:avLst/>
              <a:gdLst/>
              <a:ahLst/>
              <a:cxnLst/>
              <a:rect l="l" t="t" r="r" b="b"/>
              <a:pathLst>
                <a:path w="11066" h="15142" extrusionOk="0">
                  <a:moveTo>
                    <a:pt x="8610" y="595"/>
                  </a:moveTo>
                  <a:cubicBezTo>
                    <a:pt x="8669" y="911"/>
                    <a:pt x="8785" y="1508"/>
                    <a:pt x="8956" y="2347"/>
                  </a:cubicBezTo>
                  <a:cubicBezTo>
                    <a:pt x="9218" y="3635"/>
                    <a:pt x="9452" y="6273"/>
                    <a:pt x="9427" y="7671"/>
                  </a:cubicBezTo>
                  <a:cubicBezTo>
                    <a:pt x="9421" y="8061"/>
                    <a:pt x="9523" y="8636"/>
                    <a:pt x="9641" y="9301"/>
                  </a:cubicBezTo>
                  <a:cubicBezTo>
                    <a:pt x="9967" y="11126"/>
                    <a:pt x="10413" y="13622"/>
                    <a:pt x="8945" y="14052"/>
                  </a:cubicBezTo>
                  <a:cubicBezTo>
                    <a:pt x="7823" y="14381"/>
                    <a:pt x="6377" y="14565"/>
                    <a:pt x="5029" y="14565"/>
                  </a:cubicBezTo>
                  <a:cubicBezTo>
                    <a:pt x="3482" y="14565"/>
                    <a:pt x="2064" y="14323"/>
                    <a:pt x="1409" y="13781"/>
                  </a:cubicBezTo>
                  <a:cubicBezTo>
                    <a:pt x="660" y="13160"/>
                    <a:pt x="1053" y="11915"/>
                    <a:pt x="1506" y="10473"/>
                  </a:cubicBezTo>
                  <a:cubicBezTo>
                    <a:pt x="1786" y="9584"/>
                    <a:pt x="2075" y="8664"/>
                    <a:pt x="2144" y="7751"/>
                  </a:cubicBezTo>
                  <a:cubicBezTo>
                    <a:pt x="2303" y="5674"/>
                    <a:pt x="2811" y="2077"/>
                    <a:pt x="2943" y="1153"/>
                  </a:cubicBezTo>
                  <a:lnTo>
                    <a:pt x="8610" y="595"/>
                  </a:lnTo>
                  <a:close/>
                  <a:moveTo>
                    <a:pt x="8833" y="0"/>
                  </a:moveTo>
                  <a:cubicBezTo>
                    <a:pt x="8826" y="0"/>
                    <a:pt x="8820" y="1"/>
                    <a:pt x="8814" y="1"/>
                  </a:cubicBezTo>
                  <a:lnTo>
                    <a:pt x="2665" y="608"/>
                  </a:lnTo>
                  <a:cubicBezTo>
                    <a:pt x="2535" y="621"/>
                    <a:pt x="2429" y="721"/>
                    <a:pt x="2411" y="850"/>
                  </a:cubicBezTo>
                  <a:cubicBezTo>
                    <a:pt x="2404" y="895"/>
                    <a:pt x="1758" y="5302"/>
                    <a:pt x="1575" y="7708"/>
                  </a:cubicBezTo>
                  <a:cubicBezTo>
                    <a:pt x="1511" y="8556"/>
                    <a:pt x="1231" y="9443"/>
                    <a:pt x="962" y="10302"/>
                  </a:cubicBezTo>
                  <a:cubicBezTo>
                    <a:pt x="467" y="11871"/>
                    <a:pt x="0" y="13354"/>
                    <a:pt x="1045" y="14220"/>
                  </a:cubicBezTo>
                  <a:cubicBezTo>
                    <a:pt x="1841" y="14880"/>
                    <a:pt x="3376" y="15142"/>
                    <a:pt x="4996" y="15142"/>
                  </a:cubicBezTo>
                  <a:cubicBezTo>
                    <a:pt x="6460" y="15142"/>
                    <a:pt x="7992" y="14927"/>
                    <a:pt x="9106" y="14600"/>
                  </a:cubicBezTo>
                  <a:cubicBezTo>
                    <a:pt x="11065" y="14026"/>
                    <a:pt x="10567" y="11238"/>
                    <a:pt x="10204" y="9201"/>
                  </a:cubicBezTo>
                  <a:cubicBezTo>
                    <a:pt x="10090" y="8565"/>
                    <a:pt x="9992" y="8015"/>
                    <a:pt x="9998" y="7682"/>
                  </a:cubicBezTo>
                  <a:cubicBezTo>
                    <a:pt x="10023" y="6251"/>
                    <a:pt x="9784" y="3552"/>
                    <a:pt x="9515" y="2234"/>
                  </a:cubicBezTo>
                  <a:cubicBezTo>
                    <a:pt x="9253" y="949"/>
                    <a:pt x="9123" y="236"/>
                    <a:pt x="9123" y="234"/>
                  </a:cubicBezTo>
                  <a:cubicBezTo>
                    <a:pt x="9098" y="94"/>
                    <a:pt x="8973" y="0"/>
                    <a:pt x="88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730;p44">
              <a:extLst>
                <a:ext uri="{FF2B5EF4-FFF2-40B4-BE49-F238E27FC236}">
                  <a16:creationId xmlns:a16="http://schemas.microsoft.com/office/drawing/2014/main" id="{A1C8CA4C-84D7-4BDD-8C9E-7B815CA1B53A}"/>
                </a:ext>
              </a:extLst>
            </p:cNvPr>
            <p:cNvSpPr/>
            <p:nvPr/>
          </p:nvSpPr>
          <p:spPr>
            <a:xfrm>
              <a:off x="610505" y="4743498"/>
              <a:ext cx="58499" cy="95872"/>
            </a:xfrm>
            <a:custGeom>
              <a:avLst/>
              <a:gdLst/>
              <a:ahLst/>
              <a:cxnLst/>
              <a:rect l="l" t="t" r="r" b="b"/>
              <a:pathLst>
                <a:path w="3968" h="6503" extrusionOk="0">
                  <a:moveTo>
                    <a:pt x="3521" y="0"/>
                  </a:moveTo>
                  <a:lnTo>
                    <a:pt x="1238" y="32"/>
                  </a:lnTo>
                  <a:cubicBezTo>
                    <a:pt x="1238" y="32"/>
                    <a:pt x="0" y="6503"/>
                    <a:pt x="1324" y="6503"/>
                  </a:cubicBezTo>
                  <a:cubicBezTo>
                    <a:pt x="1326" y="6503"/>
                    <a:pt x="1328" y="6503"/>
                    <a:pt x="1330" y="6503"/>
                  </a:cubicBezTo>
                  <a:cubicBezTo>
                    <a:pt x="2661" y="6484"/>
                    <a:pt x="3613" y="6470"/>
                    <a:pt x="3790" y="5517"/>
                  </a:cubicBezTo>
                  <a:cubicBezTo>
                    <a:pt x="3967" y="4562"/>
                    <a:pt x="3521" y="0"/>
                    <a:pt x="35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731;p44">
              <a:extLst>
                <a:ext uri="{FF2B5EF4-FFF2-40B4-BE49-F238E27FC236}">
                  <a16:creationId xmlns:a16="http://schemas.microsoft.com/office/drawing/2014/main" id="{498CC750-D822-41CE-823B-3713988C056D}"/>
                </a:ext>
              </a:extLst>
            </p:cNvPr>
            <p:cNvSpPr/>
            <p:nvPr/>
          </p:nvSpPr>
          <p:spPr>
            <a:xfrm>
              <a:off x="609783" y="4739267"/>
              <a:ext cx="63408" cy="104319"/>
            </a:xfrm>
            <a:custGeom>
              <a:avLst/>
              <a:gdLst/>
              <a:ahLst/>
              <a:cxnLst/>
              <a:rect l="l" t="t" r="r" b="b"/>
              <a:pathLst>
                <a:path w="4301" h="7076" extrusionOk="0">
                  <a:moveTo>
                    <a:pt x="3312" y="577"/>
                  </a:moveTo>
                  <a:cubicBezTo>
                    <a:pt x="3444" y="1993"/>
                    <a:pt x="3689" y="5048"/>
                    <a:pt x="3558" y="5751"/>
                  </a:cubicBezTo>
                  <a:cubicBezTo>
                    <a:pt x="3430" y="6445"/>
                    <a:pt x="2758" y="6485"/>
                    <a:pt x="1374" y="6505"/>
                  </a:cubicBezTo>
                  <a:cubicBezTo>
                    <a:pt x="1360" y="6505"/>
                    <a:pt x="1332" y="6505"/>
                    <a:pt x="1293" y="6457"/>
                  </a:cubicBezTo>
                  <a:cubicBezTo>
                    <a:pt x="785" y="5852"/>
                    <a:pt x="1153" y="2641"/>
                    <a:pt x="1525" y="602"/>
                  </a:cubicBezTo>
                  <a:lnTo>
                    <a:pt x="3312" y="577"/>
                  </a:lnTo>
                  <a:close/>
                  <a:moveTo>
                    <a:pt x="3584" y="1"/>
                  </a:moveTo>
                  <a:cubicBezTo>
                    <a:pt x="3578" y="1"/>
                    <a:pt x="3572" y="1"/>
                    <a:pt x="3566" y="1"/>
                  </a:cubicBezTo>
                  <a:lnTo>
                    <a:pt x="1283" y="34"/>
                  </a:lnTo>
                  <a:cubicBezTo>
                    <a:pt x="1147" y="36"/>
                    <a:pt x="1032" y="133"/>
                    <a:pt x="1007" y="266"/>
                  </a:cubicBezTo>
                  <a:cubicBezTo>
                    <a:pt x="832" y="1182"/>
                    <a:pt x="0" y="5806"/>
                    <a:pt x="856" y="6824"/>
                  </a:cubicBezTo>
                  <a:cubicBezTo>
                    <a:pt x="993" y="6989"/>
                    <a:pt x="1172" y="7075"/>
                    <a:pt x="1373" y="7075"/>
                  </a:cubicBezTo>
                  <a:lnTo>
                    <a:pt x="1382" y="7075"/>
                  </a:lnTo>
                  <a:cubicBezTo>
                    <a:pt x="2733" y="7056"/>
                    <a:pt x="3900" y="7040"/>
                    <a:pt x="4119" y="5856"/>
                  </a:cubicBezTo>
                  <a:cubicBezTo>
                    <a:pt x="4301" y="4872"/>
                    <a:pt x="3873" y="447"/>
                    <a:pt x="3854" y="259"/>
                  </a:cubicBezTo>
                  <a:cubicBezTo>
                    <a:pt x="3841" y="118"/>
                    <a:pt x="3709" y="1"/>
                    <a:pt x="3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732;p44">
              <a:extLst>
                <a:ext uri="{FF2B5EF4-FFF2-40B4-BE49-F238E27FC236}">
                  <a16:creationId xmlns:a16="http://schemas.microsoft.com/office/drawing/2014/main" id="{3BF2C4FD-AB56-440A-8566-FD3444644D43}"/>
                </a:ext>
              </a:extLst>
            </p:cNvPr>
            <p:cNvSpPr/>
            <p:nvPr/>
          </p:nvSpPr>
          <p:spPr>
            <a:xfrm>
              <a:off x="570228" y="4896660"/>
              <a:ext cx="140233" cy="35412"/>
            </a:xfrm>
            <a:custGeom>
              <a:avLst/>
              <a:gdLst/>
              <a:ahLst/>
              <a:cxnLst/>
              <a:rect l="l" t="t" r="r" b="b"/>
              <a:pathLst>
                <a:path w="9512" h="2402" extrusionOk="0">
                  <a:moveTo>
                    <a:pt x="9511" y="0"/>
                  </a:moveTo>
                  <a:lnTo>
                    <a:pt x="9511" y="0"/>
                  </a:lnTo>
                  <a:cubicBezTo>
                    <a:pt x="8468" y="545"/>
                    <a:pt x="6728" y="835"/>
                    <a:pt x="3747" y="876"/>
                  </a:cubicBezTo>
                  <a:cubicBezTo>
                    <a:pt x="3609" y="878"/>
                    <a:pt x="3474" y="879"/>
                    <a:pt x="3344" y="879"/>
                  </a:cubicBezTo>
                  <a:cubicBezTo>
                    <a:pt x="1606" y="879"/>
                    <a:pt x="594" y="710"/>
                    <a:pt x="0" y="519"/>
                  </a:cubicBezTo>
                  <a:lnTo>
                    <a:pt x="0" y="519"/>
                  </a:lnTo>
                  <a:cubicBezTo>
                    <a:pt x="38" y="926"/>
                    <a:pt x="184" y="1279"/>
                    <a:pt x="508" y="1547"/>
                  </a:cubicBezTo>
                  <a:cubicBezTo>
                    <a:pt x="1243" y="2156"/>
                    <a:pt x="2709" y="2402"/>
                    <a:pt x="4270" y="2402"/>
                  </a:cubicBezTo>
                  <a:cubicBezTo>
                    <a:pt x="5700" y="2402"/>
                    <a:pt x="7209" y="2195"/>
                    <a:pt x="8307" y="1873"/>
                  </a:cubicBezTo>
                  <a:cubicBezTo>
                    <a:pt x="9122" y="1634"/>
                    <a:pt x="9436" y="904"/>
                    <a:pt x="95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733;p44">
              <a:extLst>
                <a:ext uri="{FF2B5EF4-FFF2-40B4-BE49-F238E27FC236}">
                  <a16:creationId xmlns:a16="http://schemas.microsoft.com/office/drawing/2014/main" id="{AFB005F4-C48E-4EA3-8F18-20AEAE1A10BC}"/>
                </a:ext>
              </a:extLst>
            </p:cNvPr>
            <p:cNvSpPr/>
            <p:nvPr/>
          </p:nvSpPr>
          <p:spPr>
            <a:xfrm>
              <a:off x="565894" y="4892429"/>
              <a:ext cx="148975" cy="43874"/>
            </a:xfrm>
            <a:custGeom>
              <a:avLst/>
              <a:gdLst/>
              <a:ahLst/>
              <a:cxnLst/>
              <a:rect l="l" t="t" r="r" b="b"/>
              <a:pathLst>
                <a:path w="10105" h="2976" extrusionOk="0">
                  <a:moveTo>
                    <a:pt x="9448" y="759"/>
                  </a:moveTo>
                  <a:cubicBezTo>
                    <a:pt x="9310" y="1381"/>
                    <a:pt x="9009" y="1743"/>
                    <a:pt x="8520" y="1886"/>
                  </a:cubicBezTo>
                  <a:cubicBezTo>
                    <a:pt x="7398" y="2215"/>
                    <a:pt x="5952" y="2399"/>
                    <a:pt x="4604" y="2399"/>
                  </a:cubicBezTo>
                  <a:cubicBezTo>
                    <a:pt x="3057" y="2399"/>
                    <a:pt x="1639" y="2157"/>
                    <a:pt x="984" y="1615"/>
                  </a:cubicBezTo>
                  <a:cubicBezTo>
                    <a:pt x="850" y="1505"/>
                    <a:pt x="744" y="1364"/>
                    <a:pt x="678" y="1204"/>
                  </a:cubicBezTo>
                  <a:lnTo>
                    <a:pt x="678" y="1204"/>
                  </a:lnTo>
                  <a:cubicBezTo>
                    <a:pt x="1427" y="1371"/>
                    <a:pt x="2430" y="1451"/>
                    <a:pt x="3669" y="1451"/>
                  </a:cubicBezTo>
                  <a:cubicBezTo>
                    <a:pt x="3792" y="1451"/>
                    <a:pt x="3918" y="1450"/>
                    <a:pt x="4046" y="1448"/>
                  </a:cubicBezTo>
                  <a:cubicBezTo>
                    <a:pt x="6602" y="1413"/>
                    <a:pt x="8306" y="1198"/>
                    <a:pt x="9448" y="759"/>
                  </a:cubicBezTo>
                  <a:close/>
                  <a:moveTo>
                    <a:pt x="9805" y="1"/>
                  </a:moveTo>
                  <a:cubicBezTo>
                    <a:pt x="9762" y="1"/>
                    <a:pt x="9716" y="11"/>
                    <a:pt x="9673" y="34"/>
                  </a:cubicBezTo>
                  <a:cubicBezTo>
                    <a:pt x="8647" y="571"/>
                    <a:pt x="6855" y="838"/>
                    <a:pt x="4038" y="879"/>
                  </a:cubicBezTo>
                  <a:cubicBezTo>
                    <a:pt x="3917" y="880"/>
                    <a:pt x="3798" y="881"/>
                    <a:pt x="3681" y="881"/>
                  </a:cubicBezTo>
                  <a:cubicBezTo>
                    <a:pt x="2212" y="881"/>
                    <a:pt x="1106" y="767"/>
                    <a:pt x="381" y="534"/>
                  </a:cubicBezTo>
                  <a:cubicBezTo>
                    <a:pt x="352" y="525"/>
                    <a:pt x="323" y="520"/>
                    <a:pt x="294" y="520"/>
                  </a:cubicBezTo>
                  <a:cubicBezTo>
                    <a:pt x="230" y="520"/>
                    <a:pt x="167" y="542"/>
                    <a:pt x="116" y="583"/>
                  </a:cubicBezTo>
                  <a:cubicBezTo>
                    <a:pt x="41" y="644"/>
                    <a:pt x="1" y="737"/>
                    <a:pt x="9" y="833"/>
                  </a:cubicBezTo>
                  <a:cubicBezTo>
                    <a:pt x="58" y="1355"/>
                    <a:pt x="258" y="1755"/>
                    <a:pt x="620" y="2054"/>
                  </a:cubicBezTo>
                  <a:cubicBezTo>
                    <a:pt x="1416" y="2714"/>
                    <a:pt x="2951" y="2976"/>
                    <a:pt x="4571" y="2976"/>
                  </a:cubicBezTo>
                  <a:cubicBezTo>
                    <a:pt x="6035" y="2976"/>
                    <a:pt x="7567" y="2761"/>
                    <a:pt x="8681" y="2434"/>
                  </a:cubicBezTo>
                  <a:cubicBezTo>
                    <a:pt x="9520" y="2189"/>
                    <a:pt x="9994" y="1473"/>
                    <a:pt x="10090" y="310"/>
                  </a:cubicBezTo>
                  <a:cubicBezTo>
                    <a:pt x="10105" y="135"/>
                    <a:pt x="9963" y="1"/>
                    <a:pt x="98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734;p44">
              <a:extLst>
                <a:ext uri="{FF2B5EF4-FFF2-40B4-BE49-F238E27FC236}">
                  <a16:creationId xmlns:a16="http://schemas.microsoft.com/office/drawing/2014/main" id="{38679AD1-0B10-4BB6-B83B-7013DF3DFE5C}"/>
                </a:ext>
              </a:extLst>
            </p:cNvPr>
            <p:cNvSpPr/>
            <p:nvPr/>
          </p:nvSpPr>
          <p:spPr>
            <a:xfrm>
              <a:off x="574916" y="4664728"/>
              <a:ext cx="131918" cy="88442"/>
            </a:xfrm>
            <a:custGeom>
              <a:avLst/>
              <a:gdLst/>
              <a:ahLst/>
              <a:cxnLst/>
              <a:rect l="l" t="t" r="r" b="b"/>
              <a:pathLst>
                <a:path w="8948" h="5999" extrusionOk="0">
                  <a:moveTo>
                    <a:pt x="8285" y="0"/>
                  </a:moveTo>
                  <a:cubicBezTo>
                    <a:pt x="8261" y="0"/>
                    <a:pt x="8237" y="2"/>
                    <a:pt x="8212" y="4"/>
                  </a:cubicBezTo>
                  <a:lnTo>
                    <a:pt x="620" y="835"/>
                  </a:lnTo>
                  <a:cubicBezTo>
                    <a:pt x="262" y="875"/>
                    <a:pt x="1" y="1196"/>
                    <a:pt x="35" y="1556"/>
                  </a:cubicBezTo>
                  <a:lnTo>
                    <a:pt x="412" y="5403"/>
                  </a:lnTo>
                  <a:cubicBezTo>
                    <a:pt x="444" y="5743"/>
                    <a:pt x="729" y="5998"/>
                    <a:pt x="1066" y="5998"/>
                  </a:cubicBezTo>
                  <a:cubicBezTo>
                    <a:pt x="1081" y="5998"/>
                    <a:pt x="1096" y="5998"/>
                    <a:pt x="1111" y="5997"/>
                  </a:cubicBezTo>
                  <a:lnTo>
                    <a:pt x="8278" y="5531"/>
                  </a:lnTo>
                  <a:cubicBezTo>
                    <a:pt x="8623" y="5509"/>
                    <a:pt x="8891" y="5225"/>
                    <a:pt x="8896" y="4880"/>
                  </a:cubicBezTo>
                  <a:lnTo>
                    <a:pt x="8943" y="668"/>
                  </a:lnTo>
                  <a:cubicBezTo>
                    <a:pt x="8948" y="297"/>
                    <a:pt x="8647" y="0"/>
                    <a:pt x="82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735;p44">
              <a:extLst>
                <a:ext uri="{FF2B5EF4-FFF2-40B4-BE49-F238E27FC236}">
                  <a16:creationId xmlns:a16="http://schemas.microsoft.com/office/drawing/2014/main" id="{317D85A9-306B-47E0-8D90-7609D1138541}"/>
                </a:ext>
              </a:extLst>
            </p:cNvPr>
            <p:cNvSpPr/>
            <p:nvPr/>
          </p:nvSpPr>
          <p:spPr>
            <a:xfrm>
              <a:off x="570538" y="4660496"/>
              <a:ext cx="140557" cy="96874"/>
            </a:xfrm>
            <a:custGeom>
              <a:avLst/>
              <a:gdLst/>
              <a:ahLst/>
              <a:cxnLst/>
              <a:rect l="l" t="t" r="r" b="b"/>
              <a:pathLst>
                <a:path w="9534" h="6571" extrusionOk="0">
                  <a:moveTo>
                    <a:pt x="8582" y="572"/>
                  </a:moveTo>
                  <a:lnTo>
                    <a:pt x="8583" y="573"/>
                  </a:lnTo>
                  <a:cubicBezTo>
                    <a:pt x="8790" y="573"/>
                    <a:pt x="8958" y="743"/>
                    <a:pt x="8956" y="951"/>
                  </a:cubicBezTo>
                  <a:lnTo>
                    <a:pt x="8907" y="5164"/>
                  </a:lnTo>
                  <a:cubicBezTo>
                    <a:pt x="8903" y="5360"/>
                    <a:pt x="8752" y="5521"/>
                    <a:pt x="8557" y="5534"/>
                  </a:cubicBezTo>
                  <a:lnTo>
                    <a:pt x="1389" y="5999"/>
                  </a:lnTo>
                  <a:cubicBezTo>
                    <a:pt x="1380" y="6000"/>
                    <a:pt x="1370" y="6000"/>
                    <a:pt x="1361" y="6000"/>
                  </a:cubicBezTo>
                  <a:cubicBezTo>
                    <a:pt x="1171" y="6000"/>
                    <a:pt x="1009" y="5855"/>
                    <a:pt x="992" y="5662"/>
                  </a:cubicBezTo>
                  <a:lnTo>
                    <a:pt x="617" y="1815"/>
                  </a:lnTo>
                  <a:cubicBezTo>
                    <a:pt x="598" y="1611"/>
                    <a:pt x="746" y="1430"/>
                    <a:pt x="949" y="1407"/>
                  </a:cubicBezTo>
                  <a:lnTo>
                    <a:pt x="8540" y="574"/>
                  </a:lnTo>
                  <a:cubicBezTo>
                    <a:pt x="8553" y="573"/>
                    <a:pt x="8567" y="572"/>
                    <a:pt x="8582" y="572"/>
                  </a:cubicBezTo>
                  <a:close/>
                  <a:moveTo>
                    <a:pt x="8583" y="1"/>
                  </a:moveTo>
                  <a:cubicBezTo>
                    <a:pt x="8549" y="1"/>
                    <a:pt x="8514" y="3"/>
                    <a:pt x="8478" y="7"/>
                  </a:cubicBezTo>
                  <a:lnTo>
                    <a:pt x="887" y="838"/>
                  </a:lnTo>
                  <a:cubicBezTo>
                    <a:pt x="374" y="896"/>
                    <a:pt x="1" y="1355"/>
                    <a:pt x="50" y="1870"/>
                  </a:cubicBezTo>
                  <a:lnTo>
                    <a:pt x="425" y="5717"/>
                  </a:lnTo>
                  <a:cubicBezTo>
                    <a:pt x="469" y="6201"/>
                    <a:pt x="876" y="6571"/>
                    <a:pt x="1362" y="6571"/>
                  </a:cubicBezTo>
                  <a:cubicBezTo>
                    <a:pt x="1384" y="6571"/>
                    <a:pt x="1404" y="6571"/>
                    <a:pt x="1426" y="6570"/>
                  </a:cubicBezTo>
                  <a:lnTo>
                    <a:pt x="8594" y="6103"/>
                  </a:lnTo>
                  <a:cubicBezTo>
                    <a:pt x="9086" y="6070"/>
                    <a:pt x="9471" y="5664"/>
                    <a:pt x="9479" y="5171"/>
                  </a:cubicBezTo>
                  <a:lnTo>
                    <a:pt x="9526" y="958"/>
                  </a:lnTo>
                  <a:cubicBezTo>
                    <a:pt x="9533" y="426"/>
                    <a:pt x="9102" y="1"/>
                    <a:pt x="85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736;p44">
              <a:extLst>
                <a:ext uri="{FF2B5EF4-FFF2-40B4-BE49-F238E27FC236}">
                  <a16:creationId xmlns:a16="http://schemas.microsoft.com/office/drawing/2014/main" id="{F57124B5-B341-430E-9631-C1940A453C1C}"/>
                </a:ext>
              </a:extLst>
            </p:cNvPr>
            <p:cNvSpPr/>
            <p:nvPr/>
          </p:nvSpPr>
          <p:spPr>
            <a:xfrm>
              <a:off x="754261" y="4629109"/>
              <a:ext cx="163703" cy="113725"/>
            </a:xfrm>
            <a:custGeom>
              <a:avLst/>
              <a:gdLst/>
              <a:ahLst/>
              <a:cxnLst/>
              <a:rect l="l" t="t" r="r" b="b"/>
              <a:pathLst>
                <a:path w="11104" h="7714" extrusionOk="0">
                  <a:moveTo>
                    <a:pt x="10095" y="1"/>
                  </a:moveTo>
                  <a:cubicBezTo>
                    <a:pt x="10009" y="1"/>
                    <a:pt x="9922" y="15"/>
                    <a:pt x="9835" y="45"/>
                  </a:cubicBezTo>
                  <a:lnTo>
                    <a:pt x="602" y="3237"/>
                  </a:lnTo>
                  <a:cubicBezTo>
                    <a:pt x="206" y="3374"/>
                    <a:pt x="1" y="3793"/>
                    <a:pt x="140" y="4183"/>
                  </a:cubicBezTo>
                  <a:lnTo>
                    <a:pt x="1210" y="7194"/>
                  </a:lnTo>
                  <a:cubicBezTo>
                    <a:pt x="1323" y="7511"/>
                    <a:pt x="1630" y="7714"/>
                    <a:pt x="1958" y="7714"/>
                  </a:cubicBezTo>
                  <a:cubicBezTo>
                    <a:pt x="2033" y="7714"/>
                    <a:pt x="2108" y="7703"/>
                    <a:pt x="2183" y="7681"/>
                  </a:cubicBezTo>
                  <a:lnTo>
                    <a:pt x="10546" y="5222"/>
                  </a:lnTo>
                  <a:cubicBezTo>
                    <a:pt x="10882" y="5123"/>
                    <a:pt x="11104" y="4816"/>
                    <a:pt x="11085" y="4474"/>
                  </a:cubicBezTo>
                  <a:lnTo>
                    <a:pt x="10885" y="730"/>
                  </a:lnTo>
                  <a:cubicBezTo>
                    <a:pt x="10863" y="310"/>
                    <a:pt x="10498" y="1"/>
                    <a:pt x="100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737;p44">
              <a:extLst>
                <a:ext uri="{FF2B5EF4-FFF2-40B4-BE49-F238E27FC236}">
                  <a16:creationId xmlns:a16="http://schemas.microsoft.com/office/drawing/2014/main" id="{E5C078AD-35DE-407F-9AD5-597844857E93}"/>
                </a:ext>
              </a:extLst>
            </p:cNvPr>
            <p:cNvSpPr/>
            <p:nvPr/>
          </p:nvSpPr>
          <p:spPr>
            <a:xfrm>
              <a:off x="750974" y="4624908"/>
              <a:ext cx="171310" cy="122158"/>
            </a:xfrm>
            <a:custGeom>
              <a:avLst/>
              <a:gdLst/>
              <a:ahLst/>
              <a:cxnLst/>
              <a:rect l="l" t="t" r="r" b="b"/>
              <a:pathLst>
                <a:path w="11620" h="8286" extrusionOk="0">
                  <a:moveTo>
                    <a:pt x="10320" y="571"/>
                  </a:moveTo>
                  <a:cubicBezTo>
                    <a:pt x="10422" y="572"/>
                    <a:pt x="10522" y="603"/>
                    <a:pt x="10607" y="660"/>
                  </a:cubicBezTo>
                  <a:cubicBezTo>
                    <a:pt x="10733" y="743"/>
                    <a:pt x="10814" y="880"/>
                    <a:pt x="10822" y="1030"/>
                  </a:cubicBezTo>
                  <a:lnTo>
                    <a:pt x="11023" y="4775"/>
                  </a:lnTo>
                  <a:cubicBezTo>
                    <a:pt x="11034" y="4984"/>
                    <a:pt x="10896" y="5172"/>
                    <a:pt x="10689" y="5234"/>
                  </a:cubicBezTo>
                  <a:lnTo>
                    <a:pt x="2325" y="7693"/>
                  </a:lnTo>
                  <a:cubicBezTo>
                    <a:pt x="2277" y="7707"/>
                    <a:pt x="2229" y="7714"/>
                    <a:pt x="2181" y="7714"/>
                  </a:cubicBezTo>
                  <a:cubicBezTo>
                    <a:pt x="1971" y="7714"/>
                    <a:pt x="1773" y="7584"/>
                    <a:pt x="1701" y="7383"/>
                  </a:cubicBezTo>
                  <a:lnTo>
                    <a:pt x="631" y="4372"/>
                  </a:lnTo>
                  <a:cubicBezTo>
                    <a:pt x="591" y="4260"/>
                    <a:pt x="597" y="4136"/>
                    <a:pt x="649" y="4028"/>
                  </a:cubicBezTo>
                  <a:cubicBezTo>
                    <a:pt x="703" y="3916"/>
                    <a:pt x="801" y="3832"/>
                    <a:pt x="918" y="3793"/>
                  </a:cubicBezTo>
                  <a:lnTo>
                    <a:pt x="10151" y="601"/>
                  </a:lnTo>
                  <a:cubicBezTo>
                    <a:pt x="10206" y="581"/>
                    <a:pt x="10262" y="571"/>
                    <a:pt x="10320" y="571"/>
                  </a:cubicBezTo>
                  <a:close/>
                  <a:moveTo>
                    <a:pt x="10320" y="1"/>
                  </a:moveTo>
                  <a:cubicBezTo>
                    <a:pt x="10200" y="1"/>
                    <a:pt x="10080" y="20"/>
                    <a:pt x="9964" y="60"/>
                  </a:cubicBezTo>
                  <a:lnTo>
                    <a:pt x="732" y="3252"/>
                  </a:lnTo>
                  <a:cubicBezTo>
                    <a:pt x="469" y="3341"/>
                    <a:pt x="254" y="3532"/>
                    <a:pt x="135" y="3782"/>
                  </a:cubicBezTo>
                  <a:cubicBezTo>
                    <a:pt x="16" y="4025"/>
                    <a:pt x="1" y="4308"/>
                    <a:pt x="93" y="4563"/>
                  </a:cubicBezTo>
                  <a:lnTo>
                    <a:pt x="1163" y="7575"/>
                  </a:lnTo>
                  <a:cubicBezTo>
                    <a:pt x="1318" y="8011"/>
                    <a:pt x="1732" y="8286"/>
                    <a:pt x="2177" y="8286"/>
                  </a:cubicBezTo>
                  <a:cubicBezTo>
                    <a:pt x="2282" y="8286"/>
                    <a:pt x="2386" y="8270"/>
                    <a:pt x="2486" y="8241"/>
                  </a:cubicBezTo>
                  <a:lnTo>
                    <a:pt x="10849" y="5781"/>
                  </a:lnTo>
                  <a:cubicBezTo>
                    <a:pt x="11313" y="5645"/>
                    <a:pt x="11619" y="5219"/>
                    <a:pt x="11593" y="4745"/>
                  </a:cubicBezTo>
                  <a:lnTo>
                    <a:pt x="11393" y="1000"/>
                  </a:lnTo>
                  <a:cubicBezTo>
                    <a:pt x="11375" y="671"/>
                    <a:pt x="11205" y="375"/>
                    <a:pt x="10927" y="187"/>
                  </a:cubicBezTo>
                  <a:cubicBezTo>
                    <a:pt x="10745" y="64"/>
                    <a:pt x="10534" y="1"/>
                    <a:pt x="103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754;p44">
              <a:extLst>
                <a:ext uri="{FF2B5EF4-FFF2-40B4-BE49-F238E27FC236}">
                  <a16:creationId xmlns:a16="http://schemas.microsoft.com/office/drawing/2014/main" id="{BE073465-4936-472D-A082-E50553C34586}"/>
                </a:ext>
              </a:extLst>
            </p:cNvPr>
            <p:cNvSpPr/>
            <p:nvPr/>
          </p:nvSpPr>
          <p:spPr>
            <a:xfrm>
              <a:off x="1604341" y="3258347"/>
              <a:ext cx="72593" cy="8433"/>
            </a:xfrm>
            <a:custGeom>
              <a:avLst/>
              <a:gdLst/>
              <a:ahLst/>
              <a:cxnLst/>
              <a:rect l="l" t="t" r="r" b="b"/>
              <a:pathLst>
                <a:path w="4924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642" y="571"/>
                  </a:lnTo>
                  <a:lnTo>
                    <a:pt x="1642" y="0"/>
                  </a:lnTo>
                  <a:close/>
                  <a:moveTo>
                    <a:pt x="3283" y="0"/>
                  </a:moveTo>
                  <a:lnTo>
                    <a:pt x="3283" y="571"/>
                  </a:lnTo>
                  <a:lnTo>
                    <a:pt x="4923" y="571"/>
                  </a:lnTo>
                  <a:lnTo>
                    <a:pt x="49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755;p44">
              <a:extLst>
                <a:ext uri="{FF2B5EF4-FFF2-40B4-BE49-F238E27FC236}">
                  <a16:creationId xmlns:a16="http://schemas.microsoft.com/office/drawing/2014/main" id="{8FDBEA5D-F73A-40F1-9DBE-22CFFD217864}"/>
                </a:ext>
              </a:extLst>
            </p:cNvPr>
            <p:cNvSpPr/>
            <p:nvPr/>
          </p:nvSpPr>
          <p:spPr>
            <a:xfrm>
              <a:off x="1567514" y="3258347"/>
              <a:ext cx="12635" cy="8433"/>
            </a:xfrm>
            <a:custGeom>
              <a:avLst/>
              <a:gdLst/>
              <a:ahLst/>
              <a:cxnLst/>
              <a:rect l="l" t="t" r="r" b="b"/>
              <a:pathLst>
                <a:path w="857" h="572" extrusionOk="0">
                  <a:moveTo>
                    <a:pt x="0" y="0"/>
                  </a:moveTo>
                  <a:lnTo>
                    <a:pt x="0" y="571"/>
                  </a:lnTo>
                  <a:lnTo>
                    <a:pt x="857" y="571"/>
                  </a:lnTo>
                  <a:lnTo>
                    <a:pt x="85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756;p44">
              <a:extLst>
                <a:ext uri="{FF2B5EF4-FFF2-40B4-BE49-F238E27FC236}">
                  <a16:creationId xmlns:a16="http://schemas.microsoft.com/office/drawing/2014/main" id="{C5153198-B169-4597-BBFE-706CCAD86866}"/>
                </a:ext>
              </a:extLst>
            </p:cNvPr>
            <p:cNvSpPr/>
            <p:nvPr/>
          </p:nvSpPr>
          <p:spPr>
            <a:xfrm>
              <a:off x="1539178" y="3231928"/>
              <a:ext cx="52101" cy="60150"/>
            </a:xfrm>
            <a:custGeom>
              <a:avLst/>
              <a:gdLst/>
              <a:ahLst/>
              <a:cxnLst/>
              <a:rect l="l" t="t" r="r" b="b"/>
              <a:pathLst>
                <a:path w="3534" h="4080" extrusionOk="0">
                  <a:moveTo>
                    <a:pt x="3533" y="1"/>
                  </a:moveTo>
                  <a:lnTo>
                    <a:pt x="0" y="2040"/>
                  </a:lnTo>
                  <a:lnTo>
                    <a:pt x="3533" y="4080"/>
                  </a:lnTo>
                  <a:lnTo>
                    <a:pt x="35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172295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242199" y="2033141"/>
            <a:ext cx="418658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32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Решение задачи (бета-версия)</a:t>
            </a:r>
            <a:endParaRPr lang="ru-RU" sz="6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966" y="231775"/>
            <a:ext cx="4641726" cy="454710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login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Логин: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pwd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Пароль: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authentication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login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pwd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dict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+mn-lt"/>
              </a:rPr>
              <a:t>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Здравствуйте, </a:t>
            </a:r>
            <a:r>
              <a:rPr lang="ru-RU" sz="1000" b="1" dirty="0">
                <a:solidFill>
                  <a:srgbClr val="000080"/>
                </a:solidFill>
                <a:latin typeface="+mn-lt"/>
              </a:rPr>
              <a:t>{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'Name'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lang="ru-RU" sz="1000" b="1" dirty="0">
                <a:solidFill>
                  <a:srgbClr val="000080"/>
                </a:solidFill>
                <a:latin typeface="+mn-lt"/>
              </a:rPr>
              <a:t>}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'Position'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менеджер проекта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show_manager_info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'ProjectId'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id_upd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Изменение премии.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сотрудника (0 - отмена):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id_upd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id_upd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!=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'Id'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is_employee_in_project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id_upd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'ProjectId'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new_bonus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Новая премия: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update_employee_bonus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id_upd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new_bonus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else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Невозможно изменить премию для данного сотрудника"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id_del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Удаление сотрудника.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сотрудника (0 - отмена):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id_del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id_del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!=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'Id'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delete_employee_from_project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id_del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'ProjectId'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else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Невозможно удалить данного сотрудника из проекта"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else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show_employee_info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'Id'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else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Доступ запрещен"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3322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242199" y="2033141"/>
            <a:ext cx="360268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32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Тестирование бета-версии</a:t>
            </a:r>
            <a:endParaRPr lang="ru-RU" sz="6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1152" y="300677"/>
            <a:ext cx="5049350" cy="45421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__________________________________________________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Логин: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sidorovs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Пароль: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zayka88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Здравствуйте, Сидоров С.С.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Информация для менеджера: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{'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Id': 2, 'Name': '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Петров П.П.', '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Pay': 101000}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{'Id': 3, 'Name': '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Сидоров С.С.', '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Pay': 130000}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Изменение премии.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сотрудника (0 - отмена):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Новая премия: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Удаление сотрудника.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сотрудника (0 - отмена):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solidFill>
                <a:srgbClr val="008000"/>
              </a:solidFill>
              <a:latin typeface="+mn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__________________________________________________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Логин: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sidorovs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Пароль: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zayka88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Здравствуйте, Сидоров С.С.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Информация для менеджера: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{'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Id': 2, 'Name': '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Петров П.П.', '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Pay': 111000}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{'Id': 3, 'Name': '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Сидоров С.С.', '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Pay': 130000}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Изменение премии.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сотрудника (0 - отмена):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Удаление сотрудника.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сотрудника (0 - отмена):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solidFill>
                <a:srgbClr val="008000"/>
              </a:solidFill>
              <a:latin typeface="+mn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__________________________________________________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Логин: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sidorovs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Пароль: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Доступ запрещен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2523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242199" y="2033141"/>
            <a:ext cx="360268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ru-RU" sz="32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SQL-</a:t>
            </a:r>
            <a:r>
              <a:rPr lang="ru-RU" altLang="ru-RU" sz="32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инъекции: уязвимый код</a:t>
            </a:r>
            <a:endParaRPr lang="ru-RU" sz="6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5219" y="254230"/>
            <a:ext cx="4300204" cy="47845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bad_authentication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login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pwd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cursor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cur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execute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"SELECT E.Id, E.Name, E.Position, EP.ProjectId"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FROM Employees AS E, EmployeeProject AS EP"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WHERE E.Id = EP.EmployeeId"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AND E.Login = '{login}' AND E.Password = '{pwd}'"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format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login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login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pwd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pwd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return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fetchone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  <a:endParaRPr kumimoji="0" lang="ru-RU" sz="11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__________________________________________________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Логин: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ivanovi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Пароль: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ivanov123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Здравствуйте, Иванов И.И.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Информация для сотрудника: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{'Id': 1, 'Name': 'Иванов И.И.', 'Pay': 80000}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solidFill>
                <a:srgbClr val="008000"/>
              </a:solidFill>
              <a:latin typeface="+mn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__________________________________________________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Логин: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ivanovi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Пароль: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Доступ запрещен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solidFill>
                <a:srgbClr val="008000"/>
              </a:solidFill>
              <a:latin typeface="+mn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__________________________________________________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Логин: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ivanovi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Пароль: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123' OR 'a'='a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Здравствуйте, Иванов И.И.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Информация для сотрудника: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{'Id': 1, 'Name': 'Иванов И.И.', 'Pay': 80000}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30593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242199" y="2033141"/>
            <a:ext cx="360268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ru-RU" sz="32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SQL-</a:t>
            </a:r>
            <a:r>
              <a:rPr lang="ru-RU" altLang="ru-RU" sz="32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инъекции: защищенный код</a:t>
            </a:r>
            <a:endParaRPr lang="ru-RU" sz="6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966" y="416354"/>
            <a:ext cx="6051885" cy="40463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authentication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login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pwd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cursor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execute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"SELECT E.Id, E.Name, E.Position, EP.ProjectId"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FROM Employees AS E, EmployeeProject AS EP"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WHERE E.Id = EP.EmployeeId"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AND E.Login = :login AND E.Password = :pwd"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{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'login'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login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'pwd'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pwd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fetchone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authentication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login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pwd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cursor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execute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"SELECT E.Id, E.Name, E.Position, EP.ProjectId"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FROM Employees AS E, EmployeeProject AS EP"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WHERE E.Id = EP.EmployeeId"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" AND E.Login =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?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E.Password =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?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</a:t>
            </a: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login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pwd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fetchone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</a:t>
            </a:r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__________________________________________________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Логин: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ivanovi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Пароль: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123' OR 'a'='a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Доступ запрещен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1168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868568"/>
            <a:ext cx="9144000" cy="10153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1" y="160682"/>
            <a:ext cx="66718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kern="1200" dirty="0">
                <a:solidFill>
                  <a:schemeClr val="accent3"/>
                </a:solidFill>
                <a:latin typeface="+mj-lt"/>
              </a:rPr>
              <a:t>ORM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66261" y="1006894"/>
            <a:ext cx="822519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ru-RU" b="1" dirty="0">
                <a:solidFill>
                  <a:schemeClr val="tx1"/>
                </a:solidFill>
                <a:latin typeface="+mn-lt"/>
              </a:rPr>
              <a:t>ORM</a:t>
            </a:r>
            <a:r>
              <a:rPr lang="en-US" altLang="ru-RU" dirty="0">
                <a:solidFill>
                  <a:schemeClr val="tx1"/>
                </a:solidFill>
                <a:latin typeface="+mn-lt"/>
              </a:rPr>
              <a:t> (</a:t>
            </a:r>
            <a:r>
              <a:rPr lang="en-US" altLang="ru-RU" b="1" dirty="0">
                <a:solidFill>
                  <a:schemeClr val="tx1"/>
                </a:solidFill>
                <a:latin typeface="+mn-lt"/>
              </a:rPr>
              <a:t>Object-Relational Mapping </a:t>
            </a:r>
            <a:r>
              <a:rPr lang="en-US" altLang="ru-RU" dirty="0">
                <a:solidFill>
                  <a:schemeClr val="tx1"/>
                </a:solidFill>
                <a:latin typeface="+mn-lt"/>
              </a:rPr>
              <a:t>– 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объектно-реляционное преобразование) </a:t>
            </a:r>
            <a:r>
              <a:rPr lang="en-US" altLang="ru-RU" dirty="0">
                <a:solidFill>
                  <a:schemeClr val="tx1"/>
                </a:solidFill>
                <a:latin typeface="+mn-lt"/>
              </a:rPr>
              <a:t>–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 технология программирования, которая связывает базы данных с концепциями объектно-ориентированных языков программирования, создавая «виртуальную объектную базу данных» (</a:t>
            </a:r>
            <a:r>
              <a:rPr lang="en-US" altLang="ru-RU" dirty="0">
                <a:solidFill>
                  <a:schemeClr val="tx1"/>
                </a:solidFill>
                <a:latin typeface="+mn-lt"/>
              </a:rPr>
              <a:t>Wiki)</a:t>
            </a:r>
          </a:p>
        </p:txBody>
      </p:sp>
      <p:pic>
        <p:nvPicPr>
          <p:cNvPr id="117" name="Shape 86">
            <a:extLst>
              <a:ext uri="{FF2B5EF4-FFF2-40B4-BE49-F238E27FC236}">
                <a16:creationId xmlns:a16="http://schemas.microsoft.com/office/drawing/2014/main" id="{84FA7DB2-3DB2-4668-905E-DB5D2A2E065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2975" y="2055261"/>
            <a:ext cx="2458373" cy="29149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Группа 5"/>
          <p:cNvGrpSpPr/>
          <p:nvPr/>
        </p:nvGrpSpPr>
        <p:grpSpPr>
          <a:xfrm>
            <a:off x="0" y="2444091"/>
            <a:ext cx="4010140" cy="2137273"/>
            <a:chOff x="0" y="2291508"/>
            <a:chExt cx="4010140" cy="2137273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0" y="2291508"/>
              <a:ext cx="4010140" cy="213727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Прямоугольник 3"/>
            <p:cNvSpPr/>
            <p:nvPr/>
          </p:nvSpPr>
          <p:spPr>
            <a:xfrm>
              <a:off x="566261" y="2821535"/>
              <a:ext cx="3443879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altLang="ru-RU" sz="1600" dirty="0">
                  <a:solidFill>
                    <a:schemeClr val="bg1"/>
                  </a:solidFill>
                  <a:latin typeface="+mn-lt"/>
                </a:rPr>
                <a:t>Известные </a:t>
              </a:r>
              <a:r>
                <a:rPr lang="en-US" altLang="ru-RU" sz="1600" b="1" dirty="0">
                  <a:solidFill>
                    <a:schemeClr val="bg1"/>
                  </a:solidFill>
                  <a:latin typeface="+mn-lt"/>
                </a:rPr>
                <a:t>ORM</a:t>
              </a:r>
              <a:r>
                <a:rPr lang="en-US" altLang="ru-RU" sz="1600" dirty="0">
                  <a:solidFill>
                    <a:schemeClr val="bg1"/>
                  </a:solidFill>
                  <a:latin typeface="+mn-lt"/>
                </a:rPr>
                <a:t> </a:t>
              </a:r>
              <a:r>
                <a:rPr lang="ru-RU" altLang="ru-RU" sz="1600" dirty="0">
                  <a:solidFill>
                    <a:schemeClr val="bg1"/>
                  </a:solidFill>
                  <a:latin typeface="+mn-lt"/>
                </a:rPr>
                <a:t>в </a:t>
              </a:r>
              <a:r>
                <a:rPr lang="en-US" altLang="ru-RU" sz="1600" dirty="0">
                  <a:solidFill>
                    <a:schemeClr val="bg1"/>
                  </a:solidFill>
                  <a:latin typeface="+mn-lt"/>
                </a:rPr>
                <a:t>Python: </a:t>
              </a:r>
              <a:r>
                <a:rPr lang="en-US" altLang="ru-RU" sz="1600" b="1" dirty="0">
                  <a:solidFill>
                    <a:schemeClr val="bg1"/>
                  </a:solidFill>
                  <a:latin typeface="+mn-lt"/>
                </a:rPr>
                <a:t>SQLAlchemy</a:t>
              </a:r>
              <a:r>
                <a:rPr lang="en-US" altLang="ru-RU" sz="1600" dirty="0">
                  <a:solidFill>
                    <a:schemeClr val="bg1"/>
                  </a:solidFill>
                  <a:latin typeface="+mn-lt"/>
                </a:rPr>
                <a:t>, </a:t>
              </a:r>
              <a:r>
                <a:rPr lang="en-US" altLang="ru-RU" sz="1600" b="1" dirty="0">
                  <a:solidFill>
                    <a:schemeClr val="bg1"/>
                  </a:solidFill>
                  <a:latin typeface="+mn-lt"/>
                </a:rPr>
                <a:t>DjangoORM</a:t>
              </a:r>
              <a:r>
                <a:rPr lang="en-US" altLang="ru-RU" sz="1600" dirty="0">
                  <a:solidFill>
                    <a:schemeClr val="bg1"/>
                  </a:solidFill>
                  <a:latin typeface="+mn-lt"/>
                </a:rPr>
                <a:t>, </a:t>
              </a:r>
              <a:r>
                <a:rPr lang="en-US" altLang="ru-RU" sz="1600" b="1" dirty="0">
                  <a:solidFill>
                    <a:schemeClr val="bg1"/>
                  </a:solidFill>
                  <a:latin typeface="+mn-lt"/>
                </a:rPr>
                <a:t>peewee</a:t>
              </a:r>
              <a:r>
                <a:rPr lang="en-US" altLang="ru-RU" sz="1600" dirty="0">
                  <a:solidFill>
                    <a:schemeClr val="bg1"/>
                  </a:solidFill>
                  <a:latin typeface="+mn-lt"/>
                </a:rPr>
                <a:t>, </a:t>
              </a:r>
              <a:r>
                <a:rPr lang="en-US" altLang="ru-RU" sz="1600" b="1" dirty="0">
                  <a:solidFill>
                    <a:schemeClr val="bg1"/>
                  </a:solidFill>
                  <a:latin typeface="+mn-lt"/>
                </a:rPr>
                <a:t>PonyORM</a:t>
              </a:r>
              <a:r>
                <a:rPr lang="en-US" altLang="ru-RU" sz="1600" dirty="0">
                  <a:solidFill>
                    <a:schemeClr val="bg1"/>
                  </a:solidFill>
                  <a:latin typeface="+mn-lt"/>
                </a:rPr>
                <a:t>, </a:t>
              </a:r>
              <a:r>
                <a:rPr lang="en-US" altLang="ru-RU" sz="1600" b="1" dirty="0">
                  <a:solidFill>
                    <a:schemeClr val="bg1"/>
                  </a:solidFill>
                  <a:latin typeface="+mn-lt"/>
                </a:rPr>
                <a:t>SQLObject</a:t>
              </a:r>
              <a:r>
                <a:rPr lang="en-US" altLang="ru-RU" sz="1600" dirty="0">
                  <a:solidFill>
                    <a:schemeClr val="bg1"/>
                  </a:solidFill>
                  <a:latin typeface="+mn-lt"/>
                </a:rPr>
                <a:t>, </a:t>
              </a:r>
              <a:r>
                <a:rPr lang="en-US" altLang="ru-RU" sz="1600" b="1" dirty="0">
                  <a:solidFill>
                    <a:schemeClr val="bg1"/>
                  </a:solidFill>
                  <a:latin typeface="+mn-lt"/>
                </a:rPr>
                <a:t>Storm</a:t>
              </a:r>
              <a:r>
                <a:rPr lang="en-US" altLang="ru-RU" sz="1600" dirty="0">
                  <a:solidFill>
                    <a:schemeClr val="bg1"/>
                  </a:solidFill>
                  <a:latin typeface="+mn-lt"/>
                </a:rPr>
                <a:t>, </a:t>
              </a:r>
              <a:r>
                <a:rPr lang="en-US" altLang="ru-RU" sz="1600" b="1" dirty="0">
                  <a:solidFill>
                    <a:schemeClr val="bg1"/>
                  </a:solidFill>
                  <a:latin typeface="+mn-lt"/>
                </a:rPr>
                <a:t>quick_orm</a:t>
              </a:r>
              <a:r>
                <a:rPr lang="en-US" altLang="ru-RU" sz="1600" dirty="0">
                  <a:solidFill>
                    <a:schemeClr val="bg1"/>
                  </a:solidFill>
                  <a:latin typeface="+mn-lt"/>
                </a:rPr>
                <a:t> </a:t>
              </a:r>
              <a:r>
                <a:rPr lang="ru-RU" altLang="ru-RU" sz="1600" dirty="0">
                  <a:solidFill>
                    <a:schemeClr val="bg1"/>
                  </a:solidFill>
                  <a:latin typeface="+mn-lt"/>
                </a:rPr>
                <a:t>и другие</a:t>
              </a:r>
              <a:endParaRPr lang="ru-RU" sz="1600" dirty="0">
                <a:solidFill>
                  <a:schemeClr val="bg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08995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/>
        </p:nvSpPr>
        <p:spPr>
          <a:xfrm>
            <a:off x="4028941" y="980500"/>
            <a:ext cx="5115059" cy="38324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" y="980825"/>
            <a:ext cx="4028940" cy="38324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1" y="160682"/>
            <a:ext cx="66718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kern="1200" dirty="0">
                <a:solidFill>
                  <a:schemeClr val="accent3"/>
                </a:solidFill>
                <a:latin typeface="+mj-lt"/>
              </a:rPr>
              <a:t>Классы для таблиц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grpSp>
        <p:nvGrpSpPr>
          <p:cNvPr id="13" name="Группа 12"/>
          <p:cNvGrpSpPr/>
          <p:nvPr/>
        </p:nvGrpSpPr>
        <p:grpSpPr>
          <a:xfrm>
            <a:off x="445074" y="1964918"/>
            <a:ext cx="4548799" cy="1864306"/>
            <a:chOff x="566261" y="2294431"/>
            <a:chExt cx="4548799" cy="1864306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566261" y="2294431"/>
              <a:ext cx="454879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class</a:t>
              </a:r>
              <a:r>
                <a:rPr lang="en-US" sz="1200" dirty="0">
                  <a:latin typeface="+mn-lt"/>
                </a:rPr>
                <a:t> </a:t>
              </a:r>
              <a:r>
                <a:rPr lang="en-US" sz="1200" b="1" dirty="0">
                  <a:latin typeface="+mn-lt"/>
                </a:rPr>
                <a:t>PositionSalary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latin typeface="+mn-lt"/>
                </a:rPr>
                <a:t>Base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):</a:t>
              </a:r>
              <a:r>
                <a:rPr lang="en-US" sz="1200" dirty="0">
                  <a:latin typeface="+mn-lt"/>
                </a:rPr>
                <a:t> </a:t>
              </a:r>
            </a:p>
            <a:p>
              <a:r>
                <a:rPr lang="en-US" sz="1200" dirty="0">
                  <a:latin typeface="+mn-lt"/>
                </a:rPr>
                <a:t>    __tablename__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latin typeface="+mn-lt"/>
                </a:rPr>
                <a:t> 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'position_salary'</a:t>
              </a:r>
              <a:r>
                <a:rPr lang="en-US" sz="1200" dirty="0">
                  <a:latin typeface="+mn-lt"/>
                </a:rPr>
                <a:t> </a:t>
              </a:r>
            </a:p>
            <a:p>
              <a:r>
                <a:rPr lang="en-US" sz="1200" dirty="0">
                  <a:latin typeface="+mn-lt"/>
                </a:rPr>
                <a:t>    position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latin typeface="+mn-lt"/>
                </a:rPr>
                <a:t> Column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latin typeface="+mn-lt"/>
                </a:rPr>
                <a:t>String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latin typeface="+mn-lt"/>
                </a:rPr>
                <a:t> primary_key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True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sz="1200" dirty="0">
                  <a:latin typeface="+mn-lt"/>
                </a:rPr>
                <a:t> </a:t>
              </a:r>
            </a:p>
            <a:p>
              <a:r>
                <a:rPr lang="en-US" sz="1200" dirty="0">
                  <a:latin typeface="+mn-lt"/>
                </a:rPr>
                <a:t>    salary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latin typeface="+mn-lt"/>
                </a:rPr>
                <a:t> Column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latin typeface="+mn-lt"/>
                </a:rPr>
                <a:t>Integer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latin typeface="+mn-lt"/>
                </a:rPr>
                <a:t> nullable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False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</a:t>
              </a:r>
              <a:endParaRPr lang="en-US" sz="1200" dirty="0">
                <a:latin typeface="+mn-lt"/>
              </a:endParaRPr>
            </a:p>
          </p:txBody>
        </p:sp>
        <p:graphicFrame>
          <p:nvGraphicFramePr>
            <p:cNvPr id="10" name="Object 4">
              <a:extLst>
                <a:ext uri="{FF2B5EF4-FFF2-40B4-BE49-F238E27FC236}">
                  <a16:creationId xmlns:a16="http://schemas.microsoft.com/office/drawing/2014/main" id="{35359E88-2AC4-4141-85C0-F35A7C5BBF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84213" y="3284912"/>
            <a:ext cx="2049567" cy="873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Лист" r:id="rId3" imgW="2257283" imgH="961968" progId="Excel.Sheet.12">
                    <p:embed/>
                  </p:oleObj>
                </mc:Choice>
                <mc:Fallback>
                  <p:oleObj name="Лист" r:id="rId3" imgW="2257283" imgH="961968" progId="Excel.Sheet.12">
                    <p:embed/>
                    <p:pic>
                      <p:nvPicPr>
                        <p:cNvPr id="10" name="Object 4">
                          <a:extLst>
                            <a:ext uri="{FF2B5EF4-FFF2-40B4-BE49-F238E27FC236}">
                              <a16:creationId xmlns:a16="http://schemas.microsoft.com/office/drawing/2014/main" id="{35359E88-2AC4-4141-85C0-F35A7C5BBF5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84213" y="3284912"/>
                          <a:ext cx="2049567" cy="8738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Группа 10"/>
          <p:cNvGrpSpPr/>
          <p:nvPr/>
        </p:nvGrpSpPr>
        <p:grpSpPr>
          <a:xfrm>
            <a:off x="4361816" y="1507013"/>
            <a:ext cx="4925405" cy="2779466"/>
            <a:chOff x="4408250" y="1692125"/>
            <a:chExt cx="4925405" cy="2779466"/>
          </a:xfrm>
        </p:grpSpPr>
        <p:sp>
          <p:nvSpPr>
            <p:cNvPr id="8" name="Прямоугольник 7"/>
            <p:cNvSpPr/>
            <p:nvPr/>
          </p:nvSpPr>
          <p:spPr>
            <a:xfrm>
              <a:off x="4408250" y="1692125"/>
              <a:ext cx="492540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class</a:t>
              </a:r>
              <a:r>
                <a:rPr lang="en-US" sz="1200" dirty="0">
                  <a:latin typeface="+mn-lt"/>
                </a:rPr>
                <a:t> </a:t>
              </a:r>
              <a:r>
                <a:rPr lang="en-US" sz="1200" b="1" dirty="0">
                  <a:latin typeface="+mn-lt"/>
                </a:rPr>
                <a:t>Employee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latin typeface="+mn-lt"/>
                </a:rPr>
                <a:t>Base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):</a:t>
              </a:r>
              <a:r>
                <a:rPr lang="en-US" sz="1200" dirty="0">
                  <a:latin typeface="+mn-lt"/>
                </a:rPr>
                <a:t> </a:t>
              </a:r>
            </a:p>
            <a:p>
              <a:r>
                <a:rPr lang="en-US" sz="1200" dirty="0">
                  <a:latin typeface="+mn-lt"/>
                </a:rPr>
                <a:t>    __tablename__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latin typeface="+mn-lt"/>
                </a:rPr>
                <a:t> 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'employee'</a:t>
              </a:r>
              <a:r>
                <a:rPr lang="en-US" sz="1200" dirty="0">
                  <a:latin typeface="+mn-lt"/>
                </a:rPr>
                <a:t> </a:t>
              </a:r>
            </a:p>
            <a:p>
              <a:r>
                <a:rPr lang="en-US" sz="1200" dirty="0">
                  <a:latin typeface="+mn-lt"/>
                </a:rPr>
                <a:t>    id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latin typeface="+mn-lt"/>
                </a:rPr>
                <a:t> Column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latin typeface="+mn-lt"/>
                </a:rPr>
                <a:t>Integer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latin typeface="+mn-lt"/>
                </a:rPr>
                <a:t> primary_key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True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sz="1200" dirty="0">
                  <a:latin typeface="+mn-lt"/>
                </a:rPr>
                <a:t> </a:t>
              </a:r>
            </a:p>
            <a:p>
              <a:r>
                <a:rPr lang="en-US" sz="1200" dirty="0">
                  <a:latin typeface="+mn-lt"/>
                </a:rPr>
                <a:t>    name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latin typeface="+mn-lt"/>
                </a:rPr>
                <a:t> Column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latin typeface="+mn-lt"/>
                </a:rPr>
                <a:t>String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latin typeface="+mn-lt"/>
                </a:rPr>
                <a:t> nullable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False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sz="1200" dirty="0">
                  <a:latin typeface="+mn-lt"/>
                </a:rPr>
                <a:t> </a:t>
              </a:r>
            </a:p>
            <a:p>
              <a:r>
                <a:rPr lang="en-US" sz="1200" dirty="0">
                  <a:latin typeface="+mn-lt"/>
                </a:rPr>
                <a:t>    position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latin typeface="+mn-lt"/>
                </a:rPr>
                <a:t> Column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latin typeface="+mn-lt"/>
                </a:rPr>
                <a:t>String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latin typeface="+mn-lt"/>
                </a:rPr>
                <a:t> ForeignKey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'position_salary.position'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),</a:t>
              </a:r>
              <a:r>
                <a:rPr lang="en-US" sz="1200" dirty="0">
                  <a:latin typeface="+mn-lt"/>
                </a:rPr>
                <a:t> nullable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False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sz="1200" dirty="0">
                  <a:latin typeface="+mn-lt"/>
                </a:rPr>
                <a:t> </a:t>
              </a:r>
            </a:p>
            <a:p>
              <a:r>
                <a:rPr lang="en-US" sz="1200" dirty="0">
                  <a:latin typeface="+mn-lt"/>
                </a:rPr>
                <a:t>    bonus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latin typeface="+mn-lt"/>
                </a:rPr>
                <a:t> Column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latin typeface="+mn-lt"/>
                </a:rPr>
                <a:t>Integer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latin typeface="+mn-lt"/>
                </a:rPr>
                <a:t> default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0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sz="1200" dirty="0">
                  <a:latin typeface="+mn-lt"/>
                </a:rPr>
                <a:t> </a:t>
              </a:r>
            </a:p>
            <a:p>
              <a:r>
                <a:rPr lang="en-US" sz="1200" dirty="0">
                  <a:latin typeface="+mn-lt"/>
                </a:rPr>
                <a:t>    login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latin typeface="+mn-lt"/>
                </a:rPr>
                <a:t> Column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latin typeface="+mn-lt"/>
                </a:rPr>
                <a:t>String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latin typeface="+mn-lt"/>
                </a:rPr>
                <a:t> nullable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False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latin typeface="+mn-lt"/>
                </a:rPr>
                <a:t> unique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True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sz="1200" dirty="0">
                  <a:latin typeface="+mn-lt"/>
                </a:rPr>
                <a:t> </a:t>
              </a:r>
            </a:p>
            <a:p>
              <a:r>
                <a:rPr lang="en-US" sz="1200" dirty="0">
                  <a:latin typeface="+mn-lt"/>
                </a:rPr>
                <a:t>    password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latin typeface="+mn-lt"/>
                </a:rPr>
                <a:t> Column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latin typeface="+mn-lt"/>
                </a:rPr>
                <a:t>String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latin typeface="+mn-lt"/>
                </a:rPr>
                <a:t> nullable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False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</a:t>
              </a:r>
              <a:endParaRPr lang="en-US" sz="1200" dirty="0">
                <a:latin typeface="+mn-lt"/>
              </a:endParaRPr>
            </a:p>
          </p:txBody>
        </p:sp>
        <p:graphicFrame>
          <p:nvGraphicFramePr>
            <p:cNvPr id="12" name="Object 3">
              <a:extLst>
                <a:ext uri="{FF2B5EF4-FFF2-40B4-BE49-F238E27FC236}">
                  <a16:creationId xmlns:a16="http://schemas.microsoft.com/office/drawing/2014/main" id="{E926A0CD-FAFB-4452-B3A3-0154E6C6D60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08250" y="3597766"/>
            <a:ext cx="4369126" cy="873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Лист" r:id="rId5" imgW="4809965" imgH="961968" progId="Excel.Sheet.12">
                    <p:embed/>
                  </p:oleObj>
                </mc:Choice>
                <mc:Fallback>
                  <p:oleObj name="Лист" r:id="rId5" imgW="4809965" imgH="961968" progId="Excel.Sheet.12">
                    <p:embed/>
                    <p:pic>
                      <p:nvPicPr>
                        <p:cNvPr id="12" name="Object 3">
                          <a:extLst>
                            <a:ext uri="{FF2B5EF4-FFF2-40B4-BE49-F238E27FC236}">
                              <a16:creationId xmlns:a16="http://schemas.microsoft.com/office/drawing/2014/main" id="{E926A0CD-FAFB-4452-B3A3-0154E6C6D60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408250" y="3597766"/>
                          <a:ext cx="4369126" cy="8738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900639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1" y="204750"/>
            <a:ext cx="7966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kern="1200" dirty="0">
                <a:solidFill>
                  <a:schemeClr val="accent3"/>
                </a:solidFill>
                <a:latin typeface="+mj-lt"/>
              </a:rPr>
              <a:t>Преимущества и недостатки </a:t>
            </a:r>
            <a:r>
              <a:rPr lang="en-US" sz="3600" kern="1200" dirty="0">
                <a:solidFill>
                  <a:schemeClr val="accent3"/>
                </a:solidFill>
                <a:latin typeface="+mj-lt"/>
              </a:rPr>
              <a:t>ORM</a:t>
            </a:r>
            <a:endParaRPr lang="ru-RU" sz="36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1013552"/>
            <a:ext cx="4572000" cy="41299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4571571" y="1013552"/>
            <a:ext cx="4572000" cy="41299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463499" y="1194990"/>
            <a:ext cx="16450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ru-RU" sz="1600" dirty="0">
                <a:solidFill>
                  <a:schemeClr val="accent2">
                    <a:lumMod val="25000"/>
                  </a:schemeClr>
                </a:solidFill>
                <a:latin typeface="+mj-lt"/>
              </a:rPr>
              <a:t>Преимущества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66261" y="1533544"/>
            <a:ext cx="4572000" cy="103374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0000" indent="-3600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2">
                  <a:lumMod val="25000"/>
                </a:schemeClr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+mn-lt"/>
              </a:rPr>
              <a:t>Сокращение кода</a:t>
            </a:r>
          </a:p>
          <a:p>
            <a:pPr marL="360000" indent="-3600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2">
                  <a:lumMod val="25000"/>
                </a:schemeClr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+mn-lt"/>
              </a:rPr>
              <a:t>Единая парадигма программирования</a:t>
            </a:r>
          </a:p>
          <a:p>
            <a:pPr marL="360000" indent="-3600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2">
                  <a:lumMod val="25000"/>
                </a:schemeClr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+mn-lt"/>
              </a:rPr>
              <a:t>Независимость от диалекта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SQL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600556" y="3126320"/>
            <a:ext cx="13708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ru-RU" sz="1600" dirty="0">
                <a:solidFill>
                  <a:schemeClr val="accent2">
                    <a:lumMod val="25000"/>
                  </a:schemeClr>
                </a:solidFill>
                <a:latin typeface="+mj-lt"/>
              </a:rPr>
              <a:t>Что это дает</a:t>
            </a:r>
          </a:p>
        </p:txBody>
      </p:sp>
      <p:cxnSp>
        <p:nvCxnSpPr>
          <p:cNvPr id="16" name="Прямая со стрелкой 15"/>
          <p:cNvCxnSpPr/>
          <p:nvPr/>
        </p:nvCxnSpPr>
        <p:spPr>
          <a:xfrm>
            <a:off x="2286000" y="2633031"/>
            <a:ext cx="0" cy="449221"/>
          </a:xfrm>
          <a:prstGeom prst="straightConnector1">
            <a:avLst/>
          </a:prstGeom>
          <a:ln w="19050">
            <a:solidFill>
              <a:schemeClr val="accent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566261" y="3464874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0000" indent="-3600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2">
                  <a:lumMod val="25000"/>
                </a:schemeClr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+mn-lt"/>
              </a:rPr>
              <a:t>Ускорение разработки</a:t>
            </a:r>
          </a:p>
          <a:p>
            <a:pPr marL="360000" indent="-3600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2">
                  <a:lumMod val="25000"/>
                </a:schemeClr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+mn-lt"/>
              </a:rPr>
              <a:t>Простота понимания всего кода</a:t>
            </a:r>
          </a:p>
          <a:p>
            <a:pPr marL="360000" indent="-3600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2">
                  <a:lumMod val="25000"/>
                </a:schemeClr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+mn-lt"/>
              </a:rPr>
              <a:t>Универсальность методов отладки</a:t>
            </a:r>
          </a:p>
          <a:p>
            <a:pPr marL="360000" indent="-3600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2">
                  <a:lumMod val="25000"/>
                </a:schemeClr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+mn-lt"/>
              </a:rPr>
              <a:t>Кросс-СУБД код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6204987" y="1194990"/>
            <a:ext cx="13051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solidFill>
                  <a:schemeClr val="accent4"/>
                </a:solidFill>
                <a:latin typeface="+mj-lt"/>
              </a:rPr>
              <a:t>Недостатки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4854916" y="1533544"/>
            <a:ext cx="4572000" cy="10618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0000" indent="-3600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+mn-lt"/>
              </a:rPr>
              <a:t>Медленнее чистого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SQL</a:t>
            </a:r>
            <a:endParaRPr lang="ru-RU" dirty="0">
              <a:solidFill>
                <a:schemeClr val="tx1"/>
              </a:solidFill>
              <a:latin typeface="+mn-lt"/>
            </a:endParaRPr>
          </a:p>
          <a:p>
            <a:pPr marL="360000" indent="-3600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+mn-lt"/>
              </a:rPr>
              <a:t>Требует больше памяти</a:t>
            </a:r>
          </a:p>
          <a:p>
            <a:pPr marL="360000" indent="-3600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+mn-lt"/>
              </a:rPr>
              <a:t>Уступает в полноте и гибкости</a:t>
            </a:r>
          </a:p>
        </p:txBody>
      </p:sp>
      <p:cxnSp>
        <p:nvCxnSpPr>
          <p:cNvPr id="22" name="Прямая со стрелкой 21"/>
          <p:cNvCxnSpPr/>
          <p:nvPr/>
        </p:nvCxnSpPr>
        <p:spPr>
          <a:xfrm>
            <a:off x="6830027" y="2633031"/>
            <a:ext cx="0" cy="662566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6370606" y="3359489"/>
            <a:ext cx="9188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ru-RU" sz="1600" dirty="0">
                <a:solidFill>
                  <a:schemeClr val="accent4"/>
                </a:solidFill>
                <a:latin typeface="+mj-lt"/>
              </a:rPr>
              <a:t>Однако</a:t>
            </a:r>
          </a:p>
        </p:txBody>
      </p:sp>
      <p:sp>
        <p:nvSpPr>
          <p:cNvPr id="24" name="Прямоугольник 23"/>
          <p:cNvSpPr/>
          <p:nvPr/>
        </p:nvSpPr>
        <p:spPr>
          <a:xfrm>
            <a:off x="4854916" y="3788039"/>
            <a:ext cx="413330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Программист при необходимости может сам задать код SQL-запросов, который будет использоваться при тех или иных действиях </a:t>
            </a:r>
          </a:p>
        </p:txBody>
      </p:sp>
    </p:spTree>
    <p:extLst>
      <p:ext uri="{BB962C8B-B14F-4D97-AF65-F5344CB8AC3E}">
        <p14:creationId xmlns:p14="http://schemas.microsoft.com/office/powerpoint/2010/main" val="14259821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1" y="160682"/>
            <a:ext cx="66718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kern="1200" dirty="0">
                <a:solidFill>
                  <a:schemeClr val="accent3"/>
                </a:solidFill>
                <a:latin typeface="+mj-lt"/>
              </a:rPr>
              <a:t>SQLAlchemy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88724" y="824500"/>
            <a:ext cx="79665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b="1" dirty="0">
                <a:solidFill>
                  <a:schemeClr val="accent1"/>
                </a:solidFill>
                <a:latin typeface="+mn-lt"/>
              </a:rPr>
              <a:t>SQLAlchemy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 – библиотека Python для работы с базами данных по технологии </a:t>
            </a:r>
            <a:r>
              <a:rPr lang="ru-RU" altLang="ru-RU" b="1" dirty="0">
                <a:solidFill>
                  <a:schemeClr val="tx1"/>
                </a:solidFill>
                <a:latin typeface="+mn-lt"/>
              </a:rPr>
              <a:t>ORM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205668" y="1248742"/>
            <a:ext cx="75691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Она позволяет ассоциировать пользовательские классы Python с таблицами баз данных, и объекты этих классов с записями в соответствующих таблицах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205668" y="1818129"/>
            <a:ext cx="756914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Она включает в себя систему, прозрачно синхронизирующую все изменения в состояниях между объектами и соответствующими строками, равно как и систему для выполнения запросов к базе данных в терминах пользовательских классов и с учетом взаимосвязей этих классов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588723" y="2808172"/>
            <a:ext cx="756914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Таким образом, </a:t>
            </a:r>
            <a:r>
              <a:rPr lang="ru-RU" altLang="ru-RU" b="1" dirty="0">
                <a:solidFill>
                  <a:schemeClr val="tx1"/>
                </a:solidFill>
                <a:latin typeface="+mn-lt"/>
              </a:rPr>
              <a:t>SQLAlchemy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 предоставляет:</a:t>
            </a:r>
          </a:p>
          <a:p>
            <a:pPr marL="360000" indent="-36000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ORM уровень</a:t>
            </a:r>
          </a:p>
          <a:p>
            <a:pPr marL="360000" indent="-36000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обобщенный API для работы с различными СУБД</a:t>
            </a:r>
          </a:p>
          <a:p>
            <a:pPr marL="360000" indent="-36000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интерфейс, достаточно близкий по полноте к чистому SQL</a:t>
            </a:r>
          </a:p>
          <a:p>
            <a:pPr marL="360000" indent="-360000"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возможность использования прямых SQL-запросов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64A38AF-556E-4D4C-880B-A6C6E4F1F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3" y="1226384"/>
            <a:ext cx="364793" cy="36479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64A38AF-556E-4D4C-880B-A6C6E4F1F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3" y="1807353"/>
            <a:ext cx="364793" cy="364793"/>
          </a:xfrm>
          <a:prstGeom prst="rect">
            <a:avLst/>
          </a:prstGeom>
        </p:spPr>
      </p:pic>
      <p:pic>
        <p:nvPicPr>
          <p:cNvPr id="15" name="Picture 2" descr="Картинки по запросу &quot;sqlalchemy&quot;&quot;">
            <a:extLst>
              <a:ext uri="{FF2B5EF4-FFF2-40B4-BE49-F238E27FC236}">
                <a16:creationId xmlns:a16="http://schemas.microsoft.com/office/drawing/2014/main" id="{51B477FC-D797-4349-A5FE-5623343F0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44" y="4359094"/>
            <a:ext cx="3744512" cy="7054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000481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66261" y="72546"/>
            <a:ext cx="66718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kern="1200" dirty="0">
                <a:solidFill>
                  <a:schemeClr val="accent3"/>
                </a:solidFill>
                <a:latin typeface="+mj-lt"/>
              </a:rPr>
              <a:t>SQLAlchemy vs DB-API</a:t>
            </a:r>
            <a:endParaRPr lang="ru-RU" sz="36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261" y="718877"/>
            <a:ext cx="7902718" cy="490570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ru-RU" sz="1000" dirty="0">
                <a:solidFill>
                  <a:srgbClr val="008000"/>
                </a:solidFill>
                <a:effectLst/>
                <a:latin typeface="+mn-lt"/>
              </a:rPr>
              <a:t># Добавление нового сотрудника с привязкой к проекту средствами </a:t>
            </a:r>
            <a:r>
              <a:rPr lang="en-US" sz="1000" dirty="0">
                <a:solidFill>
                  <a:srgbClr val="008000"/>
                </a:solidFill>
                <a:effectLst/>
                <a:latin typeface="+mn-lt"/>
              </a:rPr>
              <a:t>SQLAlchemy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def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dirty="0">
                <a:solidFill>
                  <a:srgbClr val="FF00FF"/>
                </a:solidFill>
                <a:effectLst/>
                <a:latin typeface="+mn-lt"/>
              </a:rPr>
              <a:t>add_new_employee_to_project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name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position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bonus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login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password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project_id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e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Employee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name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name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position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position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bonus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bonus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login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login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password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password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add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commit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()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add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EmployeeProject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employee_id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id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project_id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project_id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))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commit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()</a:t>
            </a:r>
            <a:endParaRPr lang="en-US" sz="1000" dirty="0"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ru-RU" sz="1000" dirty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sz="1000" dirty="0">
                <a:solidFill>
                  <a:srgbClr val="008000"/>
                </a:solidFill>
                <a:effectLst/>
                <a:latin typeface="+mn-lt"/>
              </a:rPr>
              <a:t># Добавление нового сотрудника с привязкой к проекту средствами </a:t>
            </a:r>
            <a:r>
              <a:rPr lang="en-US" sz="1000" dirty="0">
                <a:solidFill>
                  <a:srgbClr val="008000"/>
                </a:solidFill>
                <a:effectLst/>
                <a:latin typeface="+mn-lt"/>
              </a:rPr>
              <a:t>DB-API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def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dirty="0">
                <a:solidFill>
                  <a:srgbClr val="FF00FF"/>
                </a:solidFill>
                <a:effectLst/>
                <a:latin typeface="+mn-lt"/>
              </a:rPr>
              <a:t>add_new_employee_to_project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conn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name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position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bonus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login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pwd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project_id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cur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conn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cursor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()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cur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execute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"INSERT INTO Employees (Name, Position, Bonus, Login, Password)"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        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" VALUES (:name, :position, :bonus, :login, :pwd)"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b="1" dirty="0">
                <a:solidFill>
                  <a:srgbClr val="000000"/>
                </a:solidFill>
                <a:latin typeface="+mn-lt"/>
              </a:rPr>
              <a:t>               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{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'name'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name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'position'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position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'bonus'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bonus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         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'login'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login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'pwd'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pwd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})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conn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commit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()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cur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execute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"SELECT E.Id FROM Employees AS E "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        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"WHERE E.Login = :login AND E.Password = :pwd"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b="1" dirty="0">
                <a:solidFill>
                  <a:srgbClr val="000000"/>
                </a:solidFill>
                <a:latin typeface="+mn-lt"/>
              </a:rPr>
              <a:t>               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{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'login'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login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'pwd'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pwd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})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employee_id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dict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cur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fetchone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())[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'Id'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]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cur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execute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"INSERT INTO EmployeeProject (EmployeeId, ProjectId)"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        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" VALUES (:employeeId, :projectId)"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b="1" dirty="0">
                <a:solidFill>
                  <a:srgbClr val="000000"/>
                </a:solidFill>
                <a:latin typeface="+mn-lt"/>
              </a:rPr>
              <a:t>               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{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'employeeId'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employee_id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'projectId'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project_id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})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conn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commit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()</a:t>
            </a:r>
            <a:endParaRPr lang="en-US" sz="1000" dirty="0"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02944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098274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098274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242199" y="1786920"/>
            <a:ext cx="360268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32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Описание классов для БД организации</a:t>
            </a:r>
            <a:endParaRPr lang="ru-RU" sz="6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048" y="211928"/>
            <a:ext cx="5221995" cy="45581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from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sqlalchemy.ext.declarative </a:t>
            </a: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import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declarative_base</a:t>
            </a: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from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sqlalchemy </a:t>
            </a: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import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Column, Integer, String, ForeignKey</a:t>
            </a: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endParaRPr kumimoji="0" lang="en-US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Base = declarative_base()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ru-RU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class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Employee(Base):</a:t>
            </a: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__tablename__ = </a:t>
            </a:r>
            <a:r>
              <a:rPr lang="ru-RU" altLang="ru-RU" sz="1000" dirty="0">
                <a:solidFill>
                  <a:srgbClr val="808080"/>
                </a:solidFill>
                <a:latin typeface="+mn-lt"/>
              </a:rPr>
              <a:t>'employee'</a:t>
            </a:r>
            <a:b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id = Column(Integer,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primary_key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=</a:t>
            </a: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True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)</a:t>
            </a: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name = Column(String,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nullable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=</a:t>
            </a: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False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)</a:t>
            </a: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position = Column(String, ForeignKey(</a:t>
            </a:r>
            <a:r>
              <a:rPr lang="ru-RU" altLang="ru-RU" sz="1000" dirty="0">
                <a:solidFill>
                  <a:srgbClr val="808080"/>
                </a:solidFill>
                <a:latin typeface="+mn-lt"/>
              </a:rPr>
              <a:t>'position_salary.position'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),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nullable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=</a:t>
            </a: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False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)</a:t>
            </a: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bonus = Column(Integer,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default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=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0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)</a:t>
            </a: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login = Column(String,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nullable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=</a:t>
            </a: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False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,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unique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=</a:t>
            </a: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True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)</a:t>
            </a: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password = Column(String,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nullable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=</a:t>
            </a: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False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)</a:t>
            </a: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class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Project(Base):</a:t>
            </a: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__tablename__ = </a:t>
            </a:r>
            <a:r>
              <a:rPr lang="ru-RU" altLang="ru-RU" sz="1000" dirty="0">
                <a:solidFill>
                  <a:srgbClr val="808080"/>
                </a:solidFill>
                <a:latin typeface="+mn-lt"/>
              </a:rPr>
              <a:t>'project'</a:t>
            </a:r>
            <a:b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id = Column(Integer,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primary_key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=</a:t>
            </a: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True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)</a:t>
            </a: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name = Column(String,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nullable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=</a:t>
            </a: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False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)</a:t>
            </a: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class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PositionSalary(Base):</a:t>
            </a: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__tablename__ = </a:t>
            </a:r>
            <a:r>
              <a:rPr lang="ru-RU" altLang="ru-RU" sz="1000" dirty="0">
                <a:solidFill>
                  <a:srgbClr val="808080"/>
                </a:solidFill>
                <a:latin typeface="+mn-lt"/>
              </a:rPr>
              <a:t>'position_salary'</a:t>
            </a:r>
            <a:br>
              <a:rPr lang="ru-RU" altLang="ru-RU" sz="1000" dirty="0">
                <a:solidFill>
                  <a:srgbClr val="808080"/>
                </a:solidFill>
                <a:latin typeface="+mn-lt"/>
              </a:rPr>
            </a:b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position = Column(String,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primary_key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=</a:t>
            </a: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True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)</a:t>
            </a: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salary = Column(Integer,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nullable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=</a:t>
            </a: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False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)</a:t>
            </a: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class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EmployeeProject(Base):</a:t>
            </a: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__tablename__ = </a:t>
            </a:r>
            <a:r>
              <a:rPr lang="ru-RU" altLang="ru-RU" sz="1000" dirty="0">
                <a:solidFill>
                  <a:srgbClr val="808080"/>
                </a:solidFill>
                <a:latin typeface="+mn-lt"/>
              </a:rPr>
              <a:t>'employee_project'</a:t>
            </a:r>
            <a:br>
              <a:rPr lang="ru-RU" altLang="ru-RU" sz="1000" dirty="0">
                <a:solidFill>
                  <a:srgbClr val="808080"/>
                </a:solidFill>
                <a:latin typeface="+mn-lt"/>
              </a:rPr>
            </a:b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employee_id = Column(Integer, ForeignKey(</a:t>
            </a:r>
            <a:r>
              <a:rPr lang="ru-RU" altLang="ru-RU" sz="1000" dirty="0">
                <a:solidFill>
                  <a:srgbClr val="808080"/>
                </a:solidFill>
                <a:latin typeface="+mn-lt"/>
              </a:rPr>
              <a:t>'employee.id'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),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primary_key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=</a:t>
            </a: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True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)</a:t>
            </a:r>
            <a:b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    project_id = Column(Integer, ForeignKey(</a:t>
            </a:r>
            <a:r>
              <a:rPr lang="ru-RU" altLang="ru-RU" sz="1000" dirty="0">
                <a:solidFill>
                  <a:srgbClr val="808080"/>
                </a:solidFill>
                <a:latin typeface="+mn-lt"/>
              </a:rPr>
              <a:t>'project.id'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), 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primary_key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=</a:t>
            </a:r>
            <a:r>
              <a:rPr kumimoji="0" lang="ru-RU" alt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True</a:t>
            </a:r>
            <a:r>
              <a:rPr kumimoji="0" lang="ru-RU" alt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)</a:t>
            </a: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7598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20" y="0"/>
            <a:ext cx="430759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307594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242199" y="2033141"/>
            <a:ext cx="360268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32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Подключение к БД через </a:t>
            </a:r>
            <a:r>
              <a:rPr lang="ru-RU" altLang="ru-RU" sz="3200" dirty="0" err="1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engine</a:t>
            </a:r>
            <a:endParaRPr lang="ru-RU" sz="6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1661" y="66522"/>
            <a:ext cx="5159518" cy="52200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from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sqlalchemy </a:t>
            </a: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import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create_engine</a:t>
            </a:r>
          </a:p>
          <a:p>
            <a:pPr>
              <a:buNone/>
            </a:pP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from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sqlalchemy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orm </a:t>
            </a: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import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sessionmaker </a:t>
            </a:r>
          </a:p>
          <a:p>
            <a:pPr>
              <a:buNone/>
            </a:pPr>
            <a:endParaRPr lang="en-US" sz="1000" b="1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class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b="1" dirty="0">
                <a:solidFill>
                  <a:srgbClr val="000000"/>
                </a:solidFill>
                <a:effectLst/>
                <a:latin typeface="+mn-lt"/>
              </a:rPr>
              <a:t>DBClient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def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dirty="0">
                <a:solidFill>
                  <a:srgbClr val="FF00FF"/>
                </a:solidFill>
                <a:effectLst/>
                <a:latin typeface="+mn-lt"/>
              </a:rPr>
              <a:t>__init__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dbtype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'sqlite'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dbname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'/example.db'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username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None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password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None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_engine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self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_get_engine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dbtype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dbname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username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password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endParaRPr lang="en-US" sz="1000" b="1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+mn-lt"/>
              </a:rPr>
              <a:t>    </a:t>
            </a: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def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dirty="0">
                <a:solidFill>
                  <a:srgbClr val="FF00FF"/>
                </a:solidFill>
                <a:effectLst/>
                <a:latin typeface="+mn-lt"/>
              </a:rPr>
              <a:t>__enter__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_session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sessionmaker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bind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_engine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)()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b="1" dirty="0">
                <a:solidFill>
                  <a:srgbClr val="000000"/>
                </a:solidFill>
                <a:latin typeface="+mn-lt"/>
              </a:rPr>
              <a:t>         </a:t>
            </a: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return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self </a:t>
            </a:r>
          </a:p>
          <a:p>
            <a:pPr>
              <a:buNone/>
            </a:pPr>
            <a:endParaRPr lang="en-US" sz="1000" b="1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+mn-lt"/>
              </a:rPr>
              <a:t>    </a:t>
            </a: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def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dirty="0">
                <a:solidFill>
                  <a:srgbClr val="FF00FF"/>
                </a:solidFill>
                <a:effectLst/>
                <a:latin typeface="+mn-lt"/>
              </a:rPr>
              <a:t>__exit__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exc_type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exc_value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traceback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close_all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()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endParaRPr lang="en-US" sz="1000" b="1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+mn-lt"/>
              </a:rPr>
              <a:t>   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@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staticmethod </a:t>
            </a:r>
          </a:p>
          <a:p>
            <a:pPr>
              <a:buNone/>
            </a:pPr>
            <a:r>
              <a:rPr lang="en-US" sz="10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def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dirty="0">
                <a:solidFill>
                  <a:srgbClr val="FF00FF"/>
                </a:solidFill>
                <a:effectLst/>
                <a:latin typeface="+mn-lt"/>
              </a:rPr>
              <a:t>_get_engine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dbtype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dbname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username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None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password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None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if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username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b="1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if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password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login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f'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username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: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password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'</a:t>
            </a:r>
            <a:endParaRPr lang="en-US" sz="10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sz="1000" b="1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else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login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username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dbstr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f'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login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@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dbname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'</a:t>
            </a:r>
            <a:endParaRPr lang="en-US" sz="10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sz="10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else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dbstr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dbname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engine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create_engine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f'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dbtype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:///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dbstr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'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return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engine </a:t>
            </a:r>
            <a:endParaRPr lang="en-US" sz="1000" dirty="0"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40625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278" y="204750"/>
            <a:ext cx="87099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kern="1200" dirty="0">
                <a:solidFill>
                  <a:schemeClr val="accent3"/>
                </a:solidFill>
                <a:latin typeface="+mj-lt"/>
              </a:rPr>
              <a:t>Создание схемы данных для ORM</a:t>
            </a:r>
            <a:endParaRPr lang="ru-RU" sz="36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278" y="1916758"/>
            <a:ext cx="4115908" cy="285050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rgbClr val="0000FF"/>
                </a:solidFill>
                <a:effectLst/>
                <a:latin typeface="+mn-lt"/>
              </a:rPr>
              <a:t>def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dirty="0">
                <a:solidFill>
                  <a:srgbClr val="FF00FF"/>
                </a:solidFill>
                <a:effectLst/>
                <a:latin typeface="+mn-lt"/>
              </a:rPr>
              <a:t>create_schema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):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dirty="0">
                <a:solidFill>
                  <a:srgbClr val="008000"/>
                </a:solidFill>
                <a:effectLst/>
                <a:latin typeface="+mn-lt"/>
              </a:rPr>
              <a:t># </a:t>
            </a:r>
            <a:r>
              <a:rPr lang="ru-RU" dirty="0">
                <a:solidFill>
                  <a:srgbClr val="008000"/>
                </a:solidFill>
                <a:effectLst/>
                <a:latin typeface="+mn-lt"/>
              </a:rPr>
              <a:t>Создаем схему</a:t>
            </a:r>
            <a:r>
              <a:rPr lang="ru-RU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en-US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Base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metadata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create_all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_engine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)</a:t>
            </a:r>
          </a:p>
          <a:p>
            <a:pPr>
              <a:buNone/>
            </a:pPr>
            <a:endParaRPr lang="en-US" b="1" dirty="0">
              <a:solidFill>
                <a:srgbClr val="000080"/>
              </a:solidFill>
              <a:latin typeface="+mn-lt"/>
            </a:endParaRPr>
          </a:p>
          <a:p>
            <a:pPr>
              <a:buNone/>
            </a:pPr>
            <a:r>
              <a:rPr lang="en-US" b="1" dirty="0">
                <a:solidFill>
                  <a:srgbClr val="0000FF"/>
                </a:solidFill>
                <a:effectLst/>
                <a:latin typeface="+mn-lt"/>
              </a:rPr>
              <a:t>def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dirty="0">
                <a:solidFill>
                  <a:srgbClr val="FF00FF"/>
                </a:solidFill>
                <a:effectLst/>
                <a:latin typeface="+mn-lt"/>
              </a:rPr>
              <a:t>delete_schema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):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dirty="0">
                <a:solidFill>
                  <a:srgbClr val="008000"/>
                </a:solidFill>
                <a:effectLst/>
                <a:latin typeface="+mn-lt"/>
              </a:rPr>
              <a:t># </a:t>
            </a:r>
            <a:r>
              <a:rPr lang="ru-RU" dirty="0">
                <a:solidFill>
                  <a:srgbClr val="008000"/>
                </a:solidFill>
                <a:effectLst/>
                <a:latin typeface="+mn-lt"/>
              </a:rPr>
              <a:t>Удаляем схему</a:t>
            </a:r>
            <a:r>
              <a:rPr lang="ru-RU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en-US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Base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metadata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drop_all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_engine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en-US" dirty="0">
              <a:effectLst/>
              <a:latin typeface="+mn-lt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DE5F87D6-27CF-4A78-81A3-E0E94183DEF1}"/>
              </a:ext>
            </a:extLst>
          </p:cNvPr>
          <p:cNvGrpSpPr/>
          <p:nvPr/>
        </p:nvGrpSpPr>
        <p:grpSpPr>
          <a:xfrm>
            <a:off x="4932248" y="1388269"/>
            <a:ext cx="3321103" cy="3042976"/>
            <a:chOff x="4789714" y="984069"/>
            <a:chExt cx="4132457" cy="3786383"/>
          </a:xfrm>
        </p:grpSpPr>
        <p:sp>
          <p:nvSpPr>
            <p:cNvPr id="11" name="Google Shape;3134;p64">
              <a:extLst>
                <a:ext uri="{FF2B5EF4-FFF2-40B4-BE49-F238E27FC236}">
                  <a16:creationId xmlns:a16="http://schemas.microsoft.com/office/drawing/2014/main" id="{1E0C7676-FA0B-48DA-8D8A-34A1FB7FB326}"/>
                </a:ext>
              </a:extLst>
            </p:cNvPr>
            <p:cNvSpPr/>
            <p:nvPr/>
          </p:nvSpPr>
          <p:spPr>
            <a:xfrm>
              <a:off x="5738709" y="1505030"/>
              <a:ext cx="371507" cy="29867"/>
            </a:xfrm>
            <a:custGeom>
              <a:avLst/>
              <a:gdLst/>
              <a:ahLst/>
              <a:cxnLst/>
              <a:rect l="l" t="t" r="r" b="b"/>
              <a:pathLst>
                <a:path w="18770" h="1509" extrusionOk="0">
                  <a:moveTo>
                    <a:pt x="18770" y="1"/>
                  </a:moveTo>
                  <a:cubicBezTo>
                    <a:pt x="12824" y="577"/>
                    <a:pt x="6970" y="485"/>
                    <a:pt x="0" y="1077"/>
                  </a:cubicBezTo>
                  <a:cubicBezTo>
                    <a:pt x="74" y="1212"/>
                    <a:pt x="127" y="1357"/>
                    <a:pt x="156" y="1508"/>
                  </a:cubicBezTo>
                  <a:lnTo>
                    <a:pt x="18770" y="1508"/>
                  </a:lnTo>
                  <a:lnTo>
                    <a:pt x="18770" y="1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35;p64">
              <a:extLst>
                <a:ext uri="{FF2B5EF4-FFF2-40B4-BE49-F238E27FC236}">
                  <a16:creationId xmlns:a16="http://schemas.microsoft.com/office/drawing/2014/main" id="{4CD6ED35-8230-47B2-8407-65A6175F45E3}"/>
                </a:ext>
              </a:extLst>
            </p:cNvPr>
            <p:cNvSpPr/>
            <p:nvPr/>
          </p:nvSpPr>
          <p:spPr>
            <a:xfrm>
              <a:off x="4789714" y="984069"/>
              <a:ext cx="4132457" cy="2866106"/>
            </a:xfrm>
            <a:custGeom>
              <a:avLst/>
              <a:gdLst/>
              <a:ahLst/>
              <a:cxnLst/>
              <a:rect l="l" t="t" r="r" b="b"/>
              <a:pathLst>
                <a:path w="208788" h="144807" extrusionOk="0">
                  <a:moveTo>
                    <a:pt x="166787" y="50315"/>
                  </a:moveTo>
                  <a:cubicBezTo>
                    <a:pt x="166836" y="50315"/>
                    <a:pt x="166886" y="50317"/>
                    <a:pt x="166937" y="50322"/>
                  </a:cubicBezTo>
                  <a:cubicBezTo>
                    <a:pt x="167741" y="50397"/>
                    <a:pt x="168355" y="51073"/>
                    <a:pt x="168355" y="51882"/>
                  </a:cubicBezTo>
                  <a:cubicBezTo>
                    <a:pt x="168355" y="52690"/>
                    <a:pt x="167741" y="53366"/>
                    <a:pt x="166937" y="53441"/>
                  </a:cubicBezTo>
                  <a:cubicBezTo>
                    <a:pt x="166886" y="53446"/>
                    <a:pt x="166836" y="53449"/>
                    <a:pt x="166787" y="53449"/>
                  </a:cubicBezTo>
                  <a:cubicBezTo>
                    <a:pt x="166043" y="53449"/>
                    <a:pt x="165392" y="52920"/>
                    <a:pt x="165250" y="52176"/>
                  </a:cubicBezTo>
                  <a:lnTo>
                    <a:pt x="145519" y="52176"/>
                  </a:lnTo>
                  <a:lnTo>
                    <a:pt x="145519" y="51587"/>
                  </a:lnTo>
                  <a:lnTo>
                    <a:pt x="165250" y="51587"/>
                  </a:lnTo>
                  <a:cubicBezTo>
                    <a:pt x="165392" y="50843"/>
                    <a:pt x="166043" y="50315"/>
                    <a:pt x="166787" y="50315"/>
                  </a:cubicBezTo>
                  <a:close/>
                  <a:moveTo>
                    <a:pt x="39992" y="50314"/>
                  </a:moveTo>
                  <a:cubicBezTo>
                    <a:pt x="39997" y="50314"/>
                    <a:pt x="40002" y="50314"/>
                    <a:pt x="40006" y="50314"/>
                  </a:cubicBezTo>
                  <a:cubicBezTo>
                    <a:pt x="40814" y="50314"/>
                    <a:pt x="41471" y="50928"/>
                    <a:pt x="41557" y="51713"/>
                  </a:cubicBezTo>
                  <a:lnTo>
                    <a:pt x="70690" y="51713"/>
                  </a:lnTo>
                  <a:lnTo>
                    <a:pt x="70690" y="52302"/>
                  </a:lnTo>
                  <a:lnTo>
                    <a:pt x="41510" y="52302"/>
                  </a:lnTo>
                  <a:cubicBezTo>
                    <a:pt x="41324" y="52962"/>
                    <a:pt x="40726" y="53449"/>
                    <a:pt x="40006" y="53449"/>
                  </a:cubicBezTo>
                  <a:cubicBezTo>
                    <a:pt x="40002" y="53449"/>
                    <a:pt x="39997" y="53449"/>
                    <a:pt x="39992" y="53449"/>
                  </a:cubicBezTo>
                  <a:cubicBezTo>
                    <a:pt x="39127" y="53449"/>
                    <a:pt x="38424" y="52748"/>
                    <a:pt x="38424" y="51882"/>
                  </a:cubicBezTo>
                  <a:cubicBezTo>
                    <a:pt x="38424" y="51015"/>
                    <a:pt x="39127" y="50314"/>
                    <a:pt x="39992" y="50314"/>
                  </a:cubicBezTo>
                  <a:close/>
                  <a:moveTo>
                    <a:pt x="189267" y="65419"/>
                  </a:moveTo>
                  <a:cubicBezTo>
                    <a:pt x="190075" y="65419"/>
                    <a:pt x="190750" y="66033"/>
                    <a:pt x="190827" y="66837"/>
                  </a:cubicBezTo>
                  <a:cubicBezTo>
                    <a:pt x="190904" y="67642"/>
                    <a:pt x="190355" y="68373"/>
                    <a:pt x="189561" y="68524"/>
                  </a:cubicBezTo>
                  <a:lnTo>
                    <a:pt x="189561" y="84816"/>
                  </a:lnTo>
                  <a:lnTo>
                    <a:pt x="180120" y="84816"/>
                  </a:lnTo>
                  <a:lnTo>
                    <a:pt x="180120" y="95311"/>
                  </a:lnTo>
                  <a:lnTo>
                    <a:pt x="179530" y="95311"/>
                  </a:lnTo>
                  <a:lnTo>
                    <a:pt x="179530" y="84226"/>
                  </a:lnTo>
                  <a:lnTo>
                    <a:pt x="188972" y="84226"/>
                  </a:lnTo>
                  <a:lnTo>
                    <a:pt x="188972" y="68524"/>
                  </a:lnTo>
                  <a:cubicBezTo>
                    <a:pt x="188178" y="68373"/>
                    <a:pt x="187629" y="67642"/>
                    <a:pt x="187706" y="66837"/>
                  </a:cubicBezTo>
                  <a:cubicBezTo>
                    <a:pt x="187782" y="66033"/>
                    <a:pt x="188458" y="65419"/>
                    <a:pt x="189267" y="65419"/>
                  </a:cubicBezTo>
                  <a:close/>
                  <a:moveTo>
                    <a:pt x="15147" y="88090"/>
                  </a:moveTo>
                  <a:cubicBezTo>
                    <a:pt x="15152" y="88090"/>
                    <a:pt x="15158" y="88090"/>
                    <a:pt x="15163" y="88090"/>
                  </a:cubicBezTo>
                  <a:cubicBezTo>
                    <a:pt x="15858" y="88090"/>
                    <a:pt x="16440" y="88545"/>
                    <a:pt x="16646" y="89172"/>
                  </a:cubicBezTo>
                  <a:lnTo>
                    <a:pt x="30860" y="89172"/>
                  </a:lnTo>
                  <a:lnTo>
                    <a:pt x="30860" y="94304"/>
                  </a:lnTo>
                  <a:cubicBezTo>
                    <a:pt x="31360" y="94499"/>
                    <a:pt x="31725" y="94938"/>
                    <a:pt x="31827" y="95467"/>
                  </a:cubicBezTo>
                  <a:lnTo>
                    <a:pt x="191326" y="95467"/>
                  </a:lnTo>
                  <a:cubicBezTo>
                    <a:pt x="191468" y="94722"/>
                    <a:pt x="192120" y="94193"/>
                    <a:pt x="192864" y="94193"/>
                  </a:cubicBezTo>
                  <a:cubicBezTo>
                    <a:pt x="192913" y="94193"/>
                    <a:pt x="192963" y="94195"/>
                    <a:pt x="193012" y="94200"/>
                  </a:cubicBezTo>
                  <a:cubicBezTo>
                    <a:pt x="193817" y="94277"/>
                    <a:pt x="194431" y="94952"/>
                    <a:pt x="194431" y="95760"/>
                  </a:cubicBezTo>
                  <a:cubicBezTo>
                    <a:pt x="194431" y="96569"/>
                    <a:pt x="193817" y="97244"/>
                    <a:pt x="193012" y="97321"/>
                  </a:cubicBezTo>
                  <a:cubicBezTo>
                    <a:pt x="192962" y="97326"/>
                    <a:pt x="192912" y="97328"/>
                    <a:pt x="192862" y="97328"/>
                  </a:cubicBezTo>
                  <a:cubicBezTo>
                    <a:pt x="192119" y="97328"/>
                    <a:pt x="191468" y="96800"/>
                    <a:pt x="191326" y="96055"/>
                  </a:cubicBezTo>
                  <a:lnTo>
                    <a:pt x="31826" y="96055"/>
                  </a:lnTo>
                  <a:cubicBezTo>
                    <a:pt x="31686" y="96793"/>
                    <a:pt x="31040" y="97327"/>
                    <a:pt x="30289" y="97327"/>
                  </a:cubicBezTo>
                  <a:cubicBezTo>
                    <a:pt x="29538" y="97327"/>
                    <a:pt x="28892" y="96793"/>
                    <a:pt x="28751" y="96055"/>
                  </a:cubicBezTo>
                  <a:lnTo>
                    <a:pt x="23560" y="96055"/>
                  </a:lnTo>
                  <a:cubicBezTo>
                    <a:pt x="23418" y="96800"/>
                    <a:pt x="22767" y="97328"/>
                    <a:pt x="22023" y="97328"/>
                  </a:cubicBezTo>
                  <a:cubicBezTo>
                    <a:pt x="21973" y="97328"/>
                    <a:pt x="21923" y="97326"/>
                    <a:pt x="21873" y="97321"/>
                  </a:cubicBezTo>
                  <a:cubicBezTo>
                    <a:pt x="21069" y="97244"/>
                    <a:pt x="20455" y="96569"/>
                    <a:pt x="20455" y="95760"/>
                  </a:cubicBezTo>
                  <a:cubicBezTo>
                    <a:pt x="20455" y="94952"/>
                    <a:pt x="21069" y="94276"/>
                    <a:pt x="21873" y="94200"/>
                  </a:cubicBezTo>
                  <a:cubicBezTo>
                    <a:pt x="21923" y="94195"/>
                    <a:pt x="21973" y="94193"/>
                    <a:pt x="22023" y="94193"/>
                  </a:cubicBezTo>
                  <a:cubicBezTo>
                    <a:pt x="22767" y="94193"/>
                    <a:pt x="23418" y="94721"/>
                    <a:pt x="23560" y="95465"/>
                  </a:cubicBezTo>
                  <a:lnTo>
                    <a:pt x="28751" y="95465"/>
                  </a:lnTo>
                  <a:cubicBezTo>
                    <a:pt x="28891" y="94734"/>
                    <a:pt x="29527" y="94203"/>
                    <a:pt x="30270" y="94195"/>
                  </a:cubicBezTo>
                  <a:lnTo>
                    <a:pt x="30270" y="89761"/>
                  </a:lnTo>
                  <a:lnTo>
                    <a:pt x="16720" y="89761"/>
                  </a:lnTo>
                  <a:cubicBezTo>
                    <a:pt x="16665" y="90577"/>
                    <a:pt x="15993" y="91224"/>
                    <a:pt x="15163" y="91224"/>
                  </a:cubicBezTo>
                  <a:cubicBezTo>
                    <a:pt x="15158" y="91224"/>
                    <a:pt x="15152" y="91224"/>
                    <a:pt x="15147" y="91224"/>
                  </a:cubicBezTo>
                  <a:cubicBezTo>
                    <a:pt x="14282" y="91224"/>
                    <a:pt x="13581" y="90523"/>
                    <a:pt x="13581" y="89657"/>
                  </a:cubicBezTo>
                  <a:cubicBezTo>
                    <a:pt x="13581" y="88791"/>
                    <a:pt x="14282" y="88090"/>
                    <a:pt x="15147" y="88090"/>
                  </a:cubicBezTo>
                  <a:close/>
                  <a:moveTo>
                    <a:pt x="169604" y="115323"/>
                  </a:moveTo>
                  <a:cubicBezTo>
                    <a:pt x="170357" y="115323"/>
                    <a:pt x="171001" y="115858"/>
                    <a:pt x="171142" y="116596"/>
                  </a:cubicBezTo>
                  <a:lnTo>
                    <a:pt x="191775" y="116596"/>
                  </a:lnTo>
                  <a:cubicBezTo>
                    <a:pt x="191917" y="115852"/>
                    <a:pt x="192569" y="115323"/>
                    <a:pt x="193312" y="115323"/>
                  </a:cubicBezTo>
                  <a:cubicBezTo>
                    <a:pt x="193362" y="115323"/>
                    <a:pt x="193412" y="115326"/>
                    <a:pt x="193462" y="115330"/>
                  </a:cubicBezTo>
                  <a:cubicBezTo>
                    <a:pt x="194267" y="115407"/>
                    <a:pt x="194880" y="116083"/>
                    <a:pt x="194880" y="116891"/>
                  </a:cubicBezTo>
                  <a:cubicBezTo>
                    <a:pt x="194880" y="117699"/>
                    <a:pt x="194267" y="118374"/>
                    <a:pt x="193462" y="118450"/>
                  </a:cubicBezTo>
                  <a:cubicBezTo>
                    <a:pt x="193412" y="118455"/>
                    <a:pt x="193362" y="118457"/>
                    <a:pt x="193312" y="118457"/>
                  </a:cubicBezTo>
                  <a:cubicBezTo>
                    <a:pt x="192569" y="118457"/>
                    <a:pt x="191917" y="117929"/>
                    <a:pt x="191775" y="117186"/>
                  </a:cubicBezTo>
                  <a:lnTo>
                    <a:pt x="171143" y="117186"/>
                  </a:lnTo>
                  <a:cubicBezTo>
                    <a:pt x="171016" y="117853"/>
                    <a:pt x="170464" y="118364"/>
                    <a:pt x="169780" y="118440"/>
                  </a:cubicBezTo>
                  <a:lnTo>
                    <a:pt x="169780" y="123789"/>
                  </a:lnTo>
                  <a:lnTo>
                    <a:pt x="191767" y="123789"/>
                  </a:lnTo>
                  <a:cubicBezTo>
                    <a:pt x="191869" y="123023"/>
                    <a:pt x="192518" y="122430"/>
                    <a:pt x="193313" y="122430"/>
                  </a:cubicBezTo>
                  <a:cubicBezTo>
                    <a:pt x="194172" y="122437"/>
                    <a:pt x="194865" y="123137"/>
                    <a:pt x="194865" y="123996"/>
                  </a:cubicBezTo>
                  <a:cubicBezTo>
                    <a:pt x="194865" y="124856"/>
                    <a:pt x="194172" y="125556"/>
                    <a:pt x="193313" y="125565"/>
                  </a:cubicBezTo>
                  <a:cubicBezTo>
                    <a:pt x="192579" y="125565"/>
                    <a:pt x="191969" y="125059"/>
                    <a:pt x="191797" y="124378"/>
                  </a:cubicBezTo>
                  <a:lnTo>
                    <a:pt x="169191" y="124378"/>
                  </a:lnTo>
                  <a:lnTo>
                    <a:pt x="169191" y="118395"/>
                  </a:lnTo>
                  <a:cubicBezTo>
                    <a:pt x="168620" y="118239"/>
                    <a:pt x="168179" y="117774"/>
                    <a:pt x="168067" y="117186"/>
                  </a:cubicBezTo>
                  <a:lnTo>
                    <a:pt x="142960" y="117186"/>
                  </a:lnTo>
                  <a:lnTo>
                    <a:pt x="142960" y="116596"/>
                  </a:lnTo>
                  <a:lnTo>
                    <a:pt x="168067" y="116596"/>
                  </a:lnTo>
                  <a:cubicBezTo>
                    <a:pt x="168207" y="115858"/>
                    <a:pt x="168853" y="115323"/>
                    <a:pt x="169604" y="115323"/>
                  </a:cubicBezTo>
                  <a:close/>
                  <a:moveTo>
                    <a:pt x="14087" y="111137"/>
                  </a:moveTo>
                  <a:cubicBezTo>
                    <a:pt x="14092" y="111137"/>
                    <a:pt x="14097" y="111137"/>
                    <a:pt x="14102" y="111137"/>
                  </a:cubicBezTo>
                  <a:cubicBezTo>
                    <a:pt x="14914" y="111137"/>
                    <a:pt x="15574" y="111758"/>
                    <a:pt x="15653" y="112550"/>
                  </a:cubicBezTo>
                  <a:lnTo>
                    <a:pt x="27665" y="112550"/>
                  </a:lnTo>
                  <a:cubicBezTo>
                    <a:pt x="27744" y="111758"/>
                    <a:pt x="28404" y="111137"/>
                    <a:pt x="29216" y="111137"/>
                  </a:cubicBezTo>
                  <a:cubicBezTo>
                    <a:pt x="30029" y="111137"/>
                    <a:pt x="30689" y="111758"/>
                    <a:pt x="30768" y="112550"/>
                  </a:cubicBezTo>
                  <a:lnTo>
                    <a:pt x="39402" y="112550"/>
                  </a:lnTo>
                  <a:lnTo>
                    <a:pt x="39402" y="122440"/>
                  </a:lnTo>
                  <a:lnTo>
                    <a:pt x="57801" y="122440"/>
                  </a:lnTo>
                  <a:cubicBezTo>
                    <a:pt x="57922" y="121811"/>
                    <a:pt x="58414" y="121318"/>
                    <a:pt x="59043" y="121197"/>
                  </a:cubicBezTo>
                  <a:lnTo>
                    <a:pt x="59043" y="116486"/>
                  </a:lnTo>
                  <a:lnTo>
                    <a:pt x="69556" y="116486"/>
                  </a:lnTo>
                  <a:lnTo>
                    <a:pt x="69556" y="117075"/>
                  </a:lnTo>
                  <a:lnTo>
                    <a:pt x="59632" y="117075"/>
                  </a:lnTo>
                  <a:lnTo>
                    <a:pt x="59632" y="121198"/>
                  </a:lnTo>
                  <a:cubicBezTo>
                    <a:pt x="60202" y="121307"/>
                    <a:pt x="60665" y="121721"/>
                    <a:pt x="60836" y="122275"/>
                  </a:cubicBezTo>
                  <a:cubicBezTo>
                    <a:pt x="61006" y="122830"/>
                    <a:pt x="60857" y="123433"/>
                    <a:pt x="60447" y="123843"/>
                  </a:cubicBezTo>
                  <a:cubicBezTo>
                    <a:pt x="60149" y="124142"/>
                    <a:pt x="59749" y="124302"/>
                    <a:pt x="59339" y="124302"/>
                  </a:cubicBezTo>
                  <a:cubicBezTo>
                    <a:pt x="59185" y="124302"/>
                    <a:pt x="59030" y="124280"/>
                    <a:pt x="58879" y="124233"/>
                  </a:cubicBezTo>
                  <a:cubicBezTo>
                    <a:pt x="58324" y="124062"/>
                    <a:pt x="57910" y="123600"/>
                    <a:pt x="57801" y="123030"/>
                  </a:cubicBezTo>
                  <a:lnTo>
                    <a:pt x="38812" y="123030"/>
                  </a:lnTo>
                  <a:lnTo>
                    <a:pt x="38812" y="113140"/>
                  </a:lnTo>
                  <a:lnTo>
                    <a:pt x="30715" y="113140"/>
                  </a:lnTo>
                  <a:cubicBezTo>
                    <a:pt x="30553" y="113700"/>
                    <a:pt x="30091" y="114132"/>
                    <a:pt x="29511" y="114243"/>
                  </a:cubicBezTo>
                  <a:lnTo>
                    <a:pt x="29511" y="129324"/>
                  </a:lnTo>
                  <a:lnTo>
                    <a:pt x="20101" y="129324"/>
                  </a:lnTo>
                  <a:cubicBezTo>
                    <a:pt x="19877" y="129917"/>
                    <a:pt x="19309" y="130341"/>
                    <a:pt x="18638" y="130341"/>
                  </a:cubicBezTo>
                  <a:cubicBezTo>
                    <a:pt x="18633" y="130341"/>
                    <a:pt x="18629" y="130341"/>
                    <a:pt x="18624" y="130341"/>
                  </a:cubicBezTo>
                  <a:cubicBezTo>
                    <a:pt x="17759" y="130341"/>
                    <a:pt x="17056" y="129640"/>
                    <a:pt x="17056" y="128773"/>
                  </a:cubicBezTo>
                  <a:cubicBezTo>
                    <a:pt x="17056" y="127907"/>
                    <a:pt x="17759" y="127206"/>
                    <a:pt x="18624" y="127206"/>
                  </a:cubicBezTo>
                  <a:cubicBezTo>
                    <a:pt x="18629" y="127206"/>
                    <a:pt x="18633" y="127206"/>
                    <a:pt x="18638" y="127206"/>
                  </a:cubicBezTo>
                  <a:cubicBezTo>
                    <a:pt x="19490" y="127206"/>
                    <a:pt x="20180" y="127888"/>
                    <a:pt x="20201" y="128735"/>
                  </a:cubicBezTo>
                  <a:lnTo>
                    <a:pt x="28921" y="128735"/>
                  </a:lnTo>
                  <a:lnTo>
                    <a:pt x="28921" y="114243"/>
                  </a:lnTo>
                  <a:cubicBezTo>
                    <a:pt x="28341" y="114132"/>
                    <a:pt x="27880" y="113700"/>
                    <a:pt x="27717" y="113140"/>
                  </a:cubicBezTo>
                  <a:lnTo>
                    <a:pt x="15601" y="113140"/>
                  </a:lnTo>
                  <a:cubicBezTo>
                    <a:pt x="15411" y="113792"/>
                    <a:pt x="14815" y="114272"/>
                    <a:pt x="14102" y="114272"/>
                  </a:cubicBezTo>
                  <a:cubicBezTo>
                    <a:pt x="14097" y="114272"/>
                    <a:pt x="14092" y="114272"/>
                    <a:pt x="14087" y="114272"/>
                  </a:cubicBezTo>
                  <a:cubicBezTo>
                    <a:pt x="13223" y="114272"/>
                    <a:pt x="12519" y="113571"/>
                    <a:pt x="12519" y="112705"/>
                  </a:cubicBezTo>
                  <a:cubicBezTo>
                    <a:pt x="12519" y="111838"/>
                    <a:pt x="13223" y="111137"/>
                    <a:pt x="14087" y="111137"/>
                  </a:cubicBezTo>
                  <a:close/>
                  <a:moveTo>
                    <a:pt x="136905" y="1"/>
                  </a:moveTo>
                  <a:cubicBezTo>
                    <a:pt x="132240" y="1"/>
                    <a:pt x="127894" y="738"/>
                    <a:pt x="123858" y="1748"/>
                  </a:cubicBezTo>
                  <a:cubicBezTo>
                    <a:pt x="110020" y="5210"/>
                    <a:pt x="103470" y="13062"/>
                    <a:pt x="88405" y="20150"/>
                  </a:cubicBezTo>
                  <a:lnTo>
                    <a:pt x="88405" y="23084"/>
                  </a:lnTo>
                  <a:lnTo>
                    <a:pt x="101149" y="23084"/>
                  </a:lnTo>
                  <a:lnTo>
                    <a:pt x="101149" y="23672"/>
                  </a:lnTo>
                  <a:lnTo>
                    <a:pt x="87817" y="23672"/>
                  </a:lnTo>
                  <a:lnTo>
                    <a:pt x="87817" y="20427"/>
                  </a:lnTo>
                  <a:cubicBezTo>
                    <a:pt x="86732" y="20929"/>
                    <a:pt x="85607" y="21426"/>
                    <a:pt x="84429" y="21917"/>
                  </a:cubicBezTo>
                  <a:cubicBezTo>
                    <a:pt x="78037" y="24581"/>
                    <a:pt x="72617" y="25705"/>
                    <a:pt x="67307" y="26261"/>
                  </a:cubicBezTo>
                  <a:lnTo>
                    <a:pt x="67307" y="28418"/>
                  </a:lnTo>
                  <a:lnTo>
                    <a:pt x="48103" y="28418"/>
                  </a:lnTo>
                  <a:cubicBezTo>
                    <a:pt x="47960" y="29163"/>
                    <a:pt x="47309" y="29691"/>
                    <a:pt x="46565" y="29691"/>
                  </a:cubicBezTo>
                  <a:cubicBezTo>
                    <a:pt x="46516" y="29691"/>
                    <a:pt x="46466" y="29688"/>
                    <a:pt x="46417" y="29684"/>
                  </a:cubicBezTo>
                  <a:cubicBezTo>
                    <a:pt x="45613" y="29607"/>
                    <a:pt x="44999" y="28931"/>
                    <a:pt x="44999" y="28124"/>
                  </a:cubicBezTo>
                  <a:cubicBezTo>
                    <a:pt x="44999" y="27968"/>
                    <a:pt x="45028" y="27819"/>
                    <a:pt x="45071" y="27678"/>
                  </a:cubicBezTo>
                  <a:lnTo>
                    <a:pt x="45071" y="27678"/>
                  </a:lnTo>
                  <a:cubicBezTo>
                    <a:pt x="41448" y="28073"/>
                    <a:pt x="37848" y="28655"/>
                    <a:pt x="34286" y="29422"/>
                  </a:cubicBezTo>
                  <a:cubicBezTo>
                    <a:pt x="12428" y="34111"/>
                    <a:pt x="0" y="63661"/>
                    <a:pt x="0" y="80547"/>
                  </a:cubicBezTo>
                  <a:cubicBezTo>
                    <a:pt x="0" y="97433"/>
                    <a:pt x="1314" y="121838"/>
                    <a:pt x="20143" y="134487"/>
                  </a:cubicBezTo>
                  <a:cubicBezTo>
                    <a:pt x="24099" y="137145"/>
                    <a:pt x="29192" y="138189"/>
                    <a:pt x="34933" y="138189"/>
                  </a:cubicBezTo>
                  <a:cubicBezTo>
                    <a:pt x="55990" y="138189"/>
                    <a:pt x="85762" y="124142"/>
                    <a:pt x="100094" y="124142"/>
                  </a:cubicBezTo>
                  <a:cubicBezTo>
                    <a:pt x="100454" y="124142"/>
                    <a:pt x="100804" y="124150"/>
                    <a:pt x="101144" y="124169"/>
                  </a:cubicBezTo>
                  <a:cubicBezTo>
                    <a:pt x="118716" y="125107"/>
                    <a:pt x="138858" y="144807"/>
                    <a:pt x="164145" y="144807"/>
                  </a:cubicBezTo>
                  <a:cubicBezTo>
                    <a:pt x="199570" y="144806"/>
                    <a:pt x="208787" y="98789"/>
                    <a:pt x="202926" y="65885"/>
                  </a:cubicBezTo>
                  <a:cubicBezTo>
                    <a:pt x="200074" y="49872"/>
                    <a:pt x="192226" y="37294"/>
                    <a:pt x="182144" y="25669"/>
                  </a:cubicBezTo>
                  <a:cubicBezTo>
                    <a:pt x="180993" y="24341"/>
                    <a:pt x="179852" y="23076"/>
                    <a:pt x="178721" y="21874"/>
                  </a:cubicBezTo>
                  <a:lnTo>
                    <a:pt x="148778" y="21874"/>
                  </a:lnTo>
                  <a:cubicBezTo>
                    <a:pt x="148554" y="22468"/>
                    <a:pt x="147986" y="22893"/>
                    <a:pt x="147314" y="22893"/>
                  </a:cubicBezTo>
                  <a:cubicBezTo>
                    <a:pt x="147313" y="22893"/>
                    <a:pt x="147313" y="22893"/>
                    <a:pt x="147312" y="22893"/>
                  </a:cubicBezTo>
                  <a:cubicBezTo>
                    <a:pt x="146447" y="22893"/>
                    <a:pt x="145746" y="22190"/>
                    <a:pt x="145747" y="21326"/>
                  </a:cubicBezTo>
                  <a:cubicBezTo>
                    <a:pt x="145747" y="20512"/>
                    <a:pt x="146369" y="19852"/>
                    <a:pt x="147161" y="19773"/>
                  </a:cubicBezTo>
                  <a:lnTo>
                    <a:pt x="147161" y="12882"/>
                  </a:lnTo>
                  <a:lnTo>
                    <a:pt x="129767" y="12882"/>
                  </a:lnTo>
                  <a:lnTo>
                    <a:pt x="129767" y="21874"/>
                  </a:lnTo>
                  <a:lnTo>
                    <a:pt x="109249" y="21874"/>
                  </a:lnTo>
                  <a:lnTo>
                    <a:pt x="109249" y="38214"/>
                  </a:lnTo>
                  <a:lnTo>
                    <a:pt x="108659" y="38214"/>
                  </a:lnTo>
                  <a:lnTo>
                    <a:pt x="108659" y="21285"/>
                  </a:lnTo>
                  <a:lnTo>
                    <a:pt x="129178" y="21285"/>
                  </a:lnTo>
                  <a:lnTo>
                    <a:pt x="129178" y="12293"/>
                  </a:lnTo>
                  <a:lnTo>
                    <a:pt x="161653" y="12293"/>
                  </a:lnTo>
                  <a:cubicBezTo>
                    <a:pt x="161795" y="11549"/>
                    <a:pt x="162447" y="11021"/>
                    <a:pt x="163191" y="11021"/>
                  </a:cubicBezTo>
                  <a:cubicBezTo>
                    <a:pt x="163240" y="11021"/>
                    <a:pt x="163291" y="11023"/>
                    <a:pt x="163341" y="11028"/>
                  </a:cubicBezTo>
                  <a:cubicBezTo>
                    <a:pt x="164145" y="11104"/>
                    <a:pt x="164759" y="11779"/>
                    <a:pt x="164759" y="12588"/>
                  </a:cubicBezTo>
                  <a:cubicBezTo>
                    <a:pt x="164759" y="13397"/>
                    <a:pt x="164145" y="14072"/>
                    <a:pt x="163341" y="14149"/>
                  </a:cubicBezTo>
                  <a:cubicBezTo>
                    <a:pt x="163291" y="14154"/>
                    <a:pt x="163242" y="14156"/>
                    <a:pt x="163193" y="14156"/>
                  </a:cubicBezTo>
                  <a:cubicBezTo>
                    <a:pt x="162448" y="14156"/>
                    <a:pt x="161795" y="13627"/>
                    <a:pt x="161653" y="12882"/>
                  </a:cubicBezTo>
                  <a:lnTo>
                    <a:pt x="147750" y="12882"/>
                  </a:lnTo>
                  <a:lnTo>
                    <a:pt x="147750" y="19828"/>
                  </a:lnTo>
                  <a:cubicBezTo>
                    <a:pt x="148403" y="20016"/>
                    <a:pt x="148859" y="20605"/>
                    <a:pt x="148878" y="21285"/>
                  </a:cubicBezTo>
                  <a:lnTo>
                    <a:pt x="178162" y="21285"/>
                  </a:lnTo>
                  <a:cubicBezTo>
                    <a:pt x="162316" y="4644"/>
                    <a:pt x="148608" y="1"/>
                    <a:pt x="13690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36;p64">
              <a:extLst>
                <a:ext uri="{FF2B5EF4-FFF2-40B4-BE49-F238E27FC236}">
                  <a16:creationId xmlns:a16="http://schemas.microsoft.com/office/drawing/2014/main" id="{D005C5D2-098F-444A-8C19-C04F16E7CD25}"/>
                </a:ext>
              </a:extLst>
            </p:cNvPr>
            <p:cNvSpPr/>
            <p:nvPr/>
          </p:nvSpPr>
          <p:spPr>
            <a:xfrm>
              <a:off x="5738709" y="1505030"/>
              <a:ext cx="371507" cy="29867"/>
            </a:xfrm>
            <a:custGeom>
              <a:avLst/>
              <a:gdLst/>
              <a:ahLst/>
              <a:cxnLst/>
              <a:rect l="l" t="t" r="r" b="b"/>
              <a:pathLst>
                <a:path w="18770" h="1509" extrusionOk="0">
                  <a:moveTo>
                    <a:pt x="18770" y="1"/>
                  </a:moveTo>
                  <a:cubicBezTo>
                    <a:pt x="12824" y="577"/>
                    <a:pt x="6970" y="485"/>
                    <a:pt x="0" y="1077"/>
                  </a:cubicBezTo>
                  <a:cubicBezTo>
                    <a:pt x="74" y="1212"/>
                    <a:pt x="127" y="1357"/>
                    <a:pt x="156" y="1508"/>
                  </a:cubicBezTo>
                  <a:lnTo>
                    <a:pt x="18770" y="1508"/>
                  </a:lnTo>
                  <a:lnTo>
                    <a:pt x="187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64;p64">
              <a:extLst>
                <a:ext uri="{FF2B5EF4-FFF2-40B4-BE49-F238E27FC236}">
                  <a16:creationId xmlns:a16="http://schemas.microsoft.com/office/drawing/2014/main" id="{64924507-E181-454B-93A3-21244DF9E12E}"/>
                </a:ext>
              </a:extLst>
            </p:cNvPr>
            <p:cNvSpPr/>
            <p:nvPr/>
          </p:nvSpPr>
          <p:spPr>
            <a:xfrm>
              <a:off x="5020060" y="3595405"/>
              <a:ext cx="3758476" cy="1175047"/>
            </a:xfrm>
            <a:custGeom>
              <a:avLst/>
              <a:gdLst/>
              <a:ahLst/>
              <a:cxnLst/>
              <a:rect l="l" t="t" r="r" b="b"/>
              <a:pathLst>
                <a:path w="189893" h="59368" extrusionOk="0">
                  <a:moveTo>
                    <a:pt x="94946" y="0"/>
                  </a:moveTo>
                  <a:cubicBezTo>
                    <a:pt x="69765" y="0"/>
                    <a:pt x="45615" y="3128"/>
                    <a:pt x="27809" y="8694"/>
                  </a:cubicBezTo>
                  <a:cubicBezTo>
                    <a:pt x="10003" y="14261"/>
                    <a:pt x="1" y="21811"/>
                    <a:pt x="1" y="29684"/>
                  </a:cubicBezTo>
                  <a:cubicBezTo>
                    <a:pt x="1" y="37556"/>
                    <a:pt x="10003" y="45106"/>
                    <a:pt x="27809" y="50673"/>
                  </a:cubicBezTo>
                  <a:cubicBezTo>
                    <a:pt x="45615" y="56240"/>
                    <a:pt x="69765" y="59367"/>
                    <a:pt x="94946" y="59367"/>
                  </a:cubicBezTo>
                  <a:cubicBezTo>
                    <a:pt x="120127" y="59367"/>
                    <a:pt x="144277" y="56240"/>
                    <a:pt x="162083" y="50673"/>
                  </a:cubicBezTo>
                  <a:cubicBezTo>
                    <a:pt x="179888" y="45106"/>
                    <a:pt x="189892" y="37556"/>
                    <a:pt x="189892" y="29684"/>
                  </a:cubicBezTo>
                  <a:cubicBezTo>
                    <a:pt x="189892" y="21811"/>
                    <a:pt x="179888" y="14261"/>
                    <a:pt x="162083" y="8694"/>
                  </a:cubicBezTo>
                  <a:cubicBezTo>
                    <a:pt x="144277" y="3128"/>
                    <a:pt x="120127" y="0"/>
                    <a:pt x="9494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165;p64">
              <a:extLst>
                <a:ext uri="{FF2B5EF4-FFF2-40B4-BE49-F238E27FC236}">
                  <a16:creationId xmlns:a16="http://schemas.microsoft.com/office/drawing/2014/main" id="{B02431C2-A7C9-4E65-85FD-0C28103831F1}"/>
                </a:ext>
              </a:extLst>
            </p:cNvPr>
            <p:cNvSpPr/>
            <p:nvPr/>
          </p:nvSpPr>
          <p:spPr>
            <a:xfrm>
              <a:off x="5206071" y="3600512"/>
              <a:ext cx="3424199" cy="1040081"/>
            </a:xfrm>
            <a:custGeom>
              <a:avLst/>
              <a:gdLst/>
              <a:ahLst/>
              <a:cxnLst/>
              <a:rect l="l" t="t" r="r" b="b"/>
              <a:pathLst>
                <a:path w="173004" h="52549" extrusionOk="0">
                  <a:moveTo>
                    <a:pt x="86502" y="0"/>
                  </a:moveTo>
                  <a:cubicBezTo>
                    <a:pt x="63560" y="0"/>
                    <a:pt x="41558" y="2768"/>
                    <a:pt x="25336" y="7696"/>
                  </a:cubicBezTo>
                  <a:cubicBezTo>
                    <a:pt x="9113" y="12623"/>
                    <a:pt x="0" y="19306"/>
                    <a:pt x="0" y="26275"/>
                  </a:cubicBezTo>
                  <a:cubicBezTo>
                    <a:pt x="0" y="33243"/>
                    <a:pt x="9113" y="39925"/>
                    <a:pt x="25336" y="44853"/>
                  </a:cubicBezTo>
                  <a:cubicBezTo>
                    <a:pt x="41558" y="49780"/>
                    <a:pt x="63560" y="52549"/>
                    <a:pt x="86502" y="52549"/>
                  </a:cubicBezTo>
                  <a:cubicBezTo>
                    <a:pt x="109443" y="52549"/>
                    <a:pt x="131445" y="49780"/>
                    <a:pt x="147667" y="44853"/>
                  </a:cubicBezTo>
                  <a:cubicBezTo>
                    <a:pt x="163889" y="39925"/>
                    <a:pt x="173004" y="33243"/>
                    <a:pt x="173004" y="26275"/>
                  </a:cubicBezTo>
                  <a:cubicBezTo>
                    <a:pt x="173004" y="19306"/>
                    <a:pt x="163889" y="12623"/>
                    <a:pt x="147667" y="7696"/>
                  </a:cubicBezTo>
                  <a:cubicBezTo>
                    <a:pt x="131445" y="2768"/>
                    <a:pt x="109443" y="0"/>
                    <a:pt x="865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66;p64">
              <a:extLst>
                <a:ext uri="{FF2B5EF4-FFF2-40B4-BE49-F238E27FC236}">
                  <a16:creationId xmlns:a16="http://schemas.microsoft.com/office/drawing/2014/main" id="{C807E739-A235-4B92-96A7-2307928891B2}"/>
                </a:ext>
              </a:extLst>
            </p:cNvPr>
            <p:cNvSpPr/>
            <p:nvPr/>
          </p:nvSpPr>
          <p:spPr>
            <a:xfrm>
              <a:off x="5200232" y="3594693"/>
              <a:ext cx="3435857" cy="1051739"/>
            </a:xfrm>
            <a:custGeom>
              <a:avLst/>
              <a:gdLst/>
              <a:ahLst/>
              <a:cxnLst/>
              <a:rect l="l" t="t" r="r" b="b"/>
              <a:pathLst>
                <a:path w="173593" h="53138" extrusionOk="0">
                  <a:moveTo>
                    <a:pt x="86797" y="589"/>
                  </a:moveTo>
                  <a:cubicBezTo>
                    <a:pt x="134332" y="589"/>
                    <a:pt x="173005" y="12243"/>
                    <a:pt x="173005" y="26569"/>
                  </a:cubicBezTo>
                  <a:cubicBezTo>
                    <a:pt x="173005" y="40894"/>
                    <a:pt x="134331" y="52549"/>
                    <a:pt x="86797" y="52549"/>
                  </a:cubicBezTo>
                  <a:cubicBezTo>
                    <a:pt x="39262" y="52549"/>
                    <a:pt x="589" y="40894"/>
                    <a:pt x="589" y="26569"/>
                  </a:cubicBezTo>
                  <a:cubicBezTo>
                    <a:pt x="589" y="12243"/>
                    <a:pt x="39262" y="589"/>
                    <a:pt x="86797" y="589"/>
                  </a:cubicBezTo>
                  <a:close/>
                  <a:moveTo>
                    <a:pt x="86797" y="0"/>
                  </a:moveTo>
                  <a:cubicBezTo>
                    <a:pt x="63663" y="0"/>
                    <a:pt x="41910" y="2737"/>
                    <a:pt x="25545" y="7708"/>
                  </a:cubicBezTo>
                  <a:cubicBezTo>
                    <a:pt x="9072" y="12711"/>
                    <a:pt x="0" y="19410"/>
                    <a:pt x="0" y="26569"/>
                  </a:cubicBezTo>
                  <a:cubicBezTo>
                    <a:pt x="0" y="33728"/>
                    <a:pt x="9072" y="40426"/>
                    <a:pt x="25545" y="45429"/>
                  </a:cubicBezTo>
                  <a:cubicBezTo>
                    <a:pt x="41910" y="50400"/>
                    <a:pt x="63663" y="53138"/>
                    <a:pt x="86797" y="53138"/>
                  </a:cubicBezTo>
                  <a:cubicBezTo>
                    <a:pt x="109930" y="53138"/>
                    <a:pt x="131683" y="50400"/>
                    <a:pt x="148049" y="45429"/>
                  </a:cubicBezTo>
                  <a:cubicBezTo>
                    <a:pt x="164521" y="40427"/>
                    <a:pt x="173593" y="33728"/>
                    <a:pt x="173593" y="26569"/>
                  </a:cubicBezTo>
                  <a:cubicBezTo>
                    <a:pt x="173593" y="19410"/>
                    <a:pt x="164521" y="12713"/>
                    <a:pt x="148049" y="7708"/>
                  </a:cubicBezTo>
                  <a:cubicBezTo>
                    <a:pt x="131683" y="2737"/>
                    <a:pt x="109931" y="0"/>
                    <a:pt x="867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67;p64">
              <a:extLst>
                <a:ext uri="{FF2B5EF4-FFF2-40B4-BE49-F238E27FC236}">
                  <a16:creationId xmlns:a16="http://schemas.microsoft.com/office/drawing/2014/main" id="{A8C0090F-7074-45F3-901A-30D52B8D0410}"/>
                </a:ext>
              </a:extLst>
            </p:cNvPr>
            <p:cNvSpPr/>
            <p:nvPr/>
          </p:nvSpPr>
          <p:spPr>
            <a:xfrm>
              <a:off x="5391627" y="3552416"/>
              <a:ext cx="3053067" cy="881997"/>
            </a:xfrm>
            <a:custGeom>
              <a:avLst/>
              <a:gdLst/>
              <a:ahLst/>
              <a:cxnLst/>
              <a:rect l="l" t="t" r="r" b="b"/>
              <a:pathLst>
                <a:path w="154253" h="44562" extrusionOk="0">
                  <a:moveTo>
                    <a:pt x="77127" y="0"/>
                  </a:moveTo>
                  <a:cubicBezTo>
                    <a:pt x="56671" y="0"/>
                    <a:pt x="37054" y="2348"/>
                    <a:pt x="22590" y="6526"/>
                  </a:cubicBezTo>
                  <a:cubicBezTo>
                    <a:pt x="8126" y="10705"/>
                    <a:pt x="1" y="16372"/>
                    <a:pt x="1" y="22281"/>
                  </a:cubicBezTo>
                  <a:cubicBezTo>
                    <a:pt x="1" y="28190"/>
                    <a:pt x="8126" y="33857"/>
                    <a:pt x="22590" y="38036"/>
                  </a:cubicBezTo>
                  <a:cubicBezTo>
                    <a:pt x="37054" y="42214"/>
                    <a:pt x="56671" y="44562"/>
                    <a:pt x="77127" y="44562"/>
                  </a:cubicBezTo>
                  <a:cubicBezTo>
                    <a:pt x="97582" y="44562"/>
                    <a:pt x="117199" y="42214"/>
                    <a:pt x="131662" y="38036"/>
                  </a:cubicBezTo>
                  <a:cubicBezTo>
                    <a:pt x="146127" y="33857"/>
                    <a:pt x="154252" y="28190"/>
                    <a:pt x="154252" y="22281"/>
                  </a:cubicBezTo>
                  <a:cubicBezTo>
                    <a:pt x="154252" y="16372"/>
                    <a:pt x="146127" y="10705"/>
                    <a:pt x="131662" y="6526"/>
                  </a:cubicBezTo>
                  <a:cubicBezTo>
                    <a:pt x="117199" y="2348"/>
                    <a:pt x="97582" y="0"/>
                    <a:pt x="771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168;p64">
              <a:extLst>
                <a:ext uri="{FF2B5EF4-FFF2-40B4-BE49-F238E27FC236}">
                  <a16:creationId xmlns:a16="http://schemas.microsoft.com/office/drawing/2014/main" id="{3C773840-5979-4750-851B-A4F61454AF70}"/>
                </a:ext>
              </a:extLst>
            </p:cNvPr>
            <p:cNvSpPr/>
            <p:nvPr/>
          </p:nvSpPr>
          <p:spPr>
            <a:xfrm>
              <a:off x="5385788" y="3546577"/>
              <a:ext cx="3064745" cy="893675"/>
            </a:xfrm>
            <a:custGeom>
              <a:avLst/>
              <a:gdLst/>
              <a:ahLst/>
              <a:cxnLst/>
              <a:rect l="l" t="t" r="r" b="b"/>
              <a:pathLst>
                <a:path w="154843" h="45152" extrusionOk="0">
                  <a:moveTo>
                    <a:pt x="77422" y="590"/>
                  </a:moveTo>
                  <a:cubicBezTo>
                    <a:pt x="119787" y="590"/>
                    <a:pt x="154253" y="10451"/>
                    <a:pt x="154253" y="22576"/>
                  </a:cubicBezTo>
                  <a:cubicBezTo>
                    <a:pt x="154253" y="34699"/>
                    <a:pt x="119787" y="44562"/>
                    <a:pt x="77422" y="44562"/>
                  </a:cubicBezTo>
                  <a:cubicBezTo>
                    <a:pt x="35056" y="44562"/>
                    <a:pt x="589" y="34698"/>
                    <a:pt x="589" y="22576"/>
                  </a:cubicBezTo>
                  <a:cubicBezTo>
                    <a:pt x="589" y="10453"/>
                    <a:pt x="35056" y="590"/>
                    <a:pt x="77422" y="590"/>
                  </a:cubicBezTo>
                  <a:close/>
                  <a:moveTo>
                    <a:pt x="77422" y="0"/>
                  </a:moveTo>
                  <a:cubicBezTo>
                    <a:pt x="56794" y="0"/>
                    <a:pt x="37396" y="2322"/>
                    <a:pt x="22803" y="6537"/>
                  </a:cubicBezTo>
                  <a:cubicBezTo>
                    <a:pt x="8099" y="10785"/>
                    <a:pt x="1" y="16481"/>
                    <a:pt x="1" y="22575"/>
                  </a:cubicBezTo>
                  <a:cubicBezTo>
                    <a:pt x="1" y="28669"/>
                    <a:pt x="8099" y="34365"/>
                    <a:pt x="22803" y="38613"/>
                  </a:cubicBezTo>
                  <a:cubicBezTo>
                    <a:pt x="37397" y="42829"/>
                    <a:pt x="56794" y="45152"/>
                    <a:pt x="77422" y="45152"/>
                  </a:cubicBezTo>
                  <a:cubicBezTo>
                    <a:pt x="98049" y="45152"/>
                    <a:pt x="117447" y="42829"/>
                    <a:pt x="132040" y="38613"/>
                  </a:cubicBezTo>
                  <a:cubicBezTo>
                    <a:pt x="146744" y="34365"/>
                    <a:pt x="154842" y="28669"/>
                    <a:pt x="154842" y="22575"/>
                  </a:cubicBezTo>
                  <a:cubicBezTo>
                    <a:pt x="154842" y="16481"/>
                    <a:pt x="146744" y="10785"/>
                    <a:pt x="132040" y="6537"/>
                  </a:cubicBezTo>
                  <a:cubicBezTo>
                    <a:pt x="117447" y="2322"/>
                    <a:pt x="98049" y="0"/>
                    <a:pt x="77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169;p64">
              <a:extLst>
                <a:ext uri="{FF2B5EF4-FFF2-40B4-BE49-F238E27FC236}">
                  <a16:creationId xmlns:a16="http://schemas.microsoft.com/office/drawing/2014/main" id="{848B7ADE-1B94-4240-A483-8CF02FF8F535}"/>
                </a:ext>
              </a:extLst>
            </p:cNvPr>
            <p:cNvSpPr/>
            <p:nvPr/>
          </p:nvSpPr>
          <p:spPr>
            <a:xfrm>
              <a:off x="5525820" y="3591169"/>
              <a:ext cx="2784680" cy="775394"/>
            </a:xfrm>
            <a:custGeom>
              <a:avLst/>
              <a:gdLst/>
              <a:ahLst/>
              <a:cxnLst/>
              <a:rect l="l" t="t" r="r" b="b"/>
              <a:pathLst>
                <a:path w="140693" h="39176" extrusionOk="0">
                  <a:moveTo>
                    <a:pt x="70347" y="1"/>
                  </a:moveTo>
                  <a:cubicBezTo>
                    <a:pt x="51689" y="1"/>
                    <a:pt x="33797" y="2064"/>
                    <a:pt x="20604" y="5738"/>
                  </a:cubicBezTo>
                  <a:cubicBezTo>
                    <a:pt x="7412" y="9411"/>
                    <a:pt x="0" y="14393"/>
                    <a:pt x="0" y="19588"/>
                  </a:cubicBezTo>
                  <a:cubicBezTo>
                    <a:pt x="0" y="24784"/>
                    <a:pt x="7412" y="29765"/>
                    <a:pt x="20604" y="33439"/>
                  </a:cubicBezTo>
                  <a:cubicBezTo>
                    <a:pt x="33797" y="37112"/>
                    <a:pt x="51689" y="39176"/>
                    <a:pt x="70347" y="39176"/>
                  </a:cubicBezTo>
                  <a:cubicBezTo>
                    <a:pt x="89003" y="39176"/>
                    <a:pt x="106896" y="37112"/>
                    <a:pt x="120088" y="33439"/>
                  </a:cubicBezTo>
                  <a:cubicBezTo>
                    <a:pt x="133281" y="29765"/>
                    <a:pt x="140692" y="24784"/>
                    <a:pt x="140692" y="19588"/>
                  </a:cubicBezTo>
                  <a:cubicBezTo>
                    <a:pt x="140692" y="14393"/>
                    <a:pt x="133281" y="9411"/>
                    <a:pt x="120088" y="5738"/>
                  </a:cubicBezTo>
                  <a:cubicBezTo>
                    <a:pt x="106896" y="2064"/>
                    <a:pt x="89003" y="1"/>
                    <a:pt x="70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170;p64">
              <a:extLst>
                <a:ext uri="{FF2B5EF4-FFF2-40B4-BE49-F238E27FC236}">
                  <a16:creationId xmlns:a16="http://schemas.microsoft.com/office/drawing/2014/main" id="{BAF114FB-3282-4930-9BDC-109AC929C7ED}"/>
                </a:ext>
              </a:extLst>
            </p:cNvPr>
            <p:cNvSpPr/>
            <p:nvPr/>
          </p:nvSpPr>
          <p:spPr>
            <a:xfrm>
              <a:off x="5520001" y="3585331"/>
              <a:ext cx="2796318" cy="787072"/>
            </a:xfrm>
            <a:custGeom>
              <a:avLst/>
              <a:gdLst/>
              <a:ahLst/>
              <a:cxnLst/>
              <a:rect l="l" t="t" r="r" b="b"/>
              <a:pathLst>
                <a:path w="141281" h="39766" extrusionOk="0">
                  <a:moveTo>
                    <a:pt x="70641" y="590"/>
                  </a:moveTo>
                  <a:cubicBezTo>
                    <a:pt x="109267" y="590"/>
                    <a:pt x="140691" y="9245"/>
                    <a:pt x="140691" y="19883"/>
                  </a:cubicBezTo>
                  <a:cubicBezTo>
                    <a:pt x="140691" y="30522"/>
                    <a:pt x="109267" y="39177"/>
                    <a:pt x="70641" y="39177"/>
                  </a:cubicBezTo>
                  <a:cubicBezTo>
                    <a:pt x="32014" y="39177"/>
                    <a:pt x="589" y="30522"/>
                    <a:pt x="589" y="19883"/>
                  </a:cubicBezTo>
                  <a:cubicBezTo>
                    <a:pt x="589" y="9245"/>
                    <a:pt x="32014" y="590"/>
                    <a:pt x="70641" y="590"/>
                  </a:cubicBezTo>
                  <a:close/>
                  <a:moveTo>
                    <a:pt x="70641" y="1"/>
                  </a:moveTo>
                  <a:cubicBezTo>
                    <a:pt x="51824" y="1"/>
                    <a:pt x="34132" y="2042"/>
                    <a:pt x="20820" y="5749"/>
                  </a:cubicBezTo>
                  <a:cubicBezTo>
                    <a:pt x="7395" y="9488"/>
                    <a:pt x="1" y="14507"/>
                    <a:pt x="1" y="19883"/>
                  </a:cubicBezTo>
                  <a:cubicBezTo>
                    <a:pt x="1" y="25260"/>
                    <a:pt x="7395" y="30280"/>
                    <a:pt x="20820" y="34018"/>
                  </a:cubicBezTo>
                  <a:cubicBezTo>
                    <a:pt x="34132" y="37724"/>
                    <a:pt x="51824" y="39766"/>
                    <a:pt x="70641" y="39766"/>
                  </a:cubicBezTo>
                  <a:cubicBezTo>
                    <a:pt x="89456" y="39766"/>
                    <a:pt x="107150" y="37724"/>
                    <a:pt x="120461" y="34018"/>
                  </a:cubicBezTo>
                  <a:cubicBezTo>
                    <a:pt x="133887" y="30280"/>
                    <a:pt x="141280" y="25260"/>
                    <a:pt x="141280" y="19883"/>
                  </a:cubicBezTo>
                  <a:cubicBezTo>
                    <a:pt x="141280" y="14507"/>
                    <a:pt x="133887" y="9488"/>
                    <a:pt x="120461" y="5749"/>
                  </a:cubicBezTo>
                  <a:cubicBezTo>
                    <a:pt x="107150" y="2042"/>
                    <a:pt x="89456" y="1"/>
                    <a:pt x="70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171;p64">
              <a:extLst>
                <a:ext uri="{FF2B5EF4-FFF2-40B4-BE49-F238E27FC236}">
                  <a16:creationId xmlns:a16="http://schemas.microsoft.com/office/drawing/2014/main" id="{CCA07F3D-18C9-46AA-A5A9-C3C0A941399F}"/>
                </a:ext>
              </a:extLst>
            </p:cNvPr>
            <p:cNvSpPr/>
            <p:nvPr/>
          </p:nvSpPr>
          <p:spPr>
            <a:xfrm>
              <a:off x="5544228" y="3717169"/>
              <a:ext cx="2747866" cy="649395"/>
            </a:xfrm>
            <a:custGeom>
              <a:avLst/>
              <a:gdLst/>
              <a:ahLst/>
              <a:cxnLst/>
              <a:rect l="l" t="t" r="r" b="b"/>
              <a:pathLst>
                <a:path w="138833" h="32810" extrusionOk="0">
                  <a:moveTo>
                    <a:pt x="69417" y="0"/>
                  </a:moveTo>
                  <a:cubicBezTo>
                    <a:pt x="51006" y="0"/>
                    <a:pt x="33349" y="1729"/>
                    <a:pt x="20332" y="4805"/>
                  </a:cubicBezTo>
                  <a:cubicBezTo>
                    <a:pt x="7314" y="7882"/>
                    <a:pt x="0" y="12054"/>
                    <a:pt x="0" y="16406"/>
                  </a:cubicBezTo>
                  <a:cubicBezTo>
                    <a:pt x="0" y="20756"/>
                    <a:pt x="7314" y="24929"/>
                    <a:pt x="20332" y="28005"/>
                  </a:cubicBezTo>
                  <a:cubicBezTo>
                    <a:pt x="33349" y="31082"/>
                    <a:pt x="51006" y="32810"/>
                    <a:pt x="69417" y="32810"/>
                  </a:cubicBezTo>
                  <a:cubicBezTo>
                    <a:pt x="87827" y="32810"/>
                    <a:pt x="105483" y="31082"/>
                    <a:pt x="118501" y="28005"/>
                  </a:cubicBezTo>
                  <a:cubicBezTo>
                    <a:pt x="131520" y="24929"/>
                    <a:pt x="138832" y="20756"/>
                    <a:pt x="138832" y="16406"/>
                  </a:cubicBezTo>
                  <a:cubicBezTo>
                    <a:pt x="138832" y="12054"/>
                    <a:pt x="131520" y="7882"/>
                    <a:pt x="118501" y="4805"/>
                  </a:cubicBezTo>
                  <a:cubicBezTo>
                    <a:pt x="105483" y="1729"/>
                    <a:pt x="87827" y="0"/>
                    <a:pt x="69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172;p64">
              <a:extLst>
                <a:ext uri="{FF2B5EF4-FFF2-40B4-BE49-F238E27FC236}">
                  <a16:creationId xmlns:a16="http://schemas.microsoft.com/office/drawing/2014/main" id="{9143F58D-86AA-4B99-943A-8DB2A0A7471E}"/>
                </a:ext>
              </a:extLst>
            </p:cNvPr>
            <p:cNvSpPr/>
            <p:nvPr/>
          </p:nvSpPr>
          <p:spPr>
            <a:xfrm>
              <a:off x="5537478" y="3711350"/>
              <a:ext cx="2761365" cy="661052"/>
            </a:xfrm>
            <a:custGeom>
              <a:avLst/>
              <a:gdLst/>
              <a:ahLst/>
              <a:cxnLst/>
              <a:rect l="l" t="t" r="r" b="b"/>
              <a:pathLst>
                <a:path w="139515" h="33399" extrusionOk="0">
                  <a:moveTo>
                    <a:pt x="69758" y="589"/>
                  </a:moveTo>
                  <a:cubicBezTo>
                    <a:pt x="103563" y="589"/>
                    <a:pt x="133159" y="7504"/>
                    <a:pt x="138829" y="16700"/>
                  </a:cubicBezTo>
                  <a:cubicBezTo>
                    <a:pt x="133159" y="25895"/>
                    <a:pt x="103562" y="32810"/>
                    <a:pt x="69758" y="32810"/>
                  </a:cubicBezTo>
                  <a:cubicBezTo>
                    <a:pt x="35953" y="32810"/>
                    <a:pt x="6356" y="25895"/>
                    <a:pt x="685" y="16700"/>
                  </a:cubicBezTo>
                  <a:cubicBezTo>
                    <a:pt x="6356" y="7504"/>
                    <a:pt x="35953" y="589"/>
                    <a:pt x="69758" y="589"/>
                  </a:cubicBezTo>
                  <a:close/>
                  <a:moveTo>
                    <a:pt x="69758" y="0"/>
                  </a:moveTo>
                  <a:cubicBezTo>
                    <a:pt x="35017" y="0"/>
                    <a:pt x="5717" y="6961"/>
                    <a:pt x="87" y="16550"/>
                  </a:cubicBezTo>
                  <a:lnTo>
                    <a:pt x="0" y="16700"/>
                  </a:lnTo>
                  <a:lnTo>
                    <a:pt x="87" y="16849"/>
                  </a:lnTo>
                  <a:cubicBezTo>
                    <a:pt x="5717" y="26438"/>
                    <a:pt x="35017" y="33399"/>
                    <a:pt x="69758" y="33399"/>
                  </a:cubicBezTo>
                  <a:cubicBezTo>
                    <a:pt x="104497" y="33399"/>
                    <a:pt x="133799" y="26438"/>
                    <a:pt x="139428" y="16849"/>
                  </a:cubicBezTo>
                  <a:lnTo>
                    <a:pt x="139514" y="16700"/>
                  </a:lnTo>
                  <a:lnTo>
                    <a:pt x="139428" y="16550"/>
                  </a:lnTo>
                  <a:cubicBezTo>
                    <a:pt x="133799" y="6961"/>
                    <a:pt x="104497" y="0"/>
                    <a:pt x="69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173;p64">
              <a:extLst>
                <a:ext uri="{FF2B5EF4-FFF2-40B4-BE49-F238E27FC236}">
                  <a16:creationId xmlns:a16="http://schemas.microsoft.com/office/drawing/2014/main" id="{613E32D7-0486-4BA7-B1AF-C827A0AC50A6}"/>
                </a:ext>
              </a:extLst>
            </p:cNvPr>
            <p:cNvSpPr/>
            <p:nvPr/>
          </p:nvSpPr>
          <p:spPr>
            <a:xfrm>
              <a:off x="5512976" y="4268709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6" y="1"/>
                    <a:pt x="0" y="933"/>
                    <a:pt x="0" y="2084"/>
                  </a:cubicBezTo>
                  <a:cubicBezTo>
                    <a:pt x="0" y="3235"/>
                    <a:pt x="1066" y="4168"/>
                    <a:pt x="2382" y="4168"/>
                  </a:cubicBezTo>
                  <a:cubicBezTo>
                    <a:pt x="3697" y="4168"/>
                    <a:pt x="4763" y="3235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174;p64">
              <a:extLst>
                <a:ext uri="{FF2B5EF4-FFF2-40B4-BE49-F238E27FC236}">
                  <a16:creationId xmlns:a16="http://schemas.microsoft.com/office/drawing/2014/main" id="{39D14EC2-0F68-43F4-9296-C201A4FC2D52}"/>
                </a:ext>
              </a:extLst>
            </p:cNvPr>
            <p:cNvSpPr/>
            <p:nvPr/>
          </p:nvSpPr>
          <p:spPr>
            <a:xfrm>
              <a:off x="5507157" y="4262890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6" y="590"/>
                    <a:pt x="4763" y="1391"/>
                    <a:pt x="4763" y="2378"/>
                  </a:cubicBezTo>
                  <a:cubicBezTo>
                    <a:pt x="4763" y="3364"/>
                    <a:pt x="3826" y="4168"/>
                    <a:pt x="2676" y="4168"/>
                  </a:cubicBezTo>
                  <a:cubicBezTo>
                    <a:pt x="1525" y="4168"/>
                    <a:pt x="589" y="3364"/>
                    <a:pt x="589" y="2378"/>
                  </a:cubicBezTo>
                  <a:cubicBezTo>
                    <a:pt x="589" y="1391"/>
                    <a:pt x="1525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0" y="1"/>
                    <a:pt x="0" y="1067"/>
                    <a:pt x="0" y="2378"/>
                  </a:cubicBezTo>
                  <a:cubicBezTo>
                    <a:pt x="0" y="3690"/>
                    <a:pt x="1200" y="4756"/>
                    <a:pt x="2676" y="4756"/>
                  </a:cubicBezTo>
                  <a:cubicBezTo>
                    <a:pt x="4151" y="4756"/>
                    <a:pt x="5352" y="3688"/>
                    <a:pt x="5352" y="2378"/>
                  </a:cubicBezTo>
                  <a:cubicBezTo>
                    <a:pt x="5352" y="1067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175;p64">
              <a:extLst>
                <a:ext uri="{FF2B5EF4-FFF2-40B4-BE49-F238E27FC236}">
                  <a16:creationId xmlns:a16="http://schemas.microsoft.com/office/drawing/2014/main" id="{75A7C9D9-B45F-4036-934F-79E89326EB77}"/>
                </a:ext>
              </a:extLst>
            </p:cNvPr>
            <p:cNvSpPr/>
            <p:nvPr/>
          </p:nvSpPr>
          <p:spPr>
            <a:xfrm>
              <a:off x="6191287" y="4448783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6" y="1"/>
                    <a:pt x="1" y="934"/>
                    <a:pt x="1" y="2084"/>
                  </a:cubicBezTo>
                  <a:cubicBezTo>
                    <a:pt x="1" y="3234"/>
                    <a:pt x="1066" y="4168"/>
                    <a:pt x="2382" y="4168"/>
                  </a:cubicBezTo>
                  <a:cubicBezTo>
                    <a:pt x="3697" y="4168"/>
                    <a:pt x="4763" y="3234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176;p64">
              <a:extLst>
                <a:ext uri="{FF2B5EF4-FFF2-40B4-BE49-F238E27FC236}">
                  <a16:creationId xmlns:a16="http://schemas.microsoft.com/office/drawing/2014/main" id="{6B655846-E022-460C-8179-7E4B1AFEC863}"/>
                </a:ext>
              </a:extLst>
            </p:cNvPr>
            <p:cNvSpPr/>
            <p:nvPr/>
          </p:nvSpPr>
          <p:spPr>
            <a:xfrm>
              <a:off x="6185448" y="4442944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8" y="590"/>
                    <a:pt x="4763" y="1393"/>
                    <a:pt x="4763" y="2379"/>
                  </a:cubicBezTo>
                  <a:cubicBezTo>
                    <a:pt x="4763" y="3366"/>
                    <a:pt x="3826" y="4168"/>
                    <a:pt x="2676" y="4168"/>
                  </a:cubicBezTo>
                  <a:cubicBezTo>
                    <a:pt x="1526" y="4168"/>
                    <a:pt x="589" y="3366"/>
                    <a:pt x="589" y="2379"/>
                  </a:cubicBezTo>
                  <a:cubicBezTo>
                    <a:pt x="589" y="1392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1" y="1"/>
                    <a:pt x="1" y="1069"/>
                    <a:pt x="1" y="2379"/>
                  </a:cubicBezTo>
                  <a:cubicBezTo>
                    <a:pt x="1" y="3689"/>
                    <a:pt x="1201" y="4756"/>
                    <a:pt x="2676" y="4756"/>
                  </a:cubicBezTo>
                  <a:cubicBezTo>
                    <a:pt x="4152" y="4756"/>
                    <a:pt x="5352" y="3691"/>
                    <a:pt x="5352" y="2379"/>
                  </a:cubicBezTo>
                  <a:cubicBezTo>
                    <a:pt x="5352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177;p64">
              <a:extLst>
                <a:ext uri="{FF2B5EF4-FFF2-40B4-BE49-F238E27FC236}">
                  <a16:creationId xmlns:a16="http://schemas.microsoft.com/office/drawing/2014/main" id="{049F13C4-0389-4ACE-9EDA-9C0350B33E2A}"/>
                </a:ext>
              </a:extLst>
            </p:cNvPr>
            <p:cNvSpPr/>
            <p:nvPr/>
          </p:nvSpPr>
          <p:spPr>
            <a:xfrm>
              <a:off x="6998331" y="4478234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7" y="1"/>
                    <a:pt x="1" y="933"/>
                    <a:pt x="1" y="2084"/>
                  </a:cubicBezTo>
                  <a:cubicBezTo>
                    <a:pt x="1" y="3236"/>
                    <a:pt x="1067" y="4168"/>
                    <a:pt x="2382" y="4168"/>
                  </a:cubicBezTo>
                  <a:cubicBezTo>
                    <a:pt x="3697" y="4168"/>
                    <a:pt x="4763" y="3236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178;p64">
              <a:extLst>
                <a:ext uri="{FF2B5EF4-FFF2-40B4-BE49-F238E27FC236}">
                  <a16:creationId xmlns:a16="http://schemas.microsoft.com/office/drawing/2014/main" id="{2579ACFC-47ED-45E2-8FFA-8EC298D07129}"/>
                </a:ext>
              </a:extLst>
            </p:cNvPr>
            <p:cNvSpPr/>
            <p:nvPr/>
          </p:nvSpPr>
          <p:spPr>
            <a:xfrm>
              <a:off x="6992512" y="4472415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7" y="590"/>
                    <a:pt x="4763" y="1391"/>
                    <a:pt x="4763" y="2378"/>
                  </a:cubicBezTo>
                  <a:cubicBezTo>
                    <a:pt x="4763" y="3365"/>
                    <a:pt x="3827" y="4168"/>
                    <a:pt x="2676" y="4168"/>
                  </a:cubicBezTo>
                  <a:cubicBezTo>
                    <a:pt x="1526" y="4168"/>
                    <a:pt x="590" y="3364"/>
                    <a:pt x="590" y="2378"/>
                  </a:cubicBezTo>
                  <a:cubicBezTo>
                    <a:pt x="590" y="1392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0" y="1"/>
                    <a:pt x="1" y="1067"/>
                    <a:pt x="1" y="2378"/>
                  </a:cubicBezTo>
                  <a:cubicBezTo>
                    <a:pt x="1" y="3690"/>
                    <a:pt x="1200" y="4757"/>
                    <a:pt x="2676" y="4757"/>
                  </a:cubicBezTo>
                  <a:cubicBezTo>
                    <a:pt x="4151" y="4757"/>
                    <a:pt x="5352" y="3689"/>
                    <a:pt x="5352" y="2378"/>
                  </a:cubicBezTo>
                  <a:cubicBezTo>
                    <a:pt x="5352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79;p64">
              <a:extLst>
                <a:ext uri="{FF2B5EF4-FFF2-40B4-BE49-F238E27FC236}">
                  <a16:creationId xmlns:a16="http://schemas.microsoft.com/office/drawing/2014/main" id="{504BC807-192F-4E9D-94A5-074BEEDEEA84}"/>
                </a:ext>
              </a:extLst>
            </p:cNvPr>
            <p:cNvSpPr/>
            <p:nvPr/>
          </p:nvSpPr>
          <p:spPr>
            <a:xfrm>
              <a:off x="7799496" y="4407555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1" y="0"/>
                  </a:moveTo>
                  <a:cubicBezTo>
                    <a:pt x="1066" y="0"/>
                    <a:pt x="0" y="933"/>
                    <a:pt x="0" y="2084"/>
                  </a:cubicBezTo>
                  <a:cubicBezTo>
                    <a:pt x="0" y="3234"/>
                    <a:pt x="1066" y="4167"/>
                    <a:pt x="2381" y="4167"/>
                  </a:cubicBezTo>
                  <a:cubicBezTo>
                    <a:pt x="3697" y="4167"/>
                    <a:pt x="4763" y="3234"/>
                    <a:pt x="4763" y="2084"/>
                  </a:cubicBezTo>
                  <a:cubicBezTo>
                    <a:pt x="4763" y="933"/>
                    <a:pt x="3697" y="0"/>
                    <a:pt x="2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80;p64">
              <a:extLst>
                <a:ext uri="{FF2B5EF4-FFF2-40B4-BE49-F238E27FC236}">
                  <a16:creationId xmlns:a16="http://schemas.microsoft.com/office/drawing/2014/main" id="{C06523F1-9B36-4BD7-A424-F9815ACC1470}"/>
                </a:ext>
              </a:extLst>
            </p:cNvPr>
            <p:cNvSpPr/>
            <p:nvPr/>
          </p:nvSpPr>
          <p:spPr>
            <a:xfrm>
              <a:off x="7793677" y="4401716"/>
              <a:ext cx="105930" cy="94174"/>
            </a:xfrm>
            <a:custGeom>
              <a:avLst/>
              <a:gdLst/>
              <a:ahLst/>
              <a:cxnLst/>
              <a:rect l="l" t="t" r="r" b="b"/>
              <a:pathLst>
                <a:path w="5352" h="4758" extrusionOk="0">
                  <a:moveTo>
                    <a:pt x="2676" y="590"/>
                  </a:moveTo>
                  <a:cubicBezTo>
                    <a:pt x="3826" y="590"/>
                    <a:pt x="4763" y="1392"/>
                    <a:pt x="4763" y="2379"/>
                  </a:cubicBezTo>
                  <a:cubicBezTo>
                    <a:pt x="4763" y="3364"/>
                    <a:pt x="3826" y="4167"/>
                    <a:pt x="2676" y="4167"/>
                  </a:cubicBezTo>
                  <a:cubicBezTo>
                    <a:pt x="1526" y="4167"/>
                    <a:pt x="589" y="3364"/>
                    <a:pt x="589" y="2379"/>
                  </a:cubicBezTo>
                  <a:cubicBezTo>
                    <a:pt x="589" y="1392"/>
                    <a:pt x="1526" y="590"/>
                    <a:pt x="2676" y="590"/>
                  </a:cubicBezTo>
                  <a:close/>
                  <a:moveTo>
                    <a:pt x="2676" y="0"/>
                  </a:moveTo>
                  <a:cubicBezTo>
                    <a:pt x="1201" y="0"/>
                    <a:pt x="0" y="1067"/>
                    <a:pt x="0" y="2379"/>
                  </a:cubicBezTo>
                  <a:cubicBezTo>
                    <a:pt x="0" y="3690"/>
                    <a:pt x="1201" y="4757"/>
                    <a:pt x="2676" y="4757"/>
                  </a:cubicBezTo>
                  <a:cubicBezTo>
                    <a:pt x="4151" y="4757"/>
                    <a:pt x="5352" y="3689"/>
                    <a:pt x="5352" y="2379"/>
                  </a:cubicBezTo>
                  <a:cubicBezTo>
                    <a:pt x="5352" y="1067"/>
                    <a:pt x="4151" y="0"/>
                    <a:pt x="2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181;p64">
              <a:extLst>
                <a:ext uri="{FF2B5EF4-FFF2-40B4-BE49-F238E27FC236}">
                  <a16:creationId xmlns:a16="http://schemas.microsoft.com/office/drawing/2014/main" id="{3D24A69E-A4A6-4854-85A0-11DBEE488453}"/>
                </a:ext>
              </a:extLst>
            </p:cNvPr>
            <p:cNvSpPr/>
            <p:nvPr/>
          </p:nvSpPr>
          <p:spPr>
            <a:xfrm>
              <a:off x="8317903" y="4219030"/>
              <a:ext cx="94252" cy="82496"/>
            </a:xfrm>
            <a:custGeom>
              <a:avLst/>
              <a:gdLst/>
              <a:ahLst/>
              <a:cxnLst/>
              <a:rect l="l" t="t" r="r" b="b"/>
              <a:pathLst>
                <a:path w="4762" h="4168" extrusionOk="0">
                  <a:moveTo>
                    <a:pt x="2381" y="1"/>
                  </a:moveTo>
                  <a:cubicBezTo>
                    <a:pt x="1066" y="1"/>
                    <a:pt x="0" y="934"/>
                    <a:pt x="0" y="2084"/>
                  </a:cubicBezTo>
                  <a:cubicBezTo>
                    <a:pt x="0" y="3235"/>
                    <a:pt x="1066" y="4168"/>
                    <a:pt x="2381" y="4168"/>
                  </a:cubicBezTo>
                  <a:cubicBezTo>
                    <a:pt x="3696" y="4168"/>
                    <a:pt x="4762" y="3235"/>
                    <a:pt x="4762" y="2084"/>
                  </a:cubicBezTo>
                  <a:cubicBezTo>
                    <a:pt x="4762" y="934"/>
                    <a:pt x="3696" y="1"/>
                    <a:pt x="2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182;p64">
              <a:extLst>
                <a:ext uri="{FF2B5EF4-FFF2-40B4-BE49-F238E27FC236}">
                  <a16:creationId xmlns:a16="http://schemas.microsoft.com/office/drawing/2014/main" id="{5BA6ABC9-52B9-44A8-94C4-F4563B52A9EB}"/>
                </a:ext>
              </a:extLst>
            </p:cNvPr>
            <p:cNvSpPr/>
            <p:nvPr/>
          </p:nvSpPr>
          <p:spPr>
            <a:xfrm>
              <a:off x="8312064" y="4213211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lnTo>
                    <a:pt x="2676" y="591"/>
                  </a:lnTo>
                  <a:cubicBezTo>
                    <a:pt x="3826" y="591"/>
                    <a:pt x="4763" y="1391"/>
                    <a:pt x="4763" y="2378"/>
                  </a:cubicBezTo>
                  <a:cubicBezTo>
                    <a:pt x="4763" y="3364"/>
                    <a:pt x="3826" y="4167"/>
                    <a:pt x="2676" y="4167"/>
                  </a:cubicBezTo>
                  <a:cubicBezTo>
                    <a:pt x="1526" y="4167"/>
                    <a:pt x="589" y="3364"/>
                    <a:pt x="589" y="2378"/>
                  </a:cubicBezTo>
                  <a:cubicBezTo>
                    <a:pt x="589" y="1391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1" y="1"/>
                    <a:pt x="0" y="1068"/>
                    <a:pt x="0" y="2378"/>
                  </a:cubicBezTo>
                  <a:cubicBezTo>
                    <a:pt x="0" y="3690"/>
                    <a:pt x="1201" y="4756"/>
                    <a:pt x="2676" y="4756"/>
                  </a:cubicBezTo>
                  <a:cubicBezTo>
                    <a:pt x="4151" y="4756"/>
                    <a:pt x="5351" y="3690"/>
                    <a:pt x="5351" y="2378"/>
                  </a:cubicBezTo>
                  <a:cubicBezTo>
                    <a:pt x="5351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183;p64">
              <a:extLst>
                <a:ext uri="{FF2B5EF4-FFF2-40B4-BE49-F238E27FC236}">
                  <a16:creationId xmlns:a16="http://schemas.microsoft.com/office/drawing/2014/main" id="{6B666871-68FD-4D70-84B8-AE6E6000C8AA}"/>
                </a:ext>
              </a:extLst>
            </p:cNvPr>
            <p:cNvSpPr/>
            <p:nvPr/>
          </p:nvSpPr>
          <p:spPr>
            <a:xfrm>
              <a:off x="8474759" y="3972474"/>
              <a:ext cx="109018" cy="72778"/>
            </a:xfrm>
            <a:custGeom>
              <a:avLst/>
              <a:gdLst/>
              <a:ahLst/>
              <a:cxnLst/>
              <a:rect l="l" t="t" r="r" b="b"/>
              <a:pathLst>
                <a:path w="5508" h="3677" extrusionOk="0">
                  <a:moveTo>
                    <a:pt x="1702" y="1"/>
                  </a:moveTo>
                  <a:cubicBezTo>
                    <a:pt x="1092" y="1"/>
                    <a:pt x="602" y="206"/>
                    <a:pt x="393" y="608"/>
                  </a:cubicBezTo>
                  <a:cubicBezTo>
                    <a:pt x="0" y="1363"/>
                    <a:pt x="738" y="2525"/>
                    <a:pt x="2042" y="3204"/>
                  </a:cubicBezTo>
                  <a:cubicBezTo>
                    <a:pt x="2650" y="3521"/>
                    <a:pt x="3273" y="3676"/>
                    <a:pt x="3805" y="3676"/>
                  </a:cubicBezTo>
                  <a:cubicBezTo>
                    <a:pt x="4415" y="3676"/>
                    <a:pt x="4905" y="3471"/>
                    <a:pt x="5114" y="3069"/>
                  </a:cubicBezTo>
                  <a:cubicBezTo>
                    <a:pt x="5508" y="2315"/>
                    <a:pt x="4769" y="1152"/>
                    <a:pt x="3465" y="473"/>
                  </a:cubicBezTo>
                  <a:cubicBezTo>
                    <a:pt x="2857" y="157"/>
                    <a:pt x="2234" y="1"/>
                    <a:pt x="17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184;p64">
              <a:extLst>
                <a:ext uri="{FF2B5EF4-FFF2-40B4-BE49-F238E27FC236}">
                  <a16:creationId xmlns:a16="http://schemas.microsoft.com/office/drawing/2014/main" id="{DA1F9128-29B4-4A38-ADAD-50AE5AA02AEA}"/>
                </a:ext>
              </a:extLst>
            </p:cNvPr>
            <p:cNvSpPr/>
            <p:nvPr/>
          </p:nvSpPr>
          <p:spPr>
            <a:xfrm>
              <a:off x="8472582" y="3966635"/>
              <a:ext cx="113352" cy="84475"/>
            </a:xfrm>
            <a:custGeom>
              <a:avLst/>
              <a:gdLst/>
              <a:ahLst/>
              <a:cxnLst/>
              <a:rect l="l" t="t" r="r" b="b"/>
              <a:pathLst>
                <a:path w="5727" h="4268" extrusionOk="0">
                  <a:moveTo>
                    <a:pt x="1800" y="588"/>
                  </a:moveTo>
                  <a:cubicBezTo>
                    <a:pt x="2286" y="588"/>
                    <a:pt x="2874" y="736"/>
                    <a:pt x="3439" y="1029"/>
                  </a:cubicBezTo>
                  <a:cubicBezTo>
                    <a:pt x="4025" y="1334"/>
                    <a:pt x="4504" y="1750"/>
                    <a:pt x="4788" y="2196"/>
                  </a:cubicBezTo>
                  <a:cubicBezTo>
                    <a:pt x="4935" y="2426"/>
                    <a:pt x="5152" y="2867"/>
                    <a:pt x="4964" y="3228"/>
                  </a:cubicBezTo>
                  <a:cubicBezTo>
                    <a:pt x="4807" y="3529"/>
                    <a:pt x="4419" y="3680"/>
                    <a:pt x="3928" y="3680"/>
                  </a:cubicBezTo>
                  <a:cubicBezTo>
                    <a:pt x="3442" y="3680"/>
                    <a:pt x="2854" y="3532"/>
                    <a:pt x="2289" y="3238"/>
                  </a:cubicBezTo>
                  <a:cubicBezTo>
                    <a:pt x="1703" y="2933"/>
                    <a:pt x="1224" y="2519"/>
                    <a:pt x="940" y="2072"/>
                  </a:cubicBezTo>
                  <a:cubicBezTo>
                    <a:pt x="793" y="1841"/>
                    <a:pt x="576" y="1401"/>
                    <a:pt x="764" y="1040"/>
                  </a:cubicBezTo>
                  <a:cubicBezTo>
                    <a:pt x="920" y="739"/>
                    <a:pt x="1308" y="588"/>
                    <a:pt x="1800" y="588"/>
                  </a:cubicBezTo>
                  <a:close/>
                  <a:moveTo>
                    <a:pt x="1816" y="0"/>
                  </a:moveTo>
                  <a:cubicBezTo>
                    <a:pt x="1093" y="0"/>
                    <a:pt x="505" y="261"/>
                    <a:pt x="241" y="767"/>
                  </a:cubicBezTo>
                  <a:cubicBezTo>
                    <a:pt x="0" y="1229"/>
                    <a:pt x="72" y="1805"/>
                    <a:pt x="442" y="2388"/>
                  </a:cubicBezTo>
                  <a:cubicBezTo>
                    <a:pt x="781" y="2921"/>
                    <a:pt x="1340" y="3409"/>
                    <a:pt x="2016" y="3761"/>
                  </a:cubicBezTo>
                  <a:cubicBezTo>
                    <a:pt x="2669" y="4101"/>
                    <a:pt x="3334" y="4268"/>
                    <a:pt x="3912" y="4268"/>
                  </a:cubicBezTo>
                  <a:cubicBezTo>
                    <a:pt x="4634" y="4268"/>
                    <a:pt x="5222" y="4007"/>
                    <a:pt x="5485" y="3500"/>
                  </a:cubicBezTo>
                  <a:cubicBezTo>
                    <a:pt x="5727" y="3038"/>
                    <a:pt x="5654" y="2463"/>
                    <a:pt x="5285" y="1880"/>
                  </a:cubicBezTo>
                  <a:cubicBezTo>
                    <a:pt x="4946" y="1346"/>
                    <a:pt x="4388" y="860"/>
                    <a:pt x="3711" y="508"/>
                  </a:cubicBezTo>
                  <a:cubicBezTo>
                    <a:pt x="3058" y="167"/>
                    <a:pt x="2394" y="0"/>
                    <a:pt x="18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185;p64">
              <a:extLst>
                <a:ext uri="{FF2B5EF4-FFF2-40B4-BE49-F238E27FC236}">
                  <a16:creationId xmlns:a16="http://schemas.microsoft.com/office/drawing/2014/main" id="{94DAB500-C8CD-467A-A425-04EA0BCF4514}"/>
                </a:ext>
              </a:extLst>
            </p:cNvPr>
            <p:cNvSpPr/>
            <p:nvPr/>
          </p:nvSpPr>
          <p:spPr>
            <a:xfrm>
              <a:off x="5252544" y="3972474"/>
              <a:ext cx="109038" cy="72778"/>
            </a:xfrm>
            <a:custGeom>
              <a:avLst/>
              <a:gdLst/>
              <a:ahLst/>
              <a:cxnLst/>
              <a:rect l="l" t="t" r="r" b="b"/>
              <a:pathLst>
                <a:path w="5509" h="3677" extrusionOk="0">
                  <a:moveTo>
                    <a:pt x="3807" y="1"/>
                  </a:moveTo>
                  <a:cubicBezTo>
                    <a:pt x="3275" y="1"/>
                    <a:pt x="2651" y="157"/>
                    <a:pt x="2044" y="473"/>
                  </a:cubicBezTo>
                  <a:cubicBezTo>
                    <a:pt x="739" y="1152"/>
                    <a:pt x="1" y="2315"/>
                    <a:pt x="393" y="3069"/>
                  </a:cubicBezTo>
                  <a:cubicBezTo>
                    <a:pt x="603" y="3471"/>
                    <a:pt x="1094" y="3676"/>
                    <a:pt x="1704" y="3676"/>
                  </a:cubicBezTo>
                  <a:cubicBezTo>
                    <a:pt x="2236" y="3676"/>
                    <a:pt x="2859" y="3521"/>
                    <a:pt x="3466" y="3204"/>
                  </a:cubicBezTo>
                  <a:cubicBezTo>
                    <a:pt x="4771" y="2525"/>
                    <a:pt x="5509" y="1363"/>
                    <a:pt x="5116" y="608"/>
                  </a:cubicBezTo>
                  <a:cubicBezTo>
                    <a:pt x="4907" y="206"/>
                    <a:pt x="4417" y="1"/>
                    <a:pt x="38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186;p64">
              <a:extLst>
                <a:ext uri="{FF2B5EF4-FFF2-40B4-BE49-F238E27FC236}">
                  <a16:creationId xmlns:a16="http://schemas.microsoft.com/office/drawing/2014/main" id="{09079BFC-1DF0-419D-A582-BAEA8CDAC839}"/>
                </a:ext>
              </a:extLst>
            </p:cNvPr>
            <p:cNvSpPr/>
            <p:nvPr/>
          </p:nvSpPr>
          <p:spPr>
            <a:xfrm>
              <a:off x="5250387" y="3966615"/>
              <a:ext cx="113352" cy="84495"/>
            </a:xfrm>
            <a:custGeom>
              <a:avLst/>
              <a:gdLst/>
              <a:ahLst/>
              <a:cxnLst/>
              <a:rect l="l" t="t" r="r" b="b"/>
              <a:pathLst>
                <a:path w="5727" h="4269" extrusionOk="0">
                  <a:moveTo>
                    <a:pt x="3927" y="589"/>
                  </a:moveTo>
                  <a:cubicBezTo>
                    <a:pt x="4419" y="589"/>
                    <a:pt x="4806" y="740"/>
                    <a:pt x="4964" y="1041"/>
                  </a:cubicBezTo>
                  <a:cubicBezTo>
                    <a:pt x="5152" y="1401"/>
                    <a:pt x="4935" y="1842"/>
                    <a:pt x="4788" y="2073"/>
                  </a:cubicBezTo>
                  <a:cubicBezTo>
                    <a:pt x="4504" y="2520"/>
                    <a:pt x="4025" y="2934"/>
                    <a:pt x="3439" y="3239"/>
                  </a:cubicBezTo>
                  <a:cubicBezTo>
                    <a:pt x="2873" y="3534"/>
                    <a:pt x="2286" y="3681"/>
                    <a:pt x="1800" y="3681"/>
                  </a:cubicBezTo>
                  <a:cubicBezTo>
                    <a:pt x="1309" y="3681"/>
                    <a:pt x="921" y="3530"/>
                    <a:pt x="763" y="3229"/>
                  </a:cubicBezTo>
                  <a:cubicBezTo>
                    <a:pt x="576" y="2868"/>
                    <a:pt x="793" y="2427"/>
                    <a:pt x="940" y="2197"/>
                  </a:cubicBezTo>
                  <a:cubicBezTo>
                    <a:pt x="1224" y="1750"/>
                    <a:pt x="1703" y="1335"/>
                    <a:pt x="2289" y="1030"/>
                  </a:cubicBezTo>
                  <a:cubicBezTo>
                    <a:pt x="2853" y="737"/>
                    <a:pt x="3441" y="589"/>
                    <a:pt x="3927" y="589"/>
                  </a:cubicBezTo>
                  <a:close/>
                  <a:moveTo>
                    <a:pt x="3912" y="1"/>
                  </a:moveTo>
                  <a:cubicBezTo>
                    <a:pt x="3334" y="1"/>
                    <a:pt x="2670" y="167"/>
                    <a:pt x="2017" y="507"/>
                  </a:cubicBezTo>
                  <a:cubicBezTo>
                    <a:pt x="1340" y="859"/>
                    <a:pt x="781" y="1347"/>
                    <a:pt x="442" y="1880"/>
                  </a:cubicBezTo>
                  <a:cubicBezTo>
                    <a:pt x="73" y="2464"/>
                    <a:pt x="0" y="3039"/>
                    <a:pt x="241" y="3501"/>
                  </a:cubicBezTo>
                  <a:cubicBezTo>
                    <a:pt x="506" y="4009"/>
                    <a:pt x="1093" y="4269"/>
                    <a:pt x="1816" y="4269"/>
                  </a:cubicBezTo>
                  <a:cubicBezTo>
                    <a:pt x="2394" y="4269"/>
                    <a:pt x="3057" y="4102"/>
                    <a:pt x="3711" y="3761"/>
                  </a:cubicBezTo>
                  <a:cubicBezTo>
                    <a:pt x="4386" y="3409"/>
                    <a:pt x="4946" y="2922"/>
                    <a:pt x="5284" y="2388"/>
                  </a:cubicBezTo>
                  <a:cubicBezTo>
                    <a:pt x="5655" y="1806"/>
                    <a:pt x="5726" y="1230"/>
                    <a:pt x="5486" y="768"/>
                  </a:cubicBezTo>
                  <a:cubicBezTo>
                    <a:pt x="5222" y="261"/>
                    <a:pt x="4634" y="1"/>
                    <a:pt x="39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187;p64">
              <a:extLst>
                <a:ext uri="{FF2B5EF4-FFF2-40B4-BE49-F238E27FC236}">
                  <a16:creationId xmlns:a16="http://schemas.microsoft.com/office/drawing/2014/main" id="{A1F19338-64BF-426E-87EF-9403768C92E0}"/>
                </a:ext>
              </a:extLst>
            </p:cNvPr>
            <p:cNvSpPr/>
            <p:nvPr/>
          </p:nvSpPr>
          <p:spPr>
            <a:xfrm>
              <a:off x="5517845" y="3496561"/>
              <a:ext cx="11678" cy="397812"/>
            </a:xfrm>
            <a:custGeom>
              <a:avLst/>
              <a:gdLst/>
              <a:ahLst/>
              <a:cxnLst/>
              <a:rect l="l" t="t" r="r" b="b"/>
              <a:pathLst>
                <a:path w="590" h="20099" extrusionOk="0">
                  <a:moveTo>
                    <a:pt x="1" y="1"/>
                  </a:moveTo>
                  <a:lnTo>
                    <a:pt x="1" y="20098"/>
                  </a:lnTo>
                  <a:lnTo>
                    <a:pt x="590" y="20098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188;p64">
              <a:extLst>
                <a:ext uri="{FF2B5EF4-FFF2-40B4-BE49-F238E27FC236}">
                  <a16:creationId xmlns:a16="http://schemas.microsoft.com/office/drawing/2014/main" id="{3F41EB59-1EA0-4566-8F1A-1547CC5044BE}"/>
                </a:ext>
              </a:extLst>
            </p:cNvPr>
            <p:cNvSpPr/>
            <p:nvPr/>
          </p:nvSpPr>
          <p:spPr>
            <a:xfrm>
              <a:off x="5774733" y="3985478"/>
              <a:ext cx="11678" cy="198916"/>
            </a:xfrm>
            <a:custGeom>
              <a:avLst/>
              <a:gdLst/>
              <a:ahLst/>
              <a:cxnLst/>
              <a:rect l="l" t="t" r="r" b="b"/>
              <a:pathLst>
                <a:path w="590" h="10050" extrusionOk="0">
                  <a:moveTo>
                    <a:pt x="1" y="1"/>
                  </a:moveTo>
                  <a:lnTo>
                    <a:pt x="1" y="10049"/>
                  </a:lnTo>
                  <a:lnTo>
                    <a:pt x="590" y="10049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189;p64">
              <a:extLst>
                <a:ext uri="{FF2B5EF4-FFF2-40B4-BE49-F238E27FC236}">
                  <a16:creationId xmlns:a16="http://schemas.microsoft.com/office/drawing/2014/main" id="{3E226360-A2F3-4122-82F1-B88CBB069FB4}"/>
                </a:ext>
              </a:extLst>
            </p:cNvPr>
            <p:cNvSpPr/>
            <p:nvPr/>
          </p:nvSpPr>
          <p:spPr>
            <a:xfrm>
              <a:off x="5774733" y="3538007"/>
              <a:ext cx="11678" cy="397772"/>
            </a:xfrm>
            <a:custGeom>
              <a:avLst/>
              <a:gdLst/>
              <a:ahLst/>
              <a:cxnLst/>
              <a:rect l="l" t="t" r="r" b="b"/>
              <a:pathLst>
                <a:path w="590" h="20097" extrusionOk="0">
                  <a:moveTo>
                    <a:pt x="1" y="0"/>
                  </a:moveTo>
                  <a:lnTo>
                    <a:pt x="1" y="20097"/>
                  </a:lnTo>
                  <a:lnTo>
                    <a:pt x="590" y="20097"/>
                  </a:lnTo>
                  <a:lnTo>
                    <a:pt x="5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190;p64">
              <a:extLst>
                <a:ext uri="{FF2B5EF4-FFF2-40B4-BE49-F238E27FC236}">
                  <a16:creationId xmlns:a16="http://schemas.microsoft.com/office/drawing/2014/main" id="{A257970B-0D64-4E5E-927B-66B03A389218}"/>
                </a:ext>
              </a:extLst>
            </p:cNvPr>
            <p:cNvSpPr/>
            <p:nvPr/>
          </p:nvSpPr>
          <p:spPr>
            <a:xfrm>
              <a:off x="8070139" y="3803168"/>
              <a:ext cx="11678" cy="397812"/>
            </a:xfrm>
            <a:custGeom>
              <a:avLst/>
              <a:gdLst/>
              <a:ahLst/>
              <a:cxnLst/>
              <a:rect l="l" t="t" r="r" b="b"/>
              <a:pathLst>
                <a:path w="590" h="20099" extrusionOk="0">
                  <a:moveTo>
                    <a:pt x="0" y="1"/>
                  </a:moveTo>
                  <a:lnTo>
                    <a:pt x="0" y="20098"/>
                  </a:lnTo>
                  <a:lnTo>
                    <a:pt x="589" y="20098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191;p64">
              <a:extLst>
                <a:ext uri="{FF2B5EF4-FFF2-40B4-BE49-F238E27FC236}">
                  <a16:creationId xmlns:a16="http://schemas.microsoft.com/office/drawing/2014/main" id="{E006F4EE-16F1-47B2-A451-09402D0259B3}"/>
                </a:ext>
              </a:extLst>
            </p:cNvPr>
            <p:cNvSpPr/>
            <p:nvPr/>
          </p:nvSpPr>
          <p:spPr>
            <a:xfrm>
              <a:off x="7828551" y="3395283"/>
              <a:ext cx="11678" cy="874714"/>
            </a:xfrm>
            <a:custGeom>
              <a:avLst/>
              <a:gdLst/>
              <a:ahLst/>
              <a:cxnLst/>
              <a:rect l="l" t="t" r="r" b="b"/>
              <a:pathLst>
                <a:path w="590" h="44194" extrusionOk="0">
                  <a:moveTo>
                    <a:pt x="1" y="0"/>
                  </a:moveTo>
                  <a:lnTo>
                    <a:pt x="1" y="44193"/>
                  </a:lnTo>
                  <a:lnTo>
                    <a:pt x="589" y="44193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192;p64">
              <a:extLst>
                <a:ext uri="{FF2B5EF4-FFF2-40B4-BE49-F238E27FC236}">
                  <a16:creationId xmlns:a16="http://schemas.microsoft.com/office/drawing/2014/main" id="{8159F5FF-DED0-43AB-B0D6-C0065A6CEC7E}"/>
                </a:ext>
              </a:extLst>
            </p:cNvPr>
            <p:cNvSpPr/>
            <p:nvPr/>
          </p:nvSpPr>
          <p:spPr>
            <a:xfrm>
              <a:off x="6827144" y="4176080"/>
              <a:ext cx="11658" cy="182330"/>
            </a:xfrm>
            <a:custGeom>
              <a:avLst/>
              <a:gdLst/>
              <a:ahLst/>
              <a:cxnLst/>
              <a:rect l="l" t="t" r="r" b="b"/>
              <a:pathLst>
                <a:path w="589" h="9212" extrusionOk="0">
                  <a:moveTo>
                    <a:pt x="0" y="1"/>
                  </a:moveTo>
                  <a:lnTo>
                    <a:pt x="0" y="9212"/>
                  </a:lnTo>
                  <a:lnTo>
                    <a:pt x="589" y="9212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193;p64">
              <a:extLst>
                <a:ext uri="{FF2B5EF4-FFF2-40B4-BE49-F238E27FC236}">
                  <a16:creationId xmlns:a16="http://schemas.microsoft.com/office/drawing/2014/main" id="{79A5B94D-FFE8-4776-B0F0-5FFDF3B81461}"/>
                </a:ext>
              </a:extLst>
            </p:cNvPr>
            <p:cNvSpPr/>
            <p:nvPr/>
          </p:nvSpPr>
          <p:spPr>
            <a:xfrm>
              <a:off x="6062477" y="3846415"/>
              <a:ext cx="11678" cy="445946"/>
            </a:xfrm>
            <a:custGeom>
              <a:avLst/>
              <a:gdLst/>
              <a:ahLst/>
              <a:cxnLst/>
              <a:rect l="l" t="t" r="r" b="b"/>
              <a:pathLst>
                <a:path w="590" h="22531" extrusionOk="0">
                  <a:moveTo>
                    <a:pt x="1" y="0"/>
                  </a:moveTo>
                  <a:lnTo>
                    <a:pt x="1" y="22531"/>
                  </a:lnTo>
                  <a:lnTo>
                    <a:pt x="589" y="2253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194;p64">
              <a:extLst>
                <a:ext uri="{FF2B5EF4-FFF2-40B4-BE49-F238E27FC236}">
                  <a16:creationId xmlns:a16="http://schemas.microsoft.com/office/drawing/2014/main" id="{92ECA84A-918A-4471-9239-C717F2B50921}"/>
                </a:ext>
              </a:extLst>
            </p:cNvPr>
            <p:cNvSpPr/>
            <p:nvPr/>
          </p:nvSpPr>
          <p:spPr>
            <a:xfrm>
              <a:off x="7421635" y="4256538"/>
              <a:ext cx="11678" cy="90116"/>
            </a:xfrm>
            <a:custGeom>
              <a:avLst/>
              <a:gdLst/>
              <a:ahLst/>
              <a:cxnLst/>
              <a:rect l="l" t="t" r="r" b="b"/>
              <a:pathLst>
                <a:path w="590" h="4553" extrusionOk="0">
                  <a:moveTo>
                    <a:pt x="1" y="0"/>
                  </a:moveTo>
                  <a:lnTo>
                    <a:pt x="1" y="4552"/>
                  </a:lnTo>
                  <a:lnTo>
                    <a:pt x="589" y="4552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195;p64">
              <a:extLst>
                <a:ext uri="{FF2B5EF4-FFF2-40B4-BE49-F238E27FC236}">
                  <a16:creationId xmlns:a16="http://schemas.microsoft.com/office/drawing/2014/main" id="{73978720-E486-476D-BDFF-412C8E2534BB}"/>
                </a:ext>
              </a:extLst>
            </p:cNvPr>
            <p:cNvSpPr/>
            <p:nvPr/>
          </p:nvSpPr>
          <p:spPr>
            <a:xfrm>
              <a:off x="7421635" y="4044519"/>
              <a:ext cx="11678" cy="183953"/>
            </a:xfrm>
            <a:custGeom>
              <a:avLst/>
              <a:gdLst/>
              <a:ahLst/>
              <a:cxnLst/>
              <a:rect l="l" t="t" r="r" b="b"/>
              <a:pathLst>
                <a:path w="590" h="9294" extrusionOk="0">
                  <a:moveTo>
                    <a:pt x="1" y="0"/>
                  </a:moveTo>
                  <a:lnTo>
                    <a:pt x="1" y="9294"/>
                  </a:lnTo>
                  <a:lnTo>
                    <a:pt x="589" y="9294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196;p64">
              <a:extLst>
                <a:ext uri="{FF2B5EF4-FFF2-40B4-BE49-F238E27FC236}">
                  <a16:creationId xmlns:a16="http://schemas.microsoft.com/office/drawing/2014/main" id="{D4195280-B258-4EE6-9FFE-2F87F8DC1477}"/>
                </a:ext>
              </a:extLst>
            </p:cNvPr>
            <p:cNvSpPr/>
            <p:nvPr/>
          </p:nvSpPr>
          <p:spPr>
            <a:xfrm>
              <a:off x="6827144" y="3993771"/>
              <a:ext cx="11658" cy="99458"/>
            </a:xfrm>
            <a:custGeom>
              <a:avLst/>
              <a:gdLst/>
              <a:ahLst/>
              <a:cxnLst/>
              <a:rect l="l" t="t" r="r" b="b"/>
              <a:pathLst>
                <a:path w="589" h="5025" extrusionOk="0">
                  <a:moveTo>
                    <a:pt x="0" y="1"/>
                  </a:moveTo>
                  <a:lnTo>
                    <a:pt x="0" y="5025"/>
                  </a:lnTo>
                  <a:lnTo>
                    <a:pt x="589" y="5025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197;p64">
              <a:extLst>
                <a:ext uri="{FF2B5EF4-FFF2-40B4-BE49-F238E27FC236}">
                  <a16:creationId xmlns:a16="http://schemas.microsoft.com/office/drawing/2014/main" id="{9F87CA1C-9155-4FD1-8AF5-DFD454865BE9}"/>
                </a:ext>
              </a:extLst>
            </p:cNvPr>
            <p:cNvSpPr/>
            <p:nvPr/>
          </p:nvSpPr>
          <p:spPr>
            <a:xfrm>
              <a:off x="8070139" y="3529734"/>
              <a:ext cx="11678" cy="182330"/>
            </a:xfrm>
            <a:custGeom>
              <a:avLst/>
              <a:gdLst/>
              <a:ahLst/>
              <a:cxnLst/>
              <a:rect l="l" t="t" r="r" b="b"/>
              <a:pathLst>
                <a:path w="590" h="9212" extrusionOk="0">
                  <a:moveTo>
                    <a:pt x="0" y="0"/>
                  </a:moveTo>
                  <a:lnTo>
                    <a:pt x="0" y="9211"/>
                  </a:lnTo>
                  <a:lnTo>
                    <a:pt x="589" y="921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198;p64">
              <a:extLst>
                <a:ext uri="{FF2B5EF4-FFF2-40B4-BE49-F238E27FC236}">
                  <a16:creationId xmlns:a16="http://schemas.microsoft.com/office/drawing/2014/main" id="{F32283ED-9BB8-481B-A26D-6B547F258823}"/>
                </a:ext>
              </a:extLst>
            </p:cNvPr>
            <p:cNvSpPr/>
            <p:nvPr/>
          </p:nvSpPr>
          <p:spPr>
            <a:xfrm>
              <a:off x="8302168" y="3140254"/>
              <a:ext cx="11678" cy="886669"/>
            </a:xfrm>
            <a:custGeom>
              <a:avLst/>
              <a:gdLst/>
              <a:ahLst/>
              <a:cxnLst/>
              <a:rect l="l" t="t" r="r" b="b"/>
              <a:pathLst>
                <a:path w="590" h="44798" extrusionOk="0">
                  <a:moveTo>
                    <a:pt x="0" y="1"/>
                  </a:moveTo>
                  <a:lnTo>
                    <a:pt x="0" y="44798"/>
                  </a:lnTo>
                  <a:lnTo>
                    <a:pt x="589" y="44798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199;p64">
              <a:extLst>
                <a:ext uri="{FF2B5EF4-FFF2-40B4-BE49-F238E27FC236}">
                  <a16:creationId xmlns:a16="http://schemas.microsoft.com/office/drawing/2014/main" id="{7A8BABA6-BB61-4289-81C1-06548658D86A}"/>
                </a:ext>
              </a:extLst>
            </p:cNvPr>
            <p:cNvSpPr/>
            <p:nvPr/>
          </p:nvSpPr>
          <p:spPr>
            <a:xfrm>
              <a:off x="5517845" y="3223384"/>
              <a:ext cx="11678" cy="215205"/>
            </a:xfrm>
            <a:custGeom>
              <a:avLst/>
              <a:gdLst/>
              <a:ahLst/>
              <a:cxnLst/>
              <a:rect l="l" t="t" r="r" b="b"/>
              <a:pathLst>
                <a:path w="590" h="10873" extrusionOk="0">
                  <a:moveTo>
                    <a:pt x="1" y="1"/>
                  </a:moveTo>
                  <a:lnTo>
                    <a:pt x="1" y="10873"/>
                  </a:lnTo>
                  <a:lnTo>
                    <a:pt x="590" y="10873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200;p64">
              <a:extLst>
                <a:ext uri="{FF2B5EF4-FFF2-40B4-BE49-F238E27FC236}">
                  <a16:creationId xmlns:a16="http://schemas.microsoft.com/office/drawing/2014/main" id="{7D9AA84F-3355-4CD9-A774-38226384F635}"/>
                </a:ext>
              </a:extLst>
            </p:cNvPr>
            <p:cNvSpPr/>
            <p:nvPr/>
          </p:nvSpPr>
          <p:spPr>
            <a:xfrm>
              <a:off x="7628091" y="2784858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1"/>
                  </a:moveTo>
                  <a:lnTo>
                    <a:pt x="1" y="7396"/>
                  </a:lnTo>
                  <a:lnTo>
                    <a:pt x="2798" y="7396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201;p64">
              <a:extLst>
                <a:ext uri="{FF2B5EF4-FFF2-40B4-BE49-F238E27FC236}">
                  <a16:creationId xmlns:a16="http://schemas.microsoft.com/office/drawing/2014/main" id="{B57DD934-C52D-401F-B522-22C8FBB24E06}"/>
                </a:ext>
              </a:extLst>
            </p:cNvPr>
            <p:cNvSpPr/>
            <p:nvPr/>
          </p:nvSpPr>
          <p:spPr>
            <a:xfrm>
              <a:off x="7622293" y="2779040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7" y="590"/>
                  </a:moveTo>
                  <a:lnTo>
                    <a:pt x="2797" y="7395"/>
                  </a:lnTo>
                  <a:lnTo>
                    <a:pt x="589" y="7395"/>
                  </a:lnTo>
                  <a:lnTo>
                    <a:pt x="589" y="590"/>
                  </a:lnTo>
                  <a:close/>
                  <a:moveTo>
                    <a:pt x="0" y="1"/>
                  </a:moveTo>
                  <a:lnTo>
                    <a:pt x="0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202;p64">
              <a:extLst>
                <a:ext uri="{FF2B5EF4-FFF2-40B4-BE49-F238E27FC236}">
                  <a16:creationId xmlns:a16="http://schemas.microsoft.com/office/drawing/2014/main" id="{C87C54CF-FDC9-452D-B31C-A8D9A259071C}"/>
                </a:ext>
              </a:extLst>
            </p:cNvPr>
            <p:cNvSpPr/>
            <p:nvPr/>
          </p:nvSpPr>
          <p:spPr>
            <a:xfrm>
              <a:off x="6188833" y="1697731"/>
              <a:ext cx="1457448" cy="315711"/>
            </a:xfrm>
            <a:custGeom>
              <a:avLst/>
              <a:gdLst/>
              <a:ahLst/>
              <a:cxnLst/>
              <a:rect l="l" t="t" r="r" b="b"/>
              <a:pathLst>
                <a:path w="73636" h="15951" extrusionOk="0">
                  <a:moveTo>
                    <a:pt x="1" y="1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203;p64">
              <a:extLst>
                <a:ext uri="{FF2B5EF4-FFF2-40B4-BE49-F238E27FC236}">
                  <a16:creationId xmlns:a16="http://schemas.microsoft.com/office/drawing/2014/main" id="{CC354ECA-61DD-46AB-9B73-0C2525DF7A02}"/>
                </a:ext>
              </a:extLst>
            </p:cNvPr>
            <p:cNvSpPr/>
            <p:nvPr/>
          </p:nvSpPr>
          <p:spPr>
            <a:xfrm>
              <a:off x="6183014" y="1691912"/>
              <a:ext cx="1469086" cy="327389"/>
            </a:xfrm>
            <a:custGeom>
              <a:avLst/>
              <a:gdLst/>
              <a:ahLst/>
              <a:cxnLst/>
              <a:rect l="l" t="t" r="r" b="b"/>
              <a:pathLst>
                <a:path w="74224" h="16541" extrusionOk="0">
                  <a:moveTo>
                    <a:pt x="73635" y="590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40"/>
                  </a:lnTo>
                  <a:lnTo>
                    <a:pt x="74224" y="16540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204;p64">
              <a:extLst>
                <a:ext uri="{FF2B5EF4-FFF2-40B4-BE49-F238E27FC236}">
                  <a16:creationId xmlns:a16="http://schemas.microsoft.com/office/drawing/2014/main" id="{05C03119-E648-4763-BEE2-CE66827B9676}"/>
                </a:ext>
              </a:extLst>
            </p:cNvPr>
            <p:cNvSpPr/>
            <p:nvPr/>
          </p:nvSpPr>
          <p:spPr>
            <a:xfrm>
              <a:off x="7628091" y="3648607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205;p64">
              <a:extLst>
                <a:ext uri="{FF2B5EF4-FFF2-40B4-BE49-F238E27FC236}">
                  <a16:creationId xmlns:a16="http://schemas.microsoft.com/office/drawing/2014/main" id="{CC1A5D15-EF1F-439B-97E5-62D0E6011492}"/>
                </a:ext>
              </a:extLst>
            </p:cNvPr>
            <p:cNvSpPr/>
            <p:nvPr/>
          </p:nvSpPr>
          <p:spPr>
            <a:xfrm>
              <a:off x="7622293" y="3642788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7" y="588"/>
                  </a:moveTo>
                  <a:lnTo>
                    <a:pt x="2797" y="7394"/>
                  </a:lnTo>
                  <a:lnTo>
                    <a:pt x="589" y="7394"/>
                  </a:lnTo>
                  <a:lnTo>
                    <a:pt x="589" y="588"/>
                  </a:lnTo>
                  <a:close/>
                  <a:moveTo>
                    <a:pt x="0" y="0"/>
                  </a:moveTo>
                  <a:lnTo>
                    <a:pt x="0" y="7984"/>
                  </a:lnTo>
                  <a:lnTo>
                    <a:pt x="3386" y="7984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206;p64">
              <a:extLst>
                <a:ext uri="{FF2B5EF4-FFF2-40B4-BE49-F238E27FC236}">
                  <a16:creationId xmlns:a16="http://schemas.microsoft.com/office/drawing/2014/main" id="{657BB457-55E6-4AF6-A35E-74932DEFB04D}"/>
                </a:ext>
              </a:extLst>
            </p:cNvPr>
            <p:cNvSpPr/>
            <p:nvPr/>
          </p:nvSpPr>
          <p:spPr>
            <a:xfrm>
              <a:off x="6146793" y="3648607"/>
              <a:ext cx="55380" cy="146386"/>
            </a:xfrm>
            <a:custGeom>
              <a:avLst/>
              <a:gdLst/>
              <a:ahLst/>
              <a:cxnLst/>
              <a:rect l="l" t="t" r="r" b="b"/>
              <a:pathLst>
                <a:path w="2798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207;p64">
              <a:extLst>
                <a:ext uri="{FF2B5EF4-FFF2-40B4-BE49-F238E27FC236}">
                  <a16:creationId xmlns:a16="http://schemas.microsoft.com/office/drawing/2014/main" id="{CF5D8BA6-AC02-4161-8E36-CAE1798BDC6F}"/>
                </a:ext>
              </a:extLst>
            </p:cNvPr>
            <p:cNvSpPr/>
            <p:nvPr/>
          </p:nvSpPr>
          <p:spPr>
            <a:xfrm>
              <a:off x="6140955" y="3642788"/>
              <a:ext cx="67057" cy="158044"/>
            </a:xfrm>
            <a:custGeom>
              <a:avLst/>
              <a:gdLst/>
              <a:ahLst/>
              <a:cxnLst/>
              <a:rect l="l" t="t" r="r" b="b"/>
              <a:pathLst>
                <a:path w="3388" h="7985" extrusionOk="0">
                  <a:moveTo>
                    <a:pt x="2799" y="588"/>
                  </a:moveTo>
                  <a:lnTo>
                    <a:pt x="2799" y="7394"/>
                  </a:lnTo>
                  <a:lnTo>
                    <a:pt x="590" y="7394"/>
                  </a:lnTo>
                  <a:lnTo>
                    <a:pt x="591" y="588"/>
                  </a:lnTo>
                  <a:close/>
                  <a:moveTo>
                    <a:pt x="1" y="0"/>
                  </a:moveTo>
                  <a:lnTo>
                    <a:pt x="1" y="7984"/>
                  </a:lnTo>
                  <a:lnTo>
                    <a:pt x="3388" y="7984"/>
                  </a:lnTo>
                  <a:lnTo>
                    <a:pt x="33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208;p64">
              <a:extLst>
                <a:ext uri="{FF2B5EF4-FFF2-40B4-BE49-F238E27FC236}">
                  <a16:creationId xmlns:a16="http://schemas.microsoft.com/office/drawing/2014/main" id="{4042FDFF-A24C-4868-920F-F22027023B74}"/>
                </a:ext>
              </a:extLst>
            </p:cNvPr>
            <p:cNvSpPr/>
            <p:nvPr/>
          </p:nvSpPr>
          <p:spPr>
            <a:xfrm>
              <a:off x="6138718" y="1937736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0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209;p64">
              <a:extLst>
                <a:ext uri="{FF2B5EF4-FFF2-40B4-BE49-F238E27FC236}">
                  <a16:creationId xmlns:a16="http://schemas.microsoft.com/office/drawing/2014/main" id="{2D944489-E14E-43AE-B7E7-49AD032DF4E1}"/>
                </a:ext>
              </a:extLst>
            </p:cNvPr>
            <p:cNvSpPr/>
            <p:nvPr/>
          </p:nvSpPr>
          <p:spPr>
            <a:xfrm>
              <a:off x="6132899" y="1931917"/>
              <a:ext cx="67018" cy="158044"/>
            </a:xfrm>
            <a:custGeom>
              <a:avLst/>
              <a:gdLst/>
              <a:ahLst/>
              <a:cxnLst/>
              <a:rect l="l" t="t" r="r" b="b"/>
              <a:pathLst>
                <a:path w="3386" h="7985" extrusionOk="0">
                  <a:moveTo>
                    <a:pt x="2797" y="589"/>
                  </a:moveTo>
                  <a:lnTo>
                    <a:pt x="2797" y="7396"/>
                  </a:lnTo>
                  <a:lnTo>
                    <a:pt x="589" y="7396"/>
                  </a:lnTo>
                  <a:lnTo>
                    <a:pt x="589" y="589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210;p64">
              <a:extLst>
                <a:ext uri="{FF2B5EF4-FFF2-40B4-BE49-F238E27FC236}">
                  <a16:creationId xmlns:a16="http://schemas.microsoft.com/office/drawing/2014/main" id="{38E2011A-BE98-4274-9063-D15A861F32CF}"/>
                </a:ext>
              </a:extLst>
            </p:cNvPr>
            <p:cNvSpPr/>
            <p:nvPr/>
          </p:nvSpPr>
          <p:spPr>
            <a:xfrm>
              <a:off x="6138718" y="3222255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1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211;p64">
              <a:extLst>
                <a:ext uri="{FF2B5EF4-FFF2-40B4-BE49-F238E27FC236}">
                  <a16:creationId xmlns:a16="http://schemas.microsoft.com/office/drawing/2014/main" id="{198ACDEF-90A1-408B-A145-5E20EE57BC94}"/>
                </a:ext>
              </a:extLst>
            </p:cNvPr>
            <p:cNvSpPr/>
            <p:nvPr/>
          </p:nvSpPr>
          <p:spPr>
            <a:xfrm>
              <a:off x="6132899" y="3216437"/>
              <a:ext cx="67018" cy="158044"/>
            </a:xfrm>
            <a:custGeom>
              <a:avLst/>
              <a:gdLst/>
              <a:ahLst/>
              <a:cxnLst/>
              <a:rect l="l" t="t" r="r" b="b"/>
              <a:pathLst>
                <a:path w="3386" h="7985" extrusionOk="0">
                  <a:moveTo>
                    <a:pt x="2797" y="590"/>
                  </a:moveTo>
                  <a:lnTo>
                    <a:pt x="2797" y="7396"/>
                  </a:lnTo>
                  <a:lnTo>
                    <a:pt x="589" y="7396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212;p64">
              <a:extLst>
                <a:ext uri="{FF2B5EF4-FFF2-40B4-BE49-F238E27FC236}">
                  <a16:creationId xmlns:a16="http://schemas.microsoft.com/office/drawing/2014/main" id="{A5D94A20-120F-43B6-8EE9-6EB4637DE67F}"/>
                </a:ext>
              </a:extLst>
            </p:cNvPr>
            <p:cNvSpPr/>
            <p:nvPr/>
          </p:nvSpPr>
          <p:spPr>
            <a:xfrm>
              <a:off x="6138718" y="2783969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1"/>
                  </a:moveTo>
                  <a:lnTo>
                    <a:pt x="1" y="7396"/>
                  </a:lnTo>
                  <a:lnTo>
                    <a:pt x="2798" y="7396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3213;p64">
              <a:extLst>
                <a:ext uri="{FF2B5EF4-FFF2-40B4-BE49-F238E27FC236}">
                  <a16:creationId xmlns:a16="http://schemas.microsoft.com/office/drawing/2014/main" id="{85BC15C2-54AE-4E77-8C3D-0AED0E2C740E}"/>
                </a:ext>
              </a:extLst>
            </p:cNvPr>
            <p:cNvSpPr/>
            <p:nvPr/>
          </p:nvSpPr>
          <p:spPr>
            <a:xfrm>
              <a:off x="6132899" y="2778169"/>
              <a:ext cx="67018" cy="158024"/>
            </a:xfrm>
            <a:custGeom>
              <a:avLst/>
              <a:gdLst/>
              <a:ahLst/>
              <a:cxnLst/>
              <a:rect l="l" t="t" r="r" b="b"/>
              <a:pathLst>
                <a:path w="3386" h="7984" extrusionOk="0">
                  <a:moveTo>
                    <a:pt x="2797" y="589"/>
                  </a:moveTo>
                  <a:lnTo>
                    <a:pt x="2797" y="7394"/>
                  </a:lnTo>
                  <a:lnTo>
                    <a:pt x="589" y="7394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7984"/>
                  </a:lnTo>
                  <a:lnTo>
                    <a:pt x="3386" y="7984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214;p64">
              <a:extLst>
                <a:ext uri="{FF2B5EF4-FFF2-40B4-BE49-F238E27FC236}">
                  <a16:creationId xmlns:a16="http://schemas.microsoft.com/office/drawing/2014/main" id="{736D9C79-8377-48A0-B0F9-C847D4EEA0AE}"/>
                </a:ext>
              </a:extLst>
            </p:cNvPr>
            <p:cNvSpPr/>
            <p:nvPr/>
          </p:nvSpPr>
          <p:spPr>
            <a:xfrm>
              <a:off x="7642203" y="1937736"/>
              <a:ext cx="55380" cy="146406"/>
            </a:xfrm>
            <a:custGeom>
              <a:avLst/>
              <a:gdLst/>
              <a:ahLst/>
              <a:cxnLst/>
              <a:rect l="l" t="t" r="r" b="b"/>
              <a:pathLst>
                <a:path w="2798" h="7397" extrusionOk="0">
                  <a:moveTo>
                    <a:pt x="1" y="0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215;p64">
              <a:extLst>
                <a:ext uri="{FF2B5EF4-FFF2-40B4-BE49-F238E27FC236}">
                  <a16:creationId xmlns:a16="http://schemas.microsoft.com/office/drawing/2014/main" id="{BE627FEA-06FC-4EFC-B86C-D0152D5DA5CF}"/>
                </a:ext>
              </a:extLst>
            </p:cNvPr>
            <p:cNvSpPr/>
            <p:nvPr/>
          </p:nvSpPr>
          <p:spPr>
            <a:xfrm>
              <a:off x="7636384" y="1931917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8" y="589"/>
                  </a:moveTo>
                  <a:lnTo>
                    <a:pt x="2798" y="7396"/>
                  </a:lnTo>
                  <a:lnTo>
                    <a:pt x="590" y="7396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216;p64">
              <a:extLst>
                <a:ext uri="{FF2B5EF4-FFF2-40B4-BE49-F238E27FC236}">
                  <a16:creationId xmlns:a16="http://schemas.microsoft.com/office/drawing/2014/main" id="{62F16AF2-A4AD-4D85-9B39-90D0527B1384}"/>
                </a:ext>
              </a:extLst>
            </p:cNvPr>
            <p:cNvSpPr/>
            <p:nvPr/>
          </p:nvSpPr>
          <p:spPr>
            <a:xfrm>
              <a:off x="7642203" y="3222255"/>
              <a:ext cx="55380" cy="146406"/>
            </a:xfrm>
            <a:custGeom>
              <a:avLst/>
              <a:gdLst/>
              <a:ahLst/>
              <a:cxnLst/>
              <a:rect l="l" t="t" r="r" b="b"/>
              <a:pathLst>
                <a:path w="2798" h="7397" extrusionOk="0">
                  <a:moveTo>
                    <a:pt x="1" y="1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217;p64">
              <a:extLst>
                <a:ext uri="{FF2B5EF4-FFF2-40B4-BE49-F238E27FC236}">
                  <a16:creationId xmlns:a16="http://schemas.microsoft.com/office/drawing/2014/main" id="{D855C47B-F258-47D9-AA04-BB74E5B03A0B}"/>
                </a:ext>
              </a:extLst>
            </p:cNvPr>
            <p:cNvSpPr/>
            <p:nvPr/>
          </p:nvSpPr>
          <p:spPr>
            <a:xfrm>
              <a:off x="7636384" y="3216437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8" y="590"/>
                  </a:moveTo>
                  <a:lnTo>
                    <a:pt x="2798" y="7396"/>
                  </a:lnTo>
                  <a:lnTo>
                    <a:pt x="590" y="7396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218;p64">
              <a:extLst>
                <a:ext uri="{FF2B5EF4-FFF2-40B4-BE49-F238E27FC236}">
                  <a16:creationId xmlns:a16="http://schemas.microsoft.com/office/drawing/2014/main" id="{61E89345-9E8F-4785-AE07-8203097C3BB9}"/>
                </a:ext>
              </a:extLst>
            </p:cNvPr>
            <p:cNvSpPr/>
            <p:nvPr/>
          </p:nvSpPr>
          <p:spPr>
            <a:xfrm>
              <a:off x="6138718" y="2360109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219;p64">
              <a:extLst>
                <a:ext uri="{FF2B5EF4-FFF2-40B4-BE49-F238E27FC236}">
                  <a16:creationId xmlns:a16="http://schemas.microsoft.com/office/drawing/2014/main" id="{A8EDD7C8-1802-44F7-B9E8-C22039D1D5BB}"/>
                </a:ext>
              </a:extLst>
            </p:cNvPr>
            <p:cNvSpPr/>
            <p:nvPr/>
          </p:nvSpPr>
          <p:spPr>
            <a:xfrm>
              <a:off x="6132899" y="2354271"/>
              <a:ext cx="67018" cy="158064"/>
            </a:xfrm>
            <a:custGeom>
              <a:avLst/>
              <a:gdLst/>
              <a:ahLst/>
              <a:cxnLst/>
              <a:rect l="l" t="t" r="r" b="b"/>
              <a:pathLst>
                <a:path w="3386" h="7986" extrusionOk="0">
                  <a:moveTo>
                    <a:pt x="2797" y="589"/>
                  </a:moveTo>
                  <a:lnTo>
                    <a:pt x="2797" y="7397"/>
                  </a:lnTo>
                  <a:lnTo>
                    <a:pt x="589" y="7397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220;p64">
              <a:extLst>
                <a:ext uri="{FF2B5EF4-FFF2-40B4-BE49-F238E27FC236}">
                  <a16:creationId xmlns:a16="http://schemas.microsoft.com/office/drawing/2014/main" id="{FFC3AE06-A4F4-41C6-B8AC-4BD1A362054F}"/>
                </a:ext>
              </a:extLst>
            </p:cNvPr>
            <p:cNvSpPr/>
            <p:nvPr/>
          </p:nvSpPr>
          <p:spPr>
            <a:xfrm>
              <a:off x="7642203" y="2360109"/>
              <a:ext cx="55380" cy="146386"/>
            </a:xfrm>
            <a:custGeom>
              <a:avLst/>
              <a:gdLst/>
              <a:ahLst/>
              <a:cxnLst/>
              <a:rect l="l" t="t" r="r" b="b"/>
              <a:pathLst>
                <a:path w="2798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221;p64">
              <a:extLst>
                <a:ext uri="{FF2B5EF4-FFF2-40B4-BE49-F238E27FC236}">
                  <a16:creationId xmlns:a16="http://schemas.microsoft.com/office/drawing/2014/main" id="{5FE4C7B2-E035-4894-8392-BB2443F4BE90}"/>
                </a:ext>
              </a:extLst>
            </p:cNvPr>
            <p:cNvSpPr/>
            <p:nvPr/>
          </p:nvSpPr>
          <p:spPr>
            <a:xfrm>
              <a:off x="7636384" y="2354271"/>
              <a:ext cx="67038" cy="158064"/>
            </a:xfrm>
            <a:custGeom>
              <a:avLst/>
              <a:gdLst/>
              <a:ahLst/>
              <a:cxnLst/>
              <a:rect l="l" t="t" r="r" b="b"/>
              <a:pathLst>
                <a:path w="3387" h="7986" extrusionOk="0">
                  <a:moveTo>
                    <a:pt x="2798" y="589"/>
                  </a:moveTo>
                  <a:lnTo>
                    <a:pt x="2798" y="7397"/>
                  </a:lnTo>
                  <a:lnTo>
                    <a:pt x="590" y="7397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222;p64">
              <a:extLst>
                <a:ext uri="{FF2B5EF4-FFF2-40B4-BE49-F238E27FC236}">
                  <a16:creationId xmlns:a16="http://schemas.microsoft.com/office/drawing/2014/main" id="{90767493-79EC-4A39-97E4-A2A666F690D1}"/>
                </a:ext>
              </a:extLst>
            </p:cNvPr>
            <p:cNvSpPr/>
            <p:nvPr/>
          </p:nvSpPr>
          <p:spPr>
            <a:xfrm>
              <a:off x="6188833" y="1856765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223;p64">
              <a:extLst>
                <a:ext uri="{FF2B5EF4-FFF2-40B4-BE49-F238E27FC236}">
                  <a16:creationId xmlns:a16="http://schemas.microsoft.com/office/drawing/2014/main" id="{244A95F3-6A68-4708-A7E5-3566415453A2}"/>
                </a:ext>
              </a:extLst>
            </p:cNvPr>
            <p:cNvSpPr/>
            <p:nvPr/>
          </p:nvSpPr>
          <p:spPr>
            <a:xfrm>
              <a:off x="6183014" y="1850926"/>
              <a:ext cx="1469086" cy="327369"/>
            </a:xfrm>
            <a:custGeom>
              <a:avLst/>
              <a:gdLst/>
              <a:ahLst/>
              <a:cxnLst/>
              <a:rect l="l" t="t" r="r" b="b"/>
              <a:pathLst>
                <a:path w="74224" h="16540" extrusionOk="0">
                  <a:moveTo>
                    <a:pt x="73635" y="589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224;p64">
              <a:extLst>
                <a:ext uri="{FF2B5EF4-FFF2-40B4-BE49-F238E27FC236}">
                  <a16:creationId xmlns:a16="http://schemas.microsoft.com/office/drawing/2014/main" id="{280E887D-AAEB-4941-9A0B-078ECDF5F191}"/>
                </a:ext>
              </a:extLst>
            </p:cNvPr>
            <p:cNvSpPr/>
            <p:nvPr/>
          </p:nvSpPr>
          <p:spPr>
            <a:xfrm>
              <a:off x="6497202" y="1937300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225;p64">
              <a:extLst>
                <a:ext uri="{FF2B5EF4-FFF2-40B4-BE49-F238E27FC236}">
                  <a16:creationId xmlns:a16="http://schemas.microsoft.com/office/drawing/2014/main" id="{981313DB-6041-4C91-99C2-BEEB97DEE658}"/>
                </a:ext>
              </a:extLst>
            </p:cNvPr>
            <p:cNvSpPr/>
            <p:nvPr/>
          </p:nvSpPr>
          <p:spPr>
            <a:xfrm>
              <a:off x="6491383" y="1931461"/>
              <a:ext cx="94886" cy="166297"/>
            </a:xfrm>
            <a:custGeom>
              <a:avLst/>
              <a:gdLst/>
              <a:ahLst/>
              <a:cxnLst/>
              <a:rect l="l" t="t" r="r" b="b"/>
              <a:pathLst>
                <a:path w="4794" h="8402" extrusionOk="0">
                  <a:moveTo>
                    <a:pt x="4205" y="588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226;p64">
              <a:extLst>
                <a:ext uri="{FF2B5EF4-FFF2-40B4-BE49-F238E27FC236}">
                  <a16:creationId xmlns:a16="http://schemas.microsoft.com/office/drawing/2014/main" id="{AD0B48AD-3745-40C9-8D30-1CF710DEE9B8}"/>
                </a:ext>
              </a:extLst>
            </p:cNvPr>
            <p:cNvSpPr/>
            <p:nvPr/>
          </p:nvSpPr>
          <p:spPr>
            <a:xfrm>
              <a:off x="6369599" y="1937300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227;p64">
              <a:extLst>
                <a:ext uri="{FF2B5EF4-FFF2-40B4-BE49-F238E27FC236}">
                  <a16:creationId xmlns:a16="http://schemas.microsoft.com/office/drawing/2014/main" id="{9D02002F-F927-4697-BD00-AFD0561C6398}"/>
                </a:ext>
              </a:extLst>
            </p:cNvPr>
            <p:cNvSpPr/>
            <p:nvPr/>
          </p:nvSpPr>
          <p:spPr>
            <a:xfrm>
              <a:off x="6363760" y="1931461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6" y="588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228;p64">
              <a:extLst>
                <a:ext uri="{FF2B5EF4-FFF2-40B4-BE49-F238E27FC236}">
                  <a16:creationId xmlns:a16="http://schemas.microsoft.com/office/drawing/2014/main" id="{9F055743-A31E-4C68-8998-A883CBB1E22E}"/>
                </a:ext>
              </a:extLst>
            </p:cNvPr>
            <p:cNvSpPr/>
            <p:nvPr/>
          </p:nvSpPr>
          <p:spPr>
            <a:xfrm>
              <a:off x="6258938" y="1937300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229;p64">
              <a:extLst>
                <a:ext uri="{FF2B5EF4-FFF2-40B4-BE49-F238E27FC236}">
                  <a16:creationId xmlns:a16="http://schemas.microsoft.com/office/drawing/2014/main" id="{FA7E47AB-18B8-4167-B448-13C27771576A}"/>
                </a:ext>
              </a:extLst>
            </p:cNvPr>
            <p:cNvSpPr/>
            <p:nvPr/>
          </p:nvSpPr>
          <p:spPr>
            <a:xfrm>
              <a:off x="6253099" y="1931461"/>
              <a:ext cx="77963" cy="166297"/>
            </a:xfrm>
            <a:custGeom>
              <a:avLst/>
              <a:gdLst/>
              <a:ahLst/>
              <a:cxnLst/>
              <a:rect l="l" t="t" r="r" b="b"/>
              <a:pathLst>
                <a:path w="3939" h="8402" extrusionOk="0">
                  <a:moveTo>
                    <a:pt x="3349" y="588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230;p64">
              <a:extLst>
                <a:ext uri="{FF2B5EF4-FFF2-40B4-BE49-F238E27FC236}">
                  <a16:creationId xmlns:a16="http://schemas.microsoft.com/office/drawing/2014/main" id="{D4286F0F-6F95-44CE-BE7F-83175B6295DE}"/>
                </a:ext>
              </a:extLst>
            </p:cNvPr>
            <p:cNvSpPr/>
            <p:nvPr/>
          </p:nvSpPr>
          <p:spPr>
            <a:xfrm>
              <a:off x="6624825" y="1937300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231;p64">
              <a:extLst>
                <a:ext uri="{FF2B5EF4-FFF2-40B4-BE49-F238E27FC236}">
                  <a16:creationId xmlns:a16="http://schemas.microsoft.com/office/drawing/2014/main" id="{1B9C5F8A-1F07-4305-B229-FCD812A46387}"/>
                </a:ext>
              </a:extLst>
            </p:cNvPr>
            <p:cNvSpPr/>
            <p:nvPr/>
          </p:nvSpPr>
          <p:spPr>
            <a:xfrm>
              <a:off x="6618986" y="1931461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4" y="588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232;p64">
              <a:extLst>
                <a:ext uri="{FF2B5EF4-FFF2-40B4-BE49-F238E27FC236}">
                  <a16:creationId xmlns:a16="http://schemas.microsoft.com/office/drawing/2014/main" id="{A5FEC9F7-95A7-4471-9CA6-F5A811A0E20D}"/>
                </a:ext>
              </a:extLst>
            </p:cNvPr>
            <p:cNvSpPr/>
            <p:nvPr/>
          </p:nvSpPr>
          <p:spPr>
            <a:xfrm>
              <a:off x="6752407" y="1937300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233;p64">
              <a:extLst>
                <a:ext uri="{FF2B5EF4-FFF2-40B4-BE49-F238E27FC236}">
                  <a16:creationId xmlns:a16="http://schemas.microsoft.com/office/drawing/2014/main" id="{C527A347-7777-43C3-8AB4-B1AFD62F9AF0}"/>
                </a:ext>
              </a:extLst>
            </p:cNvPr>
            <p:cNvSpPr/>
            <p:nvPr/>
          </p:nvSpPr>
          <p:spPr>
            <a:xfrm>
              <a:off x="6746588" y="1931461"/>
              <a:ext cx="522643" cy="166297"/>
            </a:xfrm>
            <a:custGeom>
              <a:avLst/>
              <a:gdLst/>
              <a:ahLst/>
              <a:cxnLst/>
              <a:rect l="l" t="t" r="r" b="b"/>
              <a:pathLst>
                <a:path w="26406" h="8402" extrusionOk="0">
                  <a:moveTo>
                    <a:pt x="25817" y="588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234;p64">
              <a:extLst>
                <a:ext uri="{FF2B5EF4-FFF2-40B4-BE49-F238E27FC236}">
                  <a16:creationId xmlns:a16="http://schemas.microsoft.com/office/drawing/2014/main" id="{F5556403-5F5A-4C50-AFAF-E235818B8DCE}"/>
                </a:ext>
              </a:extLst>
            </p:cNvPr>
            <p:cNvSpPr/>
            <p:nvPr/>
          </p:nvSpPr>
          <p:spPr>
            <a:xfrm>
              <a:off x="7360475" y="1968929"/>
              <a:ext cx="77944" cy="77903"/>
            </a:xfrm>
            <a:custGeom>
              <a:avLst/>
              <a:gdLst/>
              <a:ahLst/>
              <a:cxnLst/>
              <a:rect l="l" t="t" r="r" b="b"/>
              <a:pathLst>
                <a:path w="3938" h="3936" extrusionOk="0">
                  <a:moveTo>
                    <a:pt x="1969" y="0"/>
                  </a:moveTo>
                  <a:cubicBezTo>
                    <a:pt x="882" y="0"/>
                    <a:pt x="0" y="881"/>
                    <a:pt x="0" y="1968"/>
                  </a:cubicBezTo>
                  <a:cubicBezTo>
                    <a:pt x="0" y="3055"/>
                    <a:pt x="882" y="3936"/>
                    <a:pt x="1969" y="3936"/>
                  </a:cubicBezTo>
                  <a:cubicBezTo>
                    <a:pt x="3057" y="3936"/>
                    <a:pt x="3937" y="3055"/>
                    <a:pt x="3937" y="1968"/>
                  </a:cubicBezTo>
                  <a:cubicBezTo>
                    <a:pt x="3937" y="881"/>
                    <a:pt x="3057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235;p64">
              <a:extLst>
                <a:ext uri="{FF2B5EF4-FFF2-40B4-BE49-F238E27FC236}">
                  <a16:creationId xmlns:a16="http://schemas.microsoft.com/office/drawing/2014/main" id="{970CF88A-DA04-4221-B1AB-D0CF6FEC67F2}"/>
                </a:ext>
              </a:extLst>
            </p:cNvPr>
            <p:cNvSpPr/>
            <p:nvPr/>
          </p:nvSpPr>
          <p:spPr>
            <a:xfrm>
              <a:off x="7354656" y="1963090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3" y="589"/>
                  </a:moveTo>
                  <a:cubicBezTo>
                    <a:pt x="3187" y="590"/>
                    <a:pt x="3936" y="1339"/>
                    <a:pt x="3936" y="2263"/>
                  </a:cubicBezTo>
                  <a:cubicBezTo>
                    <a:pt x="3936" y="2940"/>
                    <a:pt x="3529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0" y="2967"/>
                    <a:pt x="458" y="2248"/>
                    <a:pt x="717" y="1622"/>
                  </a:cubicBezTo>
                  <a:cubicBezTo>
                    <a:pt x="975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3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3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236;p64">
              <a:extLst>
                <a:ext uri="{FF2B5EF4-FFF2-40B4-BE49-F238E27FC236}">
                  <a16:creationId xmlns:a16="http://schemas.microsoft.com/office/drawing/2014/main" id="{CBC8CDF8-33DB-4E85-A2E9-6A782DEA41F6}"/>
                </a:ext>
              </a:extLst>
            </p:cNvPr>
            <p:cNvSpPr/>
            <p:nvPr/>
          </p:nvSpPr>
          <p:spPr>
            <a:xfrm>
              <a:off x="7509989" y="1968909"/>
              <a:ext cx="80991" cy="77924"/>
            </a:xfrm>
            <a:custGeom>
              <a:avLst/>
              <a:gdLst/>
              <a:ahLst/>
              <a:cxnLst/>
              <a:rect l="l" t="t" r="r" b="b"/>
              <a:pathLst>
                <a:path w="4092" h="3937" extrusionOk="0">
                  <a:moveTo>
                    <a:pt x="2124" y="0"/>
                  </a:moveTo>
                  <a:cubicBezTo>
                    <a:pt x="1612" y="0"/>
                    <a:pt x="1108" y="201"/>
                    <a:pt x="732" y="577"/>
                  </a:cubicBezTo>
                  <a:cubicBezTo>
                    <a:pt x="168" y="1141"/>
                    <a:pt x="1" y="1987"/>
                    <a:pt x="305" y="2722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0"/>
                  </a:cubicBezTo>
                  <a:cubicBezTo>
                    <a:pt x="2633" y="49"/>
                    <a:pt x="2378" y="0"/>
                    <a:pt x="212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237;p64">
              <a:extLst>
                <a:ext uri="{FF2B5EF4-FFF2-40B4-BE49-F238E27FC236}">
                  <a16:creationId xmlns:a16="http://schemas.microsoft.com/office/drawing/2014/main" id="{53C86CFC-D77D-48F7-B86D-BAECBB0DEB1F}"/>
                </a:ext>
              </a:extLst>
            </p:cNvPr>
            <p:cNvSpPr/>
            <p:nvPr/>
          </p:nvSpPr>
          <p:spPr>
            <a:xfrm>
              <a:off x="7507237" y="1963090"/>
              <a:ext cx="89561" cy="89581"/>
            </a:xfrm>
            <a:custGeom>
              <a:avLst/>
              <a:gdLst/>
              <a:ahLst/>
              <a:cxnLst/>
              <a:rect l="l" t="t" r="r" b="b"/>
              <a:pathLst>
                <a:path w="4525" h="4526" extrusionOk="0">
                  <a:moveTo>
                    <a:pt x="2262" y="589"/>
                  </a:moveTo>
                  <a:cubicBezTo>
                    <a:pt x="3187" y="590"/>
                    <a:pt x="3935" y="1339"/>
                    <a:pt x="3936" y="2262"/>
                  </a:cubicBezTo>
                  <a:cubicBezTo>
                    <a:pt x="3936" y="2940"/>
                    <a:pt x="3528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0" y="2967"/>
                    <a:pt x="456" y="2248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5" y="0"/>
                    <a:pt x="0" y="1016"/>
                    <a:pt x="0" y="2263"/>
                  </a:cubicBezTo>
                  <a:cubicBezTo>
                    <a:pt x="0" y="3510"/>
                    <a:pt x="1016" y="4526"/>
                    <a:pt x="2262" y="4526"/>
                  </a:cubicBezTo>
                  <a:cubicBezTo>
                    <a:pt x="3510" y="4526"/>
                    <a:pt x="4525" y="3510"/>
                    <a:pt x="4525" y="2263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238;p64">
              <a:extLst>
                <a:ext uri="{FF2B5EF4-FFF2-40B4-BE49-F238E27FC236}">
                  <a16:creationId xmlns:a16="http://schemas.microsoft.com/office/drawing/2014/main" id="{240C2434-2DB5-4F1B-AF42-AB8019233C40}"/>
                </a:ext>
              </a:extLst>
            </p:cNvPr>
            <p:cNvSpPr/>
            <p:nvPr/>
          </p:nvSpPr>
          <p:spPr>
            <a:xfrm>
              <a:off x="7133257" y="1968929"/>
              <a:ext cx="77924" cy="77903"/>
            </a:xfrm>
            <a:custGeom>
              <a:avLst/>
              <a:gdLst/>
              <a:ahLst/>
              <a:cxnLst/>
              <a:rect l="l" t="t" r="r" b="b"/>
              <a:pathLst>
                <a:path w="3937" h="3936" extrusionOk="0">
                  <a:moveTo>
                    <a:pt x="1969" y="0"/>
                  </a:moveTo>
                  <a:cubicBezTo>
                    <a:pt x="881" y="0"/>
                    <a:pt x="1" y="881"/>
                    <a:pt x="1" y="1968"/>
                  </a:cubicBezTo>
                  <a:cubicBezTo>
                    <a:pt x="1" y="3055"/>
                    <a:pt x="881" y="3936"/>
                    <a:pt x="1969" y="3936"/>
                  </a:cubicBezTo>
                  <a:cubicBezTo>
                    <a:pt x="3056" y="3936"/>
                    <a:pt x="3936" y="3055"/>
                    <a:pt x="3936" y="1968"/>
                  </a:cubicBezTo>
                  <a:cubicBezTo>
                    <a:pt x="3936" y="881"/>
                    <a:pt x="3056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239;p64">
              <a:extLst>
                <a:ext uri="{FF2B5EF4-FFF2-40B4-BE49-F238E27FC236}">
                  <a16:creationId xmlns:a16="http://schemas.microsoft.com/office/drawing/2014/main" id="{8F326A9D-9F80-4675-ABEA-5A07947010E6}"/>
                </a:ext>
              </a:extLst>
            </p:cNvPr>
            <p:cNvSpPr/>
            <p:nvPr/>
          </p:nvSpPr>
          <p:spPr>
            <a:xfrm>
              <a:off x="7127438" y="1963090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2" y="589"/>
                  </a:moveTo>
                  <a:cubicBezTo>
                    <a:pt x="3186" y="590"/>
                    <a:pt x="3935" y="1339"/>
                    <a:pt x="3936" y="2263"/>
                  </a:cubicBezTo>
                  <a:cubicBezTo>
                    <a:pt x="3936" y="2940"/>
                    <a:pt x="3528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1" y="2967"/>
                    <a:pt x="457" y="2248"/>
                    <a:pt x="716" y="1623"/>
                  </a:cubicBezTo>
                  <a:cubicBezTo>
                    <a:pt x="975" y="997"/>
                    <a:pt x="1585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5" y="0"/>
                    <a:pt x="1" y="1016"/>
                    <a:pt x="1" y="2263"/>
                  </a:cubicBezTo>
                  <a:cubicBezTo>
                    <a:pt x="1" y="3510"/>
                    <a:pt x="1015" y="4526"/>
                    <a:pt x="2262" y="4526"/>
                  </a:cubicBezTo>
                  <a:cubicBezTo>
                    <a:pt x="3510" y="4526"/>
                    <a:pt x="4525" y="3510"/>
                    <a:pt x="4525" y="2263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240;p64">
              <a:extLst>
                <a:ext uri="{FF2B5EF4-FFF2-40B4-BE49-F238E27FC236}">
                  <a16:creationId xmlns:a16="http://schemas.microsoft.com/office/drawing/2014/main" id="{DB445C15-EA7F-4E2D-8D48-8565D1C623DD}"/>
                </a:ext>
              </a:extLst>
            </p:cNvPr>
            <p:cNvSpPr/>
            <p:nvPr/>
          </p:nvSpPr>
          <p:spPr>
            <a:xfrm>
              <a:off x="6244154" y="2172436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2"/>
                  </a:lnTo>
                  <a:lnTo>
                    <a:pt x="68047" y="5462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241;p64">
              <a:extLst>
                <a:ext uri="{FF2B5EF4-FFF2-40B4-BE49-F238E27FC236}">
                  <a16:creationId xmlns:a16="http://schemas.microsoft.com/office/drawing/2014/main" id="{00D8D6DE-B15C-4183-A374-8061BB7EB6AA}"/>
                </a:ext>
              </a:extLst>
            </p:cNvPr>
            <p:cNvSpPr/>
            <p:nvPr/>
          </p:nvSpPr>
          <p:spPr>
            <a:xfrm>
              <a:off x="6238315" y="2166617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89"/>
                  </a:moveTo>
                  <a:lnTo>
                    <a:pt x="68047" y="5461"/>
                  </a:lnTo>
                  <a:lnTo>
                    <a:pt x="590" y="5461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6051"/>
                  </a:lnTo>
                  <a:lnTo>
                    <a:pt x="68636" y="6051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242;p64">
              <a:extLst>
                <a:ext uri="{FF2B5EF4-FFF2-40B4-BE49-F238E27FC236}">
                  <a16:creationId xmlns:a16="http://schemas.microsoft.com/office/drawing/2014/main" id="{3397699A-0017-4E9A-A6AA-361F21242B2A}"/>
                </a:ext>
              </a:extLst>
            </p:cNvPr>
            <p:cNvSpPr/>
            <p:nvPr/>
          </p:nvSpPr>
          <p:spPr>
            <a:xfrm>
              <a:off x="6188833" y="2280544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243;p64">
              <a:extLst>
                <a:ext uri="{FF2B5EF4-FFF2-40B4-BE49-F238E27FC236}">
                  <a16:creationId xmlns:a16="http://schemas.microsoft.com/office/drawing/2014/main" id="{F11BEECC-36F7-46A1-B772-03A5F99BD572}"/>
                </a:ext>
              </a:extLst>
            </p:cNvPr>
            <p:cNvSpPr/>
            <p:nvPr/>
          </p:nvSpPr>
          <p:spPr>
            <a:xfrm>
              <a:off x="6183014" y="2274725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89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244;p64">
              <a:extLst>
                <a:ext uri="{FF2B5EF4-FFF2-40B4-BE49-F238E27FC236}">
                  <a16:creationId xmlns:a16="http://schemas.microsoft.com/office/drawing/2014/main" id="{80573FB4-B36A-4725-9DF8-2E08FEA292E5}"/>
                </a:ext>
              </a:extLst>
            </p:cNvPr>
            <p:cNvSpPr/>
            <p:nvPr/>
          </p:nvSpPr>
          <p:spPr>
            <a:xfrm>
              <a:off x="6369599" y="2361079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245;p64">
              <a:extLst>
                <a:ext uri="{FF2B5EF4-FFF2-40B4-BE49-F238E27FC236}">
                  <a16:creationId xmlns:a16="http://schemas.microsoft.com/office/drawing/2014/main" id="{90AACB02-909E-4CE7-B70A-0076B4AB14FC}"/>
                </a:ext>
              </a:extLst>
            </p:cNvPr>
            <p:cNvSpPr/>
            <p:nvPr/>
          </p:nvSpPr>
          <p:spPr>
            <a:xfrm>
              <a:off x="6363760" y="2355240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6" y="588"/>
                  </a:moveTo>
                  <a:lnTo>
                    <a:pt x="4206" y="7813"/>
                  </a:lnTo>
                  <a:lnTo>
                    <a:pt x="590" y="7813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246;p64">
              <a:extLst>
                <a:ext uri="{FF2B5EF4-FFF2-40B4-BE49-F238E27FC236}">
                  <a16:creationId xmlns:a16="http://schemas.microsoft.com/office/drawing/2014/main" id="{49FF2410-EEF2-4793-BC59-D1C3E352FE95}"/>
                </a:ext>
              </a:extLst>
            </p:cNvPr>
            <p:cNvSpPr/>
            <p:nvPr/>
          </p:nvSpPr>
          <p:spPr>
            <a:xfrm>
              <a:off x="6624825" y="2361079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247;p64">
              <a:extLst>
                <a:ext uri="{FF2B5EF4-FFF2-40B4-BE49-F238E27FC236}">
                  <a16:creationId xmlns:a16="http://schemas.microsoft.com/office/drawing/2014/main" id="{C66090C1-F6B4-4C13-9CE1-6B25CD7FEF50}"/>
                </a:ext>
              </a:extLst>
            </p:cNvPr>
            <p:cNvSpPr/>
            <p:nvPr/>
          </p:nvSpPr>
          <p:spPr>
            <a:xfrm>
              <a:off x="6618986" y="2355240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4" y="588"/>
                  </a:moveTo>
                  <a:lnTo>
                    <a:pt x="4204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248;p64">
              <a:extLst>
                <a:ext uri="{FF2B5EF4-FFF2-40B4-BE49-F238E27FC236}">
                  <a16:creationId xmlns:a16="http://schemas.microsoft.com/office/drawing/2014/main" id="{3AF7A5CF-D02A-4D83-A69C-98ED8AE6744A}"/>
                </a:ext>
              </a:extLst>
            </p:cNvPr>
            <p:cNvSpPr/>
            <p:nvPr/>
          </p:nvSpPr>
          <p:spPr>
            <a:xfrm>
              <a:off x="6497202" y="2361079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249;p64">
              <a:extLst>
                <a:ext uri="{FF2B5EF4-FFF2-40B4-BE49-F238E27FC236}">
                  <a16:creationId xmlns:a16="http://schemas.microsoft.com/office/drawing/2014/main" id="{36EB3F8F-D243-46F5-8539-CF8016E7679A}"/>
                </a:ext>
              </a:extLst>
            </p:cNvPr>
            <p:cNvSpPr/>
            <p:nvPr/>
          </p:nvSpPr>
          <p:spPr>
            <a:xfrm>
              <a:off x="6491383" y="2355240"/>
              <a:ext cx="94886" cy="166297"/>
            </a:xfrm>
            <a:custGeom>
              <a:avLst/>
              <a:gdLst/>
              <a:ahLst/>
              <a:cxnLst/>
              <a:rect l="l" t="t" r="r" b="b"/>
              <a:pathLst>
                <a:path w="4794" h="8402" extrusionOk="0">
                  <a:moveTo>
                    <a:pt x="4205" y="588"/>
                  </a:moveTo>
                  <a:lnTo>
                    <a:pt x="4205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250;p64">
              <a:extLst>
                <a:ext uri="{FF2B5EF4-FFF2-40B4-BE49-F238E27FC236}">
                  <a16:creationId xmlns:a16="http://schemas.microsoft.com/office/drawing/2014/main" id="{13368B15-9C63-4944-99D1-82BF084215F2}"/>
                </a:ext>
              </a:extLst>
            </p:cNvPr>
            <p:cNvSpPr/>
            <p:nvPr/>
          </p:nvSpPr>
          <p:spPr>
            <a:xfrm>
              <a:off x="6258938" y="2361079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251;p64">
              <a:extLst>
                <a:ext uri="{FF2B5EF4-FFF2-40B4-BE49-F238E27FC236}">
                  <a16:creationId xmlns:a16="http://schemas.microsoft.com/office/drawing/2014/main" id="{B50280D5-1131-4CB8-A837-D9FA444A7746}"/>
                </a:ext>
              </a:extLst>
            </p:cNvPr>
            <p:cNvSpPr/>
            <p:nvPr/>
          </p:nvSpPr>
          <p:spPr>
            <a:xfrm>
              <a:off x="6253099" y="2355240"/>
              <a:ext cx="77963" cy="166297"/>
            </a:xfrm>
            <a:custGeom>
              <a:avLst/>
              <a:gdLst/>
              <a:ahLst/>
              <a:cxnLst/>
              <a:rect l="l" t="t" r="r" b="b"/>
              <a:pathLst>
                <a:path w="3939" h="8402" extrusionOk="0">
                  <a:moveTo>
                    <a:pt x="3349" y="588"/>
                  </a:moveTo>
                  <a:lnTo>
                    <a:pt x="3349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252;p64">
              <a:extLst>
                <a:ext uri="{FF2B5EF4-FFF2-40B4-BE49-F238E27FC236}">
                  <a16:creationId xmlns:a16="http://schemas.microsoft.com/office/drawing/2014/main" id="{6CC4CE26-FBF4-492A-BD6B-FD9C663369C4}"/>
                </a:ext>
              </a:extLst>
            </p:cNvPr>
            <p:cNvSpPr/>
            <p:nvPr/>
          </p:nvSpPr>
          <p:spPr>
            <a:xfrm>
              <a:off x="6752407" y="2361079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253;p64">
              <a:extLst>
                <a:ext uri="{FF2B5EF4-FFF2-40B4-BE49-F238E27FC236}">
                  <a16:creationId xmlns:a16="http://schemas.microsoft.com/office/drawing/2014/main" id="{3129B64B-1C77-45E4-8234-32DCBAC8B612}"/>
                </a:ext>
              </a:extLst>
            </p:cNvPr>
            <p:cNvSpPr/>
            <p:nvPr/>
          </p:nvSpPr>
          <p:spPr>
            <a:xfrm>
              <a:off x="6746588" y="2355240"/>
              <a:ext cx="522643" cy="166297"/>
            </a:xfrm>
            <a:custGeom>
              <a:avLst/>
              <a:gdLst/>
              <a:ahLst/>
              <a:cxnLst/>
              <a:rect l="l" t="t" r="r" b="b"/>
              <a:pathLst>
                <a:path w="26406" h="8402" extrusionOk="0">
                  <a:moveTo>
                    <a:pt x="25817" y="588"/>
                  </a:moveTo>
                  <a:lnTo>
                    <a:pt x="25817" y="7813"/>
                  </a:lnTo>
                  <a:lnTo>
                    <a:pt x="590" y="7813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254;p64">
              <a:extLst>
                <a:ext uri="{FF2B5EF4-FFF2-40B4-BE49-F238E27FC236}">
                  <a16:creationId xmlns:a16="http://schemas.microsoft.com/office/drawing/2014/main" id="{FAAE7889-3444-40F1-95E3-0C50D5180BEF}"/>
                </a:ext>
              </a:extLst>
            </p:cNvPr>
            <p:cNvSpPr/>
            <p:nvPr/>
          </p:nvSpPr>
          <p:spPr>
            <a:xfrm>
              <a:off x="7360475" y="2392708"/>
              <a:ext cx="77944" cy="77903"/>
            </a:xfrm>
            <a:custGeom>
              <a:avLst/>
              <a:gdLst/>
              <a:ahLst/>
              <a:cxnLst/>
              <a:rect l="l" t="t" r="r" b="b"/>
              <a:pathLst>
                <a:path w="3938" h="3936" extrusionOk="0">
                  <a:moveTo>
                    <a:pt x="1969" y="0"/>
                  </a:moveTo>
                  <a:cubicBezTo>
                    <a:pt x="882" y="0"/>
                    <a:pt x="0" y="881"/>
                    <a:pt x="0" y="1969"/>
                  </a:cubicBezTo>
                  <a:cubicBezTo>
                    <a:pt x="0" y="3055"/>
                    <a:pt x="882" y="3936"/>
                    <a:pt x="1969" y="3936"/>
                  </a:cubicBezTo>
                  <a:cubicBezTo>
                    <a:pt x="3057" y="3936"/>
                    <a:pt x="3937" y="3055"/>
                    <a:pt x="3937" y="1969"/>
                  </a:cubicBezTo>
                  <a:cubicBezTo>
                    <a:pt x="3937" y="881"/>
                    <a:pt x="3057" y="0"/>
                    <a:pt x="1969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255;p64">
              <a:extLst>
                <a:ext uri="{FF2B5EF4-FFF2-40B4-BE49-F238E27FC236}">
                  <a16:creationId xmlns:a16="http://schemas.microsoft.com/office/drawing/2014/main" id="{DF235201-B331-4E7D-81A6-DC16E6DE8D12}"/>
                </a:ext>
              </a:extLst>
            </p:cNvPr>
            <p:cNvSpPr/>
            <p:nvPr/>
          </p:nvSpPr>
          <p:spPr>
            <a:xfrm>
              <a:off x="7354656" y="2386869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3" y="589"/>
                  </a:moveTo>
                  <a:lnTo>
                    <a:pt x="2263" y="590"/>
                  </a:lnTo>
                  <a:cubicBezTo>
                    <a:pt x="3187" y="590"/>
                    <a:pt x="3935" y="1339"/>
                    <a:pt x="3937" y="2264"/>
                  </a:cubicBezTo>
                  <a:cubicBezTo>
                    <a:pt x="3936" y="2940"/>
                    <a:pt x="3529" y="3551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0" y="2968"/>
                    <a:pt x="458" y="2248"/>
                    <a:pt x="717" y="1622"/>
                  </a:cubicBezTo>
                  <a:cubicBezTo>
                    <a:pt x="975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4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4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256;p64">
              <a:extLst>
                <a:ext uri="{FF2B5EF4-FFF2-40B4-BE49-F238E27FC236}">
                  <a16:creationId xmlns:a16="http://schemas.microsoft.com/office/drawing/2014/main" id="{E97E8881-7A17-4843-BC5C-4A0B7A408C32}"/>
                </a:ext>
              </a:extLst>
            </p:cNvPr>
            <p:cNvSpPr/>
            <p:nvPr/>
          </p:nvSpPr>
          <p:spPr>
            <a:xfrm>
              <a:off x="7509989" y="2392688"/>
              <a:ext cx="80991" cy="77924"/>
            </a:xfrm>
            <a:custGeom>
              <a:avLst/>
              <a:gdLst/>
              <a:ahLst/>
              <a:cxnLst/>
              <a:rect l="l" t="t" r="r" b="b"/>
              <a:pathLst>
                <a:path w="4092" h="3937" extrusionOk="0">
                  <a:moveTo>
                    <a:pt x="2124" y="1"/>
                  </a:moveTo>
                  <a:cubicBezTo>
                    <a:pt x="1612" y="1"/>
                    <a:pt x="1108" y="201"/>
                    <a:pt x="732" y="577"/>
                  </a:cubicBezTo>
                  <a:cubicBezTo>
                    <a:pt x="168" y="1141"/>
                    <a:pt x="1" y="1987"/>
                    <a:pt x="305" y="2723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70"/>
                  </a:cubicBezTo>
                  <a:cubicBezTo>
                    <a:pt x="4092" y="1174"/>
                    <a:pt x="3611" y="455"/>
                    <a:pt x="2877" y="150"/>
                  </a:cubicBezTo>
                  <a:cubicBezTo>
                    <a:pt x="2633" y="50"/>
                    <a:pt x="2378" y="1"/>
                    <a:pt x="21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257;p64">
              <a:extLst>
                <a:ext uri="{FF2B5EF4-FFF2-40B4-BE49-F238E27FC236}">
                  <a16:creationId xmlns:a16="http://schemas.microsoft.com/office/drawing/2014/main" id="{02CA7F84-9073-4DBA-B584-81631ECA1BBD}"/>
                </a:ext>
              </a:extLst>
            </p:cNvPr>
            <p:cNvSpPr/>
            <p:nvPr/>
          </p:nvSpPr>
          <p:spPr>
            <a:xfrm>
              <a:off x="7507237" y="2386869"/>
              <a:ext cx="89561" cy="89581"/>
            </a:xfrm>
            <a:custGeom>
              <a:avLst/>
              <a:gdLst/>
              <a:ahLst/>
              <a:cxnLst/>
              <a:rect l="l" t="t" r="r" b="b"/>
              <a:pathLst>
                <a:path w="4525" h="4526" extrusionOk="0">
                  <a:moveTo>
                    <a:pt x="2262" y="589"/>
                  </a:moveTo>
                  <a:lnTo>
                    <a:pt x="2262" y="590"/>
                  </a:lnTo>
                  <a:cubicBezTo>
                    <a:pt x="3186" y="590"/>
                    <a:pt x="3935" y="1339"/>
                    <a:pt x="3936" y="2264"/>
                  </a:cubicBezTo>
                  <a:cubicBezTo>
                    <a:pt x="3936" y="2940"/>
                    <a:pt x="3528" y="3551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0" y="2968"/>
                    <a:pt x="456" y="2248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6" y="0"/>
                    <a:pt x="0" y="1016"/>
                    <a:pt x="0" y="2264"/>
                  </a:cubicBezTo>
                  <a:cubicBezTo>
                    <a:pt x="0" y="3510"/>
                    <a:pt x="1016" y="4526"/>
                    <a:pt x="2262" y="4526"/>
                  </a:cubicBezTo>
                  <a:cubicBezTo>
                    <a:pt x="3510" y="4526"/>
                    <a:pt x="4525" y="3510"/>
                    <a:pt x="4525" y="2264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258;p64">
              <a:extLst>
                <a:ext uri="{FF2B5EF4-FFF2-40B4-BE49-F238E27FC236}">
                  <a16:creationId xmlns:a16="http://schemas.microsoft.com/office/drawing/2014/main" id="{E329FD58-29CB-4D6B-B2AD-496F2DAA8966}"/>
                </a:ext>
              </a:extLst>
            </p:cNvPr>
            <p:cNvSpPr/>
            <p:nvPr/>
          </p:nvSpPr>
          <p:spPr>
            <a:xfrm>
              <a:off x="7133257" y="2392708"/>
              <a:ext cx="77924" cy="77903"/>
            </a:xfrm>
            <a:custGeom>
              <a:avLst/>
              <a:gdLst/>
              <a:ahLst/>
              <a:cxnLst/>
              <a:rect l="l" t="t" r="r" b="b"/>
              <a:pathLst>
                <a:path w="3937" h="3936" extrusionOk="0">
                  <a:moveTo>
                    <a:pt x="1969" y="0"/>
                  </a:moveTo>
                  <a:cubicBezTo>
                    <a:pt x="881" y="0"/>
                    <a:pt x="1" y="881"/>
                    <a:pt x="1" y="1969"/>
                  </a:cubicBezTo>
                  <a:cubicBezTo>
                    <a:pt x="1" y="3055"/>
                    <a:pt x="881" y="3936"/>
                    <a:pt x="1969" y="3936"/>
                  </a:cubicBezTo>
                  <a:cubicBezTo>
                    <a:pt x="3056" y="3936"/>
                    <a:pt x="3936" y="3055"/>
                    <a:pt x="3936" y="1969"/>
                  </a:cubicBezTo>
                  <a:cubicBezTo>
                    <a:pt x="3936" y="881"/>
                    <a:pt x="3056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259;p64">
              <a:extLst>
                <a:ext uri="{FF2B5EF4-FFF2-40B4-BE49-F238E27FC236}">
                  <a16:creationId xmlns:a16="http://schemas.microsoft.com/office/drawing/2014/main" id="{873CA2C3-6CE0-4507-BCDE-66E22B2B6DF3}"/>
                </a:ext>
              </a:extLst>
            </p:cNvPr>
            <p:cNvSpPr/>
            <p:nvPr/>
          </p:nvSpPr>
          <p:spPr>
            <a:xfrm>
              <a:off x="7127418" y="2386869"/>
              <a:ext cx="89602" cy="89581"/>
            </a:xfrm>
            <a:custGeom>
              <a:avLst/>
              <a:gdLst/>
              <a:ahLst/>
              <a:cxnLst/>
              <a:rect l="l" t="t" r="r" b="b"/>
              <a:pathLst>
                <a:path w="4527" h="4526" extrusionOk="0">
                  <a:moveTo>
                    <a:pt x="2263" y="589"/>
                  </a:moveTo>
                  <a:lnTo>
                    <a:pt x="2263" y="590"/>
                  </a:lnTo>
                  <a:cubicBezTo>
                    <a:pt x="3187" y="590"/>
                    <a:pt x="3935" y="1339"/>
                    <a:pt x="3936" y="2264"/>
                  </a:cubicBezTo>
                  <a:cubicBezTo>
                    <a:pt x="3936" y="2940"/>
                    <a:pt x="3528" y="3551"/>
                    <a:pt x="2903" y="3810"/>
                  </a:cubicBezTo>
                  <a:cubicBezTo>
                    <a:pt x="2697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1" y="2968"/>
                    <a:pt x="458" y="2248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4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4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260;p64">
              <a:extLst>
                <a:ext uri="{FF2B5EF4-FFF2-40B4-BE49-F238E27FC236}">
                  <a16:creationId xmlns:a16="http://schemas.microsoft.com/office/drawing/2014/main" id="{2976C5E3-7F05-401D-AD72-B8C8C7149589}"/>
                </a:ext>
              </a:extLst>
            </p:cNvPr>
            <p:cNvSpPr/>
            <p:nvPr/>
          </p:nvSpPr>
          <p:spPr>
            <a:xfrm>
              <a:off x="6244154" y="2596215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3"/>
                  </a:lnTo>
                  <a:lnTo>
                    <a:pt x="68047" y="5463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261;p64">
              <a:extLst>
                <a:ext uri="{FF2B5EF4-FFF2-40B4-BE49-F238E27FC236}">
                  <a16:creationId xmlns:a16="http://schemas.microsoft.com/office/drawing/2014/main" id="{E791A351-CA8C-4BE9-A622-7D1B7F7B8D03}"/>
                </a:ext>
              </a:extLst>
            </p:cNvPr>
            <p:cNvSpPr/>
            <p:nvPr/>
          </p:nvSpPr>
          <p:spPr>
            <a:xfrm>
              <a:off x="6238315" y="2590396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90"/>
                  </a:moveTo>
                  <a:lnTo>
                    <a:pt x="68047" y="5462"/>
                  </a:lnTo>
                  <a:lnTo>
                    <a:pt x="590" y="546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6052"/>
                  </a:lnTo>
                  <a:lnTo>
                    <a:pt x="68636" y="6052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262;p64">
              <a:extLst>
                <a:ext uri="{FF2B5EF4-FFF2-40B4-BE49-F238E27FC236}">
                  <a16:creationId xmlns:a16="http://schemas.microsoft.com/office/drawing/2014/main" id="{BEB96247-1C8B-431A-973B-760E34878B4E}"/>
                </a:ext>
              </a:extLst>
            </p:cNvPr>
            <p:cNvSpPr/>
            <p:nvPr/>
          </p:nvSpPr>
          <p:spPr>
            <a:xfrm>
              <a:off x="6188833" y="2704323"/>
              <a:ext cx="1457448" cy="315711"/>
            </a:xfrm>
            <a:custGeom>
              <a:avLst/>
              <a:gdLst/>
              <a:ahLst/>
              <a:cxnLst/>
              <a:rect l="l" t="t" r="r" b="b"/>
              <a:pathLst>
                <a:path w="73636" h="15951" extrusionOk="0">
                  <a:moveTo>
                    <a:pt x="1" y="1"/>
                  </a:moveTo>
                  <a:lnTo>
                    <a:pt x="1" y="15951"/>
                  </a:lnTo>
                  <a:lnTo>
                    <a:pt x="73636" y="15951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263;p64">
              <a:extLst>
                <a:ext uri="{FF2B5EF4-FFF2-40B4-BE49-F238E27FC236}">
                  <a16:creationId xmlns:a16="http://schemas.microsoft.com/office/drawing/2014/main" id="{3351C3AF-8F36-49A1-8E73-4520540057A4}"/>
                </a:ext>
              </a:extLst>
            </p:cNvPr>
            <p:cNvSpPr/>
            <p:nvPr/>
          </p:nvSpPr>
          <p:spPr>
            <a:xfrm>
              <a:off x="6183014" y="2698504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90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264;p64">
              <a:extLst>
                <a:ext uri="{FF2B5EF4-FFF2-40B4-BE49-F238E27FC236}">
                  <a16:creationId xmlns:a16="http://schemas.microsoft.com/office/drawing/2014/main" id="{3B2ACA28-3F94-473D-B2FA-64183993E3C9}"/>
                </a:ext>
              </a:extLst>
            </p:cNvPr>
            <p:cNvSpPr/>
            <p:nvPr/>
          </p:nvSpPr>
          <p:spPr>
            <a:xfrm>
              <a:off x="6497202" y="2784858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3"/>
                  </a:lnTo>
                  <a:lnTo>
                    <a:pt x="4206" y="7813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265;p64">
              <a:extLst>
                <a:ext uri="{FF2B5EF4-FFF2-40B4-BE49-F238E27FC236}">
                  <a16:creationId xmlns:a16="http://schemas.microsoft.com/office/drawing/2014/main" id="{63A41BDD-A054-430D-BBB1-E53E681346FC}"/>
                </a:ext>
              </a:extLst>
            </p:cNvPr>
            <p:cNvSpPr/>
            <p:nvPr/>
          </p:nvSpPr>
          <p:spPr>
            <a:xfrm>
              <a:off x="6491383" y="2779040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90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266;p64">
              <a:extLst>
                <a:ext uri="{FF2B5EF4-FFF2-40B4-BE49-F238E27FC236}">
                  <a16:creationId xmlns:a16="http://schemas.microsoft.com/office/drawing/2014/main" id="{1791A357-8E77-4661-ACA7-89271327940D}"/>
                </a:ext>
              </a:extLst>
            </p:cNvPr>
            <p:cNvSpPr/>
            <p:nvPr/>
          </p:nvSpPr>
          <p:spPr>
            <a:xfrm>
              <a:off x="6624825" y="2784858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3"/>
                  </a:lnTo>
                  <a:lnTo>
                    <a:pt x="4204" y="7813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3267;p64">
              <a:extLst>
                <a:ext uri="{FF2B5EF4-FFF2-40B4-BE49-F238E27FC236}">
                  <a16:creationId xmlns:a16="http://schemas.microsoft.com/office/drawing/2014/main" id="{B6C5E9B4-3F1D-48B7-9861-57BF27328E8F}"/>
                </a:ext>
              </a:extLst>
            </p:cNvPr>
            <p:cNvSpPr/>
            <p:nvPr/>
          </p:nvSpPr>
          <p:spPr>
            <a:xfrm>
              <a:off x="6618986" y="2779040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90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3268;p64">
              <a:extLst>
                <a:ext uri="{FF2B5EF4-FFF2-40B4-BE49-F238E27FC236}">
                  <a16:creationId xmlns:a16="http://schemas.microsoft.com/office/drawing/2014/main" id="{A23F9236-1336-4D30-8BAF-5783648B709E}"/>
                </a:ext>
              </a:extLst>
            </p:cNvPr>
            <p:cNvSpPr/>
            <p:nvPr/>
          </p:nvSpPr>
          <p:spPr>
            <a:xfrm>
              <a:off x="6369599" y="2784858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4205" y="7813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3269;p64">
              <a:extLst>
                <a:ext uri="{FF2B5EF4-FFF2-40B4-BE49-F238E27FC236}">
                  <a16:creationId xmlns:a16="http://schemas.microsoft.com/office/drawing/2014/main" id="{39359345-9894-448C-B599-5A52DEC6C753}"/>
                </a:ext>
              </a:extLst>
            </p:cNvPr>
            <p:cNvSpPr/>
            <p:nvPr/>
          </p:nvSpPr>
          <p:spPr>
            <a:xfrm>
              <a:off x="6363760" y="2779040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90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3270;p64">
              <a:extLst>
                <a:ext uri="{FF2B5EF4-FFF2-40B4-BE49-F238E27FC236}">
                  <a16:creationId xmlns:a16="http://schemas.microsoft.com/office/drawing/2014/main" id="{D9BC52DF-3DD9-41A1-B7D2-96F759E4B10B}"/>
                </a:ext>
              </a:extLst>
            </p:cNvPr>
            <p:cNvSpPr/>
            <p:nvPr/>
          </p:nvSpPr>
          <p:spPr>
            <a:xfrm>
              <a:off x="6752407" y="2784858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25817" y="7813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3271;p64">
              <a:extLst>
                <a:ext uri="{FF2B5EF4-FFF2-40B4-BE49-F238E27FC236}">
                  <a16:creationId xmlns:a16="http://schemas.microsoft.com/office/drawing/2014/main" id="{2EE44D2A-AF4E-45F6-B345-165E89AB90A5}"/>
                </a:ext>
              </a:extLst>
            </p:cNvPr>
            <p:cNvSpPr/>
            <p:nvPr/>
          </p:nvSpPr>
          <p:spPr>
            <a:xfrm>
              <a:off x="6746588" y="2779040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90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3272;p64">
              <a:extLst>
                <a:ext uri="{FF2B5EF4-FFF2-40B4-BE49-F238E27FC236}">
                  <a16:creationId xmlns:a16="http://schemas.microsoft.com/office/drawing/2014/main" id="{CAAE3775-0D32-4550-805D-45353F29B025}"/>
                </a:ext>
              </a:extLst>
            </p:cNvPr>
            <p:cNvSpPr/>
            <p:nvPr/>
          </p:nvSpPr>
          <p:spPr>
            <a:xfrm>
              <a:off x="6258938" y="2784858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3349" y="7813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3273;p64">
              <a:extLst>
                <a:ext uri="{FF2B5EF4-FFF2-40B4-BE49-F238E27FC236}">
                  <a16:creationId xmlns:a16="http://schemas.microsoft.com/office/drawing/2014/main" id="{1556EE6E-4385-4862-AA52-FF3CC2E215F7}"/>
                </a:ext>
              </a:extLst>
            </p:cNvPr>
            <p:cNvSpPr/>
            <p:nvPr/>
          </p:nvSpPr>
          <p:spPr>
            <a:xfrm>
              <a:off x="6253099" y="2779040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90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3274;p64">
              <a:extLst>
                <a:ext uri="{FF2B5EF4-FFF2-40B4-BE49-F238E27FC236}">
                  <a16:creationId xmlns:a16="http://schemas.microsoft.com/office/drawing/2014/main" id="{F572753B-50F7-44DF-A795-1C7E837CA8DE}"/>
                </a:ext>
              </a:extLst>
            </p:cNvPr>
            <p:cNvSpPr/>
            <p:nvPr/>
          </p:nvSpPr>
          <p:spPr>
            <a:xfrm>
              <a:off x="7360475" y="2816487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1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1"/>
                    <a:pt x="3057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3275;p64">
              <a:extLst>
                <a:ext uri="{FF2B5EF4-FFF2-40B4-BE49-F238E27FC236}">
                  <a16:creationId xmlns:a16="http://schemas.microsoft.com/office/drawing/2014/main" id="{9F08D454-4B81-4695-809E-BF0AF30108B4}"/>
                </a:ext>
              </a:extLst>
            </p:cNvPr>
            <p:cNvSpPr/>
            <p:nvPr/>
          </p:nvSpPr>
          <p:spPr>
            <a:xfrm>
              <a:off x="7354656" y="2810668"/>
              <a:ext cx="89582" cy="89561"/>
            </a:xfrm>
            <a:custGeom>
              <a:avLst/>
              <a:gdLst/>
              <a:ahLst/>
              <a:cxnLst/>
              <a:rect l="l" t="t" r="r" b="b"/>
              <a:pathLst>
                <a:path w="4526" h="4525" extrusionOk="0">
                  <a:moveTo>
                    <a:pt x="2263" y="589"/>
                  </a:moveTo>
                  <a:cubicBezTo>
                    <a:pt x="3187" y="589"/>
                    <a:pt x="3936" y="1338"/>
                    <a:pt x="3937" y="2263"/>
                  </a:cubicBezTo>
                  <a:cubicBezTo>
                    <a:pt x="3936" y="2939"/>
                    <a:pt x="3529" y="3550"/>
                    <a:pt x="2903" y="3809"/>
                  </a:cubicBezTo>
                  <a:cubicBezTo>
                    <a:pt x="2696" y="3895"/>
                    <a:pt x="2479" y="3936"/>
                    <a:pt x="2264" y="3936"/>
                  </a:cubicBezTo>
                  <a:cubicBezTo>
                    <a:pt x="1829" y="3936"/>
                    <a:pt x="1400" y="3766"/>
                    <a:pt x="1080" y="3446"/>
                  </a:cubicBezTo>
                  <a:cubicBezTo>
                    <a:pt x="601" y="2967"/>
                    <a:pt x="458" y="2247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5"/>
                    <a:pt x="2263" y="4525"/>
                  </a:cubicBezTo>
                  <a:cubicBezTo>
                    <a:pt x="3511" y="4525"/>
                    <a:pt x="4526" y="3511"/>
                    <a:pt x="4526" y="2263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3276;p64">
              <a:extLst>
                <a:ext uri="{FF2B5EF4-FFF2-40B4-BE49-F238E27FC236}">
                  <a16:creationId xmlns:a16="http://schemas.microsoft.com/office/drawing/2014/main" id="{1C240038-567D-43D4-B755-B892B50910AF}"/>
                </a:ext>
              </a:extLst>
            </p:cNvPr>
            <p:cNvSpPr/>
            <p:nvPr/>
          </p:nvSpPr>
          <p:spPr>
            <a:xfrm>
              <a:off x="7509989" y="2816487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4" y="0"/>
                  </a:moveTo>
                  <a:cubicBezTo>
                    <a:pt x="1612" y="0"/>
                    <a:pt x="1108" y="200"/>
                    <a:pt x="732" y="577"/>
                  </a:cubicBezTo>
                  <a:cubicBezTo>
                    <a:pt x="168" y="1140"/>
                    <a:pt x="1" y="1986"/>
                    <a:pt x="305" y="2722"/>
                  </a:cubicBezTo>
                  <a:cubicBezTo>
                    <a:pt x="609" y="3457"/>
                    <a:pt x="1327" y="3937"/>
                    <a:pt x="2123" y="3937"/>
                  </a:cubicBezTo>
                  <a:cubicBezTo>
                    <a:pt x="3210" y="3936"/>
                    <a:pt x="4092" y="3056"/>
                    <a:pt x="4092" y="1969"/>
                  </a:cubicBezTo>
                  <a:cubicBezTo>
                    <a:pt x="4092" y="1173"/>
                    <a:pt x="3611" y="454"/>
                    <a:pt x="2877" y="150"/>
                  </a:cubicBezTo>
                  <a:cubicBezTo>
                    <a:pt x="2633" y="49"/>
                    <a:pt x="2378" y="0"/>
                    <a:pt x="212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3277;p64">
              <a:extLst>
                <a:ext uri="{FF2B5EF4-FFF2-40B4-BE49-F238E27FC236}">
                  <a16:creationId xmlns:a16="http://schemas.microsoft.com/office/drawing/2014/main" id="{2E1FC3CD-D8A8-457D-99E0-0EF467E6856B}"/>
                </a:ext>
              </a:extLst>
            </p:cNvPr>
            <p:cNvSpPr/>
            <p:nvPr/>
          </p:nvSpPr>
          <p:spPr>
            <a:xfrm>
              <a:off x="7507237" y="2810668"/>
              <a:ext cx="89561" cy="89561"/>
            </a:xfrm>
            <a:custGeom>
              <a:avLst/>
              <a:gdLst/>
              <a:ahLst/>
              <a:cxnLst/>
              <a:rect l="l" t="t" r="r" b="b"/>
              <a:pathLst>
                <a:path w="4525" h="4525" extrusionOk="0">
                  <a:moveTo>
                    <a:pt x="2262" y="589"/>
                  </a:moveTo>
                  <a:cubicBezTo>
                    <a:pt x="3187" y="589"/>
                    <a:pt x="3935" y="1338"/>
                    <a:pt x="3936" y="2263"/>
                  </a:cubicBezTo>
                  <a:cubicBezTo>
                    <a:pt x="3936" y="2939"/>
                    <a:pt x="3528" y="3550"/>
                    <a:pt x="2903" y="3809"/>
                  </a:cubicBezTo>
                  <a:cubicBezTo>
                    <a:pt x="2696" y="3895"/>
                    <a:pt x="2479" y="3936"/>
                    <a:pt x="2264" y="3936"/>
                  </a:cubicBezTo>
                  <a:cubicBezTo>
                    <a:pt x="1828" y="3936"/>
                    <a:pt x="1399" y="3766"/>
                    <a:pt x="1079" y="3446"/>
                  </a:cubicBezTo>
                  <a:cubicBezTo>
                    <a:pt x="601" y="2967"/>
                    <a:pt x="458" y="2247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3"/>
                  </a:cubicBezTo>
                  <a:cubicBezTo>
                    <a:pt x="0" y="3511"/>
                    <a:pt x="1016" y="4525"/>
                    <a:pt x="2262" y="4525"/>
                  </a:cubicBezTo>
                  <a:cubicBezTo>
                    <a:pt x="3510" y="4525"/>
                    <a:pt x="4525" y="3511"/>
                    <a:pt x="4525" y="2263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3278;p64">
              <a:extLst>
                <a:ext uri="{FF2B5EF4-FFF2-40B4-BE49-F238E27FC236}">
                  <a16:creationId xmlns:a16="http://schemas.microsoft.com/office/drawing/2014/main" id="{7A77EE22-1160-41AF-8E1B-84A54458D335}"/>
                </a:ext>
              </a:extLst>
            </p:cNvPr>
            <p:cNvSpPr/>
            <p:nvPr/>
          </p:nvSpPr>
          <p:spPr>
            <a:xfrm>
              <a:off x="7133257" y="2816487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1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1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3279;p64">
              <a:extLst>
                <a:ext uri="{FF2B5EF4-FFF2-40B4-BE49-F238E27FC236}">
                  <a16:creationId xmlns:a16="http://schemas.microsoft.com/office/drawing/2014/main" id="{B1530485-A263-424B-93AC-A97F19F48D5E}"/>
                </a:ext>
              </a:extLst>
            </p:cNvPr>
            <p:cNvSpPr/>
            <p:nvPr/>
          </p:nvSpPr>
          <p:spPr>
            <a:xfrm>
              <a:off x="7127418" y="2810668"/>
              <a:ext cx="89602" cy="89561"/>
            </a:xfrm>
            <a:custGeom>
              <a:avLst/>
              <a:gdLst/>
              <a:ahLst/>
              <a:cxnLst/>
              <a:rect l="l" t="t" r="r" b="b"/>
              <a:pathLst>
                <a:path w="4527" h="4525" extrusionOk="0">
                  <a:moveTo>
                    <a:pt x="2263" y="589"/>
                  </a:moveTo>
                  <a:cubicBezTo>
                    <a:pt x="3187" y="589"/>
                    <a:pt x="3936" y="1338"/>
                    <a:pt x="3936" y="2263"/>
                  </a:cubicBezTo>
                  <a:cubicBezTo>
                    <a:pt x="3936" y="2939"/>
                    <a:pt x="3528" y="3550"/>
                    <a:pt x="2903" y="3809"/>
                  </a:cubicBezTo>
                  <a:cubicBezTo>
                    <a:pt x="2697" y="3895"/>
                    <a:pt x="2480" y="3936"/>
                    <a:pt x="2264" y="3936"/>
                  </a:cubicBezTo>
                  <a:cubicBezTo>
                    <a:pt x="1829" y="3936"/>
                    <a:pt x="1400" y="3766"/>
                    <a:pt x="1080" y="3446"/>
                  </a:cubicBezTo>
                  <a:cubicBezTo>
                    <a:pt x="602" y="2967"/>
                    <a:pt x="458" y="2247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5"/>
                    <a:pt x="2263" y="4525"/>
                  </a:cubicBezTo>
                  <a:cubicBezTo>
                    <a:pt x="3511" y="4525"/>
                    <a:pt x="4526" y="3511"/>
                    <a:pt x="4526" y="2263"/>
                  </a:cubicBezTo>
                  <a:cubicBezTo>
                    <a:pt x="4526" y="1015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3280;p64">
              <a:extLst>
                <a:ext uri="{FF2B5EF4-FFF2-40B4-BE49-F238E27FC236}">
                  <a16:creationId xmlns:a16="http://schemas.microsoft.com/office/drawing/2014/main" id="{F40DA7C5-18D3-4177-A8F1-44C87CDACACD}"/>
                </a:ext>
              </a:extLst>
            </p:cNvPr>
            <p:cNvSpPr/>
            <p:nvPr/>
          </p:nvSpPr>
          <p:spPr>
            <a:xfrm>
              <a:off x="6244154" y="3019995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3"/>
                  </a:lnTo>
                  <a:lnTo>
                    <a:pt x="68047" y="5463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3281;p64">
              <a:extLst>
                <a:ext uri="{FF2B5EF4-FFF2-40B4-BE49-F238E27FC236}">
                  <a16:creationId xmlns:a16="http://schemas.microsoft.com/office/drawing/2014/main" id="{C5453D9A-44A4-4CBC-92F5-CC02E0794D02}"/>
                </a:ext>
              </a:extLst>
            </p:cNvPr>
            <p:cNvSpPr/>
            <p:nvPr/>
          </p:nvSpPr>
          <p:spPr>
            <a:xfrm>
              <a:off x="6238315" y="3014176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90"/>
                  </a:moveTo>
                  <a:lnTo>
                    <a:pt x="68047" y="5463"/>
                  </a:lnTo>
                  <a:lnTo>
                    <a:pt x="590" y="5463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6052"/>
                  </a:lnTo>
                  <a:lnTo>
                    <a:pt x="68636" y="6052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3282;p64">
              <a:extLst>
                <a:ext uri="{FF2B5EF4-FFF2-40B4-BE49-F238E27FC236}">
                  <a16:creationId xmlns:a16="http://schemas.microsoft.com/office/drawing/2014/main" id="{8AFBACD2-F591-4A2A-834C-81DF3EB4EDB8}"/>
                </a:ext>
              </a:extLst>
            </p:cNvPr>
            <p:cNvSpPr/>
            <p:nvPr/>
          </p:nvSpPr>
          <p:spPr>
            <a:xfrm>
              <a:off x="6188833" y="3128102"/>
              <a:ext cx="1457448" cy="315732"/>
            </a:xfrm>
            <a:custGeom>
              <a:avLst/>
              <a:gdLst/>
              <a:ahLst/>
              <a:cxnLst/>
              <a:rect l="l" t="t" r="r" b="b"/>
              <a:pathLst>
                <a:path w="73636" h="15952" extrusionOk="0">
                  <a:moveTo>
                    <a:pt x="1" y="1"/>
                  </a:moveTo>
                  <a:lnTo>
                    <a:pt x="1" y="15951"/>
                  </a:lnTo>
                  <a:lnTo>
                    <a:pt x="73636" y="15951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3283;p64">
              <a:extLst>
                <a:ext uri="{FF2B5EF4-FFF2-40B4-BE49-F238E27FC236}">
                  <a16:creationId xmlns:a16="http://schemas.microsoft.com/office/drawing/2014/main" id="{A88DBACA-1EBF-472F-9272-238BE7F3A03A}"/>
                </a:ext>
              </a:extLst>
            </p:cNvPr>
            <p:cNvSpPr/>
            <p:nvPr/>
          </p:nvSpPr>
          <p:spPr>
            <a:xfrm>
              <a:off x="6183014" y="3122283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90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3284;p64">
              <a:extLst>
                <a:ext uri="{FF2B5EF4-FFF2-40B4-BE49-F238E27FC236}">
                  <a16:creationId xmlns:a16="http://schemas.microsoft.com/office/drawing/2014/main" id="{AFA9FABF-1470-4A67-806C-87088D05F11C}"/>
                </a:ext>
              </a:extLst>
            </p:cNvPr>
            <p:cNvSpPr/>
            <p:nvPr/>
          </p:nvSpPr>
          <p:spPr>
            <a:xfrm>
              <a:off x="6624825" y="3208659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3285;p64">
              <a:extLst>
                <a:ext uri="{FF2B5EF4-FFF2-40B4-BE49-F238E27FC236}">
                  <a16:creationId xmlns:a16="http://schemas.microsoft.com/office/drawing/2014/main" id="{5B45965C-7CE7-430C-BB76-2D86374086F2}"/>
                </a:ext>
              </a:extLst>
            </p:cNvPr>
            <p:cNvSpPr/>
            <p:nvPr/>
          </p:nvSpPr>
          <p:spPr>
            <a:xfrm>
              <a:off x="6618986" y="32028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89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0" y="0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3286;p64">
              <a:extLst>
                <a:ext uri="{FF2B5EF4-FFF2-40B4-BE49-F238E27FC236}">
                  <a16:creationId xmlns:a16="http://schemas.microsoft.com/office/drawing/2014/main" id="{A324C140-1F22-40BF-8204-232E7F907762}"/>
                </a:ext>
              </a:extLst>
            </p:cNvPr>
            <p:cNvSpPr/>
            <p:nvPr/>
          </p:nvSpPr>
          <p:spPr>
            <a:xfrm>
              <a:off x="6369599" y="3208659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3287;p64">
              <a:extLst>
                <a:ext uri="{FF2B5EF4-FFF2-40B4-BE49-F238E27FC236}">
                  <a16:creationId xmlns:a16="http://schemas.microsoft.com/office/drawing/2014/main" id="{037D607A-1B9A-4773-854E-FFB5D70D243C}"/>
                </a:ext>
              </a:extLst>
            </p:cNvPr>
            <p:cNvSpPr/>
            <p:nvPr/>
          </p:nvSpPr>
          <p:spPr>
            <a:xfrm>
              <a:off x="6363760" y="32028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89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3288;p64">
              <a:extLst>
                <a:ext uri="{FF2B5EF4-FFF2-40B4-BE49-F238E27FC236}">
                  <a16:creationId xmlns:a16="http://schemas.microsoft.com/office/drawing/2014/main" id="{81810D6B-D777-4269-8C54-0EB53CCEB3E7}"/>
                </a:ext>
              </a:extLst>
            </p:cNvPr>
            <p:cNvSpPr/>
            <p:nvPr/>
          </p:nvSpPr>
          <p:spPr>
            <a:xfrm>
              <a:off x="6497202" y="3208659"/>
              <a:ext cx="83248" cy="154619"/>
            </a:xfrm>
            <a:custGeom>
              <a:avLst/>
              <a:gdLst/>
              <a:ahLst/>
              <a:cxnLst/>
              <a:rect l="l" t="t" r="r" b="b"/>
              <a:pathLst>
                <a:path w="4206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3289;p64">
              <a:extLst>
                <a:ext uri="{FF2B5EF4-FFF2-40B4-BE49-F238E27FC236}">
                  <a16:creationId xmlns:a16="http://schemas.microsoft.com/office/drawing/2014/main" id="{99B9564F-D957-4275-8F53-9581C3F361DA}"/>
                </a:ext>
              </a:extLst>
            </p:cNvPr>
            <p:cNvSpPr/>
            <p:nvPr/>
          </p:nvSpPr>
          <p:spPr>
            <a:xfrm>
              <a:off x="6491383" y="3202819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89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3290;p64">
              <a:extLst>
                <a:ext uri="{FF2B5EF4-FFF2-40B4-BE49-F238E27FC236}">
                  <a16:creationId xmlns:a16="http://schemas.microsoft.com/office/drawing/2014/main" id="{D8E9D783-F5F2-46A0-82A0-EECAA4CDECDE}"/>
                </a:ext>
              </a:extLst>
            </p:cNvPr>
            <p:cNvSpPr/>
            <p:nvPr/>
          </p:nvSpPr>
          <p:spPr>
            <a:xfrm>
              <a:off x="6258938" y="3208659"/>
              <a:ext cx="66306" cy="154619"/>
            </a:xfrm>
            <a:custGeom>
              <a:avLst/>
              <a:gdLst/>
              <a:ahLst/>
              <a:cxnLst/>
              <a:rect l="l" t="t" r="r" b="b"/>
              <a:pathLst>
                <a:path w="3350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3291;p64">
              <a:extLst>
                <a:ext uri="{FF2B5EF4-FFF2-40B4-BE49-F238E27FC236}">
                  <a16:creationId xmlns:a16="http://schemas.microsoft.com/office/drawing/2014/main" id="{B42CE517-8915-44EB-82C8-33ADB6FC823F}"/>
                </a:ext>
              </a:extLst>
            </p:cNvPr>
            <p:cNvSpPr/>
            <p:nvPr/>
          </p:nvSpPr>
          <p:spPr>
            <a:xfrm>
              <a:off x="6253099" y="3202819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89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3292;p64">
              <a:extLst>
                <a:ext uri="{FF2B5EF4-FFF2-40B4-BE49-F238E27FC236}">
                  <a16:creationId xmlns:a16="http://schemas.microsoft.com/office/drawing/2014/main" id="{91009138-D894-405F-BAEC-98C3FA9668A8}"/>
                </a:ext>
              </a:extLst>
            </p:cNvPr>
            <p:cNvSpPr/>
            <p:nvPr/>
          </p:nvSpPr>
          <p:spPr>
            <a:xfrm>
              <a:off x="6752407" y="3208659"/>
              <a:ext cx="510985" cy="154619"/>
            </a:xfrm>
            <a:custGeom>
              <a:avLst/>
              <a:gdLst/>
              <a:ahLst/>
              <a:cxnLst/>
              <a:rect l="l" t="t" r="r" b="b"/>
              <a:pathLst>
                <a:path w="25817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3293;p64">
              <a:extLst>
                <a:ext uri="{FF2B5EF4-FFF2-40B4-BE49-F238E27FC236}">
                  <a16:creationId xmlns:a16="http://schemas.microsoft.com/office/drawing/2014/main" id="{32661FC0-DF90-4BE5-B7F8-9A25AF369717}"/>
                </a:ext>
              </a:extLst>
            </p:cNvPr>
            <p:cNvSpPr/>
            <p:nvPr/>
          </p:nvSpPr>
          <p:spPr>
            <a:xfrm>
              <a:off x="6746588" y="3202819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89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3294;p64">
              <a:extLst>
                <a:ext uri="{FF2B5EF4-FFF2-40B4-BE49-F238E27FC236}">
                  <a16:creationId xmlns:a16="http://schemas.microsoft.com/office/drawing/2014/main" id="{3554C3C6-54AE-4952-8CD9-552525A6F922}"/>
                </a:ext>
              </a:extLst>
            </p:cNvPr>
            <p:cNvSpPr/>
            <p:nvPr/>
          </p:nvSpPr>
          <p:spPr>
            <a:xfrm>
              <a:off x="7360475" y="3240267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2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2"/>
                    <a:pt x="3057" y="1"/>
                    <a:pt x="1969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295;p64">
              <a:extLst>
                <a:ext uri="{FF2B5EF4-FFF2-40B4-BE49-F238E27FC236}">
                  <a16:creationId xmlns:a16="http://schemas.microsoft.com/office/drawing/2014/main" id="{44A6C44D-572E-47B5-85DF-AD638F954975}"/>
                </a:ext>
              </a:extLst>
            </p:cNvPr>
            <p:cNvSpPr/>
            <p:nvPr/>
          </p:nvSpPr>
          <p:spPr>
            <a:xfrm>
              <a:off x="7354656" y="3234428"/>
              <a:ext cx="89582" cy="89602"/>
            </a:xfrm>
            <a:custGeom>
              <a:avLst/>
              <a:gdLst/>
              <a:ahLst/>
              <a:cxnLst/>
              <a:rect l="l" t="t" r="r" b="b"/>
              <a:pathLst>
                <a:path w="4526" h="4527" extrusionOk="0">
                  <a:moveTo>
                    <a:pt x="2260" y="591"/>
                  </a:moveTo>
                  <a:cubicBezTo>
                    <a:pt x="2261" y="591"/>
                    <a:pt x="2262" y="591"/>
                    <a:pt x="2263" y="591"/>
                  </a:cubicBezTo>
                  <a:cubicBezTo>
                    <a:pt x="3187" y="591"/>
                    <a:pt x="3936" y="1340"/>
                    <a:pt x="3937" y="2264"/>
                  </a:cubicBezTo>
                  <a:cubicBezTo>
                    <a:pt x="3937" y="2941"/>
                    <a:pt x="3529" y="3551"/>
                    <a:pt x="2903" y="3810"/>
                  </a:cubicBezTo>
                  <a:cubicBezTo>
                    <a:pt x="2696" y="3896"/>
                    <a:pt x="2479" y="3938"/>
                    <a:pt x="2263" y="3938"/>
                  </a:cubicBezTo>
                  <a:cubicBezTo>
                    <a:pt x="1827" y="3938"/>
                    <a:pt x="1399" y="3768"/>
                    <a:pt x="1080" y="3447"/>
                  </a:cubicBezTo>
                  <a:cubicBezTo>
                    <a:pt x="600" y="2969"/>
                    <a:pt x="458" y="2249"/>
                    <a:pt x="717" y="1624"/>
                  </a:cubicBezTo>
                  <a:cubicBezTo>
                    <a:pt x="975" y="998"/>
                    <a:pt x="1585" y="591"/>
                    <a:pt x="2260" y="591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4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4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3296;p64">
              <a:extLst>
                <a:ext uri="{FF2B5EF4-FFF2-40B4-BE49-F238E27FC236}">
                  <a16:creationId xmlns:a16="http://schemas.microsoft.com/office/drawing/2014/main" id="{0E790CAC-F8FD-44A9-BFD5-C857DA9F80A6}"/>
                </a:ext>
              </a:extLst>
            </p:cNvPr>
            <p:cNvSpPr/>
            <p:nvPr/>
          </p:nvSpPr>
          <p:spPr>
            <a:xfrm>
              <a:off x="7509989" y="3240267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3" y="1"/>
                  </a:moveTo>
                  <a:cubicBezTo>
                    <a:pt x="1611" y="1"/>
                    <a:pt x="1108" y="201"/>
                    <a:pt x="732" y="577"/>
                  </a:cubicBezTo>
                  <a:cubicBezTo>
                    <a:pt x="168" y="1140"/>
                    <a:pt x="1" y="1987"/>
                    <a:pt x="305" y="2722"/>
                  </a:cubicBezTo>
                  <a:cubicBezTo>
                    <a:pt x="609" y="3457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1"/>
                  </a:cubicBezTo>
                  <a:cubicBezTo>
                    <a:pt x="2633" y="50"/>
                    <a:pt x="2377" y="1"/>
                    <a:pt x="21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3297;p64">
              <a:extLst>
                <a:ext uri="{FF2B5EF4-FFF2-40B4-BE49-F238E27FC236}">
                  <a16:creationId xmlns:a16="http://schemas.microsoft.com/office/drawing/2014/main" id="{AA9BC4A1-F06E-4560-A318-7CE17EFD1B39}"/>
                </a:ext>
              </a:extLst>
            </p:cNvPr>
            <p:cNvSpPr/>
            <p:nvPr/>
          </p:nvSpPr>
          <p:spPr>
            <a:xfrm>
              <a:off x="7507237" y="3234428"/>
              <a:ext cx="89561" cy="89602"/>
            </a:xfrm>
            <a:custGeom>
              <a:avLst/>
              <a:gdLst/>
              <a:ahLst/>
              <a:cxnLst/>
              <a:rect l="l" t="t" r="r" b="b"/>
              <a:pathLst>
                <a:path w="4525" h="4527" extrusionOk="0">
                  <a:moveTo>
                    <a:pt x="2260" y="591"/>
                  </a:moveTo>
                  <a:cubicBezTo>
                    <a:pt x="2261" y="591"/>
                    <a:pt x="2262" y="591"/>
                    <a:pt x="2262" y="591"/>
                  </a:cubicBezTo>
                  <a:cubicBezTo>
                    <a:pt x="3187" y="591"/>
                    <a:pt x="3935" y="1340"/>
                    <a:pt x="3936" y="2264"/>
                  </a:cubicBezTo>
                  <a:cubicBezTo>
                    <a:pt x="3936" y="2941"/>
                    <a:pt x="3528" y="3551"/>
                    <a:pt x="2903" y="3810"/>
                  </a:cubicBezTo>
                  <a:cubicBezTo>
                    <a:pt x="2696" y="3896"/>
                    <a:pt x="2478" y="3938"/>
                    <a:pt x="2263" y="3938"/>
                  </a:cubicBezTo>
                  <a:cubicBezTo>
                    <a:pt x="1827" y="3938"/>
                    <a:pt x="1399" y="3768"/>
                    <a:pt x="1079" y="3447"/>
                  </a:cubicBezTo>
                  <a:cubicBezTo>
                    <a:pt x="600" y="2969"/>
                    <a:pt x="456" y="2249"/>
                    <a:pt x="716" y="1624"/>
                  </a:cubicBezTo>
                  <a:cubicBezTo>
                    <a:pt x="975" y="998"/>
                    <a:pt x="1584" y="591"/>
                    <a:pt x="2260" y="591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4"/>
                  </a:cubicBezTo>
                  <a:cubicBezTo>
                    <a:pt x="0" y="3511"/>
                    <a:pt x="1016" y="4526"/>
                    <a:pt x="2262" y="4526"/>
                  </a:cubicBezTo>
                  <a:cubicBezTo>
                    <a:pt x="3510" y="4526"/>
                    <a:pt x="4525" y="3511"/>
                    <a:pt x="4525" y="2264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298;p64">
              <a:extLst>
                <a:ext uri="{FF2B5EF4-FFF2-40B4-BE49-F238E27FC236}">
                  <a16:creationId xmlns:a16="http://schemas.microsoft.com/office/drawing/2014/main" id="{2BA3908B-96BD-4938-8D3A-0B4EE9EFCD5C}"/>
                </a:ext>
              </a:extLst>
            </p:cNvPr>
            <p:cNvSpPr/>
            <p:nvPr/>
          </p:nvSpPr>
          <p:spPr>
            <a:xfrm>
              <a:off x="7133257" y="3240267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2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2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3299;p64">
              <a:extLst>
                <a:ext uri="{FF2B5EF4-FFF2-40B4-BE49-F238E27FC236}">
                  <a16:creationId xmlns:a16="http://schemas.microsoft.com/office/drawing/2014/main" id="{41CBC961-F9D4-4678-B3D4-65991F2542EE}"/>
                </a:ext>
              </a:extLst>
            </p:cNvPr>
            <p:cNvSpPr/>
            <p:nvPr/>
          </p:nvSpPr>
          <p:spPr>
            <a:xfrm>
              <a:off x="7127418" y="3234428"/>
              <a:ext cx="89602" cy="89602"/>
            </a:xfrm>
            <a:custGeom>
              <a:avLst/>
              <a:gdLst/>
              <a:ahLst/>
              <a:cxnLst/>
              <a:rect l="l" t="t" r="r" b="b"/>
              <a:pathLst>
                <a:path w="4527" h="4527" extrusionOk="0">
                  <a:moveTo>
                    <a:pt x="2263" y="591"/>
                  </a:moveTo>
                  <a:cubicBezTo>
                    <a:pt x="3187" y="591"/>
                    <a:pt x="3936" y="1340"/>
                    <a:pt x="3936" y="2264"/>
                  </a:cubicBezTo>
                  <a:cubicBezTo>
                    <a:pt x="3936" y="2941"/>
                    <a:pt x="3529" y="3551"/>
                    <a:pt x="2903" y="3810"/>
                  </a:cubicBezTo>
                  <a:cubicBezTo>
                    <a:pt x="2696" y="3896"/>
                    <a:pt x="2479" y="3938"/>
                    <a:pt x="2263" y="3938"/>
                  </a:cubicBezTo>
                  <a:cubicBezTo>
                    <a:pt x="1828" y="3938"/>
                    <a:pt x="1399" y="3768"/>
                    <a:pt x="1080" y="3447"/>
                  </a:cubicBezTo>
                  <a:cubicBezTo>
                    <a:pt x="601" y="2969"/>
                    <a:pt x="458" y="2249"/>
                    <a:pt x="717" y="1624"/>
                  </a:cubicBezTo>
                  <a:cubicBezTo>
                    <a:pt x="976" y="997"/>
                    <a:pt x="1586" y="591"/>
                    <a:pt x="2263" y="591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4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4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3300;p64">
              <a:extLst>
                <a:ext uri="{FF2B5EF4-FFF2-40B4-BE49-F238E27FC236}">
                  <a16:creationId xmlns:a16="http://schemas.microsoft.com/office/drawing/2014/main" id="{2263ACA1-F4BB-4319-AA18-5CE3C07E26FB}"/>
                </a:ext>
              </a:extLst>
            </p:cNvPr>
            <p:cNvSpPr/>
            <p:nvPr/>
          </p:nvSpPr>
          <p:spPr>
            <a:xfrm>
              <a:off x="6244154" y="3443794"/>
              <a:ext cx="1346827" cy="108108"/>
            </a:xfrm>
            <a:custGeom>
              <a:avLst/>
              <a:gdLst/>
              <a:ahLst/>
              <a:cxnLst/>
              <a:rect l="l" t="t" r="r" b="b"/>
              <a:pathLst>
                <a:path w="68047" h="5462" extrusionOk="0">
                  <a:moveTo>
                    <a:pt x="1" y="0"/>
                  </a:moveTo>
                  <a:lnTo>
                    <a:pt x="1" y="5462"/>
                  </a:lnTo>
                  <a:lnTo>
                    <a:pt x="68047" y="5462"/>
                  </a:lnTo>
                  <a:lnTo>
                    <a:pt x="680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3301;p64">
              <a:extLst>
                <a:ext uri="{FF2B5EF4-FFF2-40B4-BE49-F238E27FC236}">
                  <a16:creationId xmlns:a16="http://schemas.microsoft.com/office/drawing/2014/main" id="{E941F34C-E998-4050-8939-E6251006D71D}"/>
                </a:ext>
              </a:extLst>
            </p:cNvPr>
            <p:cNvSpPr/>
            <p:nvPr/>
          </p:nvSpPr>
          <p:spPr>
            <a:xfrm>
              <a:off x="6238315" y="3437975"/>
              <a:ext cx="1358484" cy="119765"/>
            </a:xfrm>
            <a:custGeom>
              <a:avLst/>
              <a:gdLst/>
              <a:ahLst/>
              <a:cxnLst/>
              <a:rect l="l" t="t" r="r" b="b"/>
              <a:pathLst>
                <a:path w="68636" h="6051" extrusionOk="0">
                  <a:moveTo>
                    <a:pt x="68047" y="589"/>
                  </a:moveTo>
                  <a:lnTo>
                    <a:pt x="68047" y="5461"/>
                  </a:lnTo>
                  <a:lnTo>
                    <a:pt x="590" y="546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6051"/>
                  </a:lnTo>
                  <a:lnTo>
                    <a:pt x="68636" y="6051"/>
                  </a:lnTo>
                  <a:lnTo>
                    <a:pt x="686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3302;p64">
              <a:extLst>
                <a:ext uri="{FF2B5EF4-FFF2-40B4-BE49-F238E27FC236}">
                  <a16:creationId xmlns:a16="http://schemas.microsoft.com/office/drawing/2014/main" id="{6A15B360-761E-473E-B6E3-520438A6BD41}"/>
                </a:ext>
              </a:extLst>
            </p:cNvPr>
            <p:cNvSpPr/>
            <p:nvPr/>
          </p:nvSpPr>
          <p:spPr>
            <a:xfrm>
              <a:off x="6188833" y="3551921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49"/>
                  </a:lnTo>
                  <a:lnTo>
                    <a:pt x="73636" y="15949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3303;p64">
              <a:extLst>
                <a:ext uri="{FF2B5EF4-FFF2-40B4-BE49-F238E27FC236}">
                  <a16:creationId xmlns:a16="http://schemas.microsoft.com/office/drawing/2014/main" id="{E38C0413-1260-4F0A-BB60-B95E6A075430}"/>
                </a:ext>
              </a:extLst>
            </p:cNvPr>
            <p:cNvSpPr/>
            <p:nvPr/>
          </p:nvSpPr>
          <p:spPr>
            <a:xfrm>
              <a:off x="6183014" y="3546082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89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16538"/>
                  </a:lnTo>
                  <a:lnTo>
                    <a:pt x="74224" y="16538"/>
                  </a:lnTo>
                  <a:lnTo>
                    <a:pt x="74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3304;p64">
              <a:extLst>
                <a:ext uri="{FF2B5EF4-FFF2-40B4-BE49-F238E27FC236}">
                  <a16:creationId xmlns:a16="http://schemas.microsoft.com/office/drawing/2014/main" id="{D0C4C4BD-4509-4334-87B2-E98A12E25A2D}"/>
                </a:ext>
              </a:extLst>
            </p:cNvPr>
            <p:cNvSpPr/>
            <p:nvPr/>
          </p:nvSpPr>
          <p:spPr>
            <a:xfrm>
              <a:off x="6369599" y="3632438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3305;p64">
              <a:extLst>
                <a:ext uri="{FF2B5EF4-FFF2-40B4-BE49-F238E27FC236}">
                  <a16:creationId xmlns:a16="http://schemas.microsoft.com/office/drawing/2014/main" id="{DE390671-C6FB-4B40-9799-9446CA54D827}"/>
                </a:ext>
              </a:extLst>
            </p:cNvPr>
            <p:cNvSpPr/>
            <p:nvPr/>
          </p:nvSpPr>
          <p:spPr>
            <a:xfrm>
              <a:off x="6363760" y="36266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89"/>
                  </a:moveTo>
                  <a:lnTo>
                    <a:pt x="4206" y="7811"/>
                  </a:lnTo>
                  <a:lnTo>
                    <a:pt x="590" y="781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3306;p64">
              <a:extLst>
                <a:ext uri="{FF2B5EF4-FFF2-40B4-BE49-F238E27FC236}">
                  <a16:creationId xmlns:a16="http://schemas.microsoft.com/office/drawing/2014/main" id="{DD57A0D3-D0F9-4DAA-AC5B-1D8909E2AB6B}"/>
                </a:ext>
              </a:extLst>
            </p:cNvPr>
            <p:cNvSpPr/>
            <p:nvPr/>
          </p:nvSpPr>
          <p:spPr>
            <a:xfrm>
              <a:off x="6497202" y="3632438"/>
              <a:ext cx="83248" cy="154619"/>
            </a:xfrm>
            <a:custGeom>
              <a:avLst/>
              <a:gdLst/>
              <a:ahLst/>
              <a:cxnLst/>
              <a:rect l="l" t="t" r="r" b="b"/>
              <a:pathLst>
                <a:path w="4206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3307;p64">
              <a:extLst>
                <a:ext uri="{FF2B5EF4-FFF2-40B4-BE49-F238E27FC236}">
                  <a16:creationId xmlns:a16="http://schemas.microsoft.com/office/drawing/2014/main" id="{45760C8B-69E2-4D9E-A035-CFD5BD8EF20D}"/>
                </a:ext>
              </a:extLst>
            </p:cNvPr>
            <p:cNvSpPr/>
            <p:nvPr/>
          </p:nvSpPr>
          <p:spPr>
            <a:xfrm>
              <a:off x="6491383" y="3626619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89"/>
                  </a:moveTo>
                  <a:lnTo>
                    <a:pt x="4205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3308;p64">
              <a:extLst>
                <a:ext uri="{FF2B5EF4-FFF2-40B4-BE49-F238E27FC236}">
                  <a16:creationId xmlns:a16="http://schemas.microsoft.com/office/drawing/2014/main" id="{22B35D8A-8A7B-422B-9878-C80CD116A30B}"/>
                </a:ext>
              </a:extLst>
            </p:cNvPr>
            <p:cNvSpPr/>
            <p:nvPr/>
          </p:nvSpPr>
          <p:spPr>
            <a:xfrm>
              <a:off x="6624825" y="3632438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3309;p64">
              <a:extLst>
                <a:ext uri="{FF2B5EF4-FFF2-40B4-BE49-F238E27FC236}">
                  <a16:creationId xmlns:a16="http://schemas.microsoft.com/office/drawing/2014/main" id="{D060F234-E38E-425D-89F7-48DCC6A1C636}"/>
                </a:ext>
              </a:extLst>
            </p:cNvPr>
            <p:cNvSpPr/>
            <p:nvPr/>
          </p:nvSpPr>
          <p:spPr>
            <a:xfrm>
              <a:off x="6618986" y="36266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89"/>
                  </a:moveTo>
                  <a:lnTo>
                    <a:pt x="4204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0" y="0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3310;p64">
              <a:extLst>
                <a:ext uri="{FF2B5EF4-FFF2-40B4-BE49-F238E27FC236}">
                  <a16:creationId xmlns:a16="http://schemas.microsoft.com/office/drawing/2014/main" id="{047F7E4D-A286-49B2-84C6-83D10721C7C5}"/>
                </a:ext>
              </a:extLst>
            </p:cNvPr>
            <p:cNvSpPr/>
            <p:nvPr/>
          </p:nvSpPr>
          <p:spPr>
            <a:xfrm>
              <a:off x="6258938" y="3632438"/>
              <a:ext cx="66306" cy="154619"/>
            </a:xfrm>
            <a:custGeom>
              <a:avLst/>
              <a:gdLst/>
              <a:ahLst/>
              <a:cxnLst/>
              <a:rect l="l" t="t" r="r" b="b"/>
              <a:pathLst>
                <a:path w="3350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3311;p64">
              <a:extLst>
                <a:ext uri="{FF2B5EF4-FFF2-40B4-BE49-F238E27FC236}">
                  <a16:creationId xmlns:a16="http://schemas.microsoft.com/office/drawing/2014/main" id="{1ABB3BD8-12B0-4C0C-A2D5-21AAAC5B8361}"/>
                </a:ext>
              </a:extLst>
            </p:cNvPr>
            <p:cNvSpPr/>
            <p:nvPr/>
          </p:nvSpPr>
          <p:spPr>
            <a:xfrm>
              <a:off x="6253099" y="3626619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89"/>
                  </a:moveTo>
                  <a:lnTo>
                    <a:pt x="3349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3312;p64">
              <a:extLst>
                <a:ext uri="{FF2B5EF4-FFF2-40B4-BE49-F238E27FC236}">
                  <a16:creationId xmlns:a16="http://schemas.microsoft.com/office/drawing/2014/main" id="{8803462D-C66C-4E04-8448-7D7989E73E87}"/>
                </a:ext>
              </a:extLst>
            </p:cNvPr>
            <p:cNvSpPr/>
            <p:nvPr/>
          </p:nvSpPr>
          <p:spPr>
            <a:xfrm>
              <a:off x="6752407" y="3632438"/>
              <a:ext cx="510985" cy="154619"/>
            </a:xfrm>
            <a:custGeom>
              <a:avLst/>
              <a:gdLst/>
              <a:ahLst/>
              <a:cxnLst/>
              <a:rect l="l" t="t" r="r" b="b"/>
              <a:pathLst>
                <a:path w="25817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3313;p64">
              <a:extLst>
                <a:ext uri="{FF2B5EF4-FFF2-40B4-BE49-F238E27FC236}">
                  <a16:creationId xmlns:a16="http://schemas.microsoft.com/office/drawing/2014/main" id="{F969F330-EDAC-42CF-81C8-BCDE0C1DD842}"/>
                </a:ext>
              </a:extLst>
            </p:cNvPr>
            <p:cNvSpPr/>
            <p:nvPr/>
          </p:nvSpPr>
          <p:spPr>
            <a:xfrm>
              <a:off x="6746588" y="3626619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89"/>
                  </a:moveTo>
                  <a:lnTo>
                    <a:pt x="25817" y="7811"/>
                  </a:lnTo>
                  <a:lnTo>
                    <a:pt x="590" y="781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3314;p64">
              <a:extLst>
                <a:ext uri="{FF2B5EF4-FFF2-40B4-BE49-F238E27FC236}">
                  <a16:creationId xmlns:a16="http://schemas.microsoft.com/office/drawing/2014/main" id="{A2C71058-E77A-4023-9B43-B808A415760E}"/>
                </a:ext>
              </a:extLst>
            </p:cNvPr>
            <p:cNvSpPr/>
            <p:nvPr/>
          </p:nvSpPr>
          <p:spPr>
            <a:xfrm>
              <a:off x="7360475" y="3664046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2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2"/>
                    <a:pt x="3057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3315;p64">
              <a:extLst>
                <a:ext uri="{FF2B5EF4-FFF2-40B4-BE49-F238E27FC236}">
                  <a16:creationId xmlns:a16="http://schemas.microsoft.com/office/drawing/2014/main" id="{C3E6A61C-1D7F-4728-8897-19B4187CD3E6}"/>
                </a:ext>
              </a:extLst>
            </p:cNvPr>
            <p:cNvSpPr/>
            <p:nvPr/>
          </p:nvSpPr>
          <p:spPr>
            <a:xfrm>
              <a:off x="7354656" y="3658227"/>
              <a:ext cx="89582" cy="89602"/>
            </a:xfrm>
            <a:custGeom>
              <a:avLst/>
              <a:gdLst/>
              <a:ahLst/>
              <a:cxnLst/>
              <a:rect l="l" t="t" r="r" b="b"/>
              <a:pathLst>
                <a:path w="4526" h="4527" extrusionOk="0">
                  <a:moveTo>
                    <a:pt x="2263" y="590"/>
                  </a:moveTo>
                  <a:cubicBezTo>
                    <a:pt x="3187" y="591"/>
                    <a:pt x="3936" y="1340"/>
                    <a:pt x="3937" y="2263"/>
                  </a:cubicBezTo>
                  <a:cubicBezTo>
                    <a:pt x="3937" y="2941"/>
                    <a:pt x="3529" y="3551"/>
                    <a:pt x="2903" y="3809"/>
                  </a:cubicBezTo>
                  <a:cubicBezTo>
                    <a:pt x="2696" y="3895"/>
                    <a:pt x="2478" y="3937"/>
                    <a:pt x="2263" y="3937"/>
                  </a:cubicBezTo>
                  <a:cubicBezTo>
                    <a:pt x="1827" y="3937"/>
                    <a:pt x="1399" y="3767"/>
                    <a:pt x="1080" y="3447"/>
                  </a:cubicBezTo>
                  <a:cubicBezTo>
                    <a:pt x="600" y="2968"/>
                    <a:pt x="458" y="2248"/>
                    <a:pt x="717" y="1623"/>
                  </a:cubicBezTo>
                  <a:cubicBezTo>
                    <a:pt x="975" y="998"/>
                    <a:pt x="1586" y="590"/>
                    <a:pt x="2263" y="590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3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3316;p64">
              <a:extLst>
                <a:ext uri="{FF2B5EF4-FFF2-40B4-BE49-F238E27FC236}">
                  <a16:creationId xmlns:a16="http://schemas.microsoft.com/office/drawing/2014/main" id="{D02BC6DC-697B-49F3-958D-AE4AD84F6715}"/>
                </a:ext>
              </a:extLst>
            </p:cNvPr>
            <p:cNvSpPr/>
            <p:nvPr/>
          </p:nvSpPr>
          <p:spPr>
            <a:xfrm>
              <a:off x="7509989" y="3664046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3" y="1"/>
                  </a:moveTo>
                  <a:cubicBezTo>
                    <a:pt x="1611" y="1"/>
                    <a:pt x="1108" y="201"/>
                    <a:pt x="732" y="578"/>
                  </a:cubicBezTo>
                  <a:cubicBezTo>
                    <a:pt x="168" y="1140"/>
                    <a:pt x="1" y="1987"/>
                    <a:pt x="305" y="2722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1"/>
                  </a:cubicBezTo>
                  <a:cubicBezTo>
                    <a:pt x="2633" y="50"/>
                    <a:pt x="2377" y="1"/>
                    <a:pt x="2123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3317;p64">
              <a:extLst>
                <a:ext uri="{FF2B5EF4-FFF2-40B4-BE49-F238E27FC236}">
                  <a16:creationId xmlns:a16="http://schemas.microsoft.com/office/drawing/2014/main" id="{490D04B1-2D2D-4C8D-BBA1-E8772DFD990E}"/>
                </a:ext>
              </a:extLst>
            </p:cNvPr>
            <p:cNvSpPr/>
            <p:nvPr/>
          </p:nvSpPr>
          <p:spPr>
            <a:xfrm>
              <a:off x="7507237" y="3658227"/>
              <a:ext cx="89561" cy="89602"/>
            </a:xfrm>
            <a:custGeom>
              <a:avLst/>
              <a:gdLst/>
              <a:ahLst/>
              <a:cxnLst/>
              <a:rect l="l" t="t" r="r" b="b"/>
              <a:pathLst>
                <a:path w="4525" h="4527" extrusionOk="0">
                  <a:moveTo>
                    <a:pt x="2262" y="590"/>
                  </a:moveTo>
                  <a:cubicBezTo>
                    <a:pt x="3187" y="591"/>
                    <a:pt x="3935" y="1340"/>
                    <a:pt x="3936" y="2263"/>
                  </a:cubicBezTo>
                  <a:cubicBezTo>
                    <a:pt x="3936" y="2941"/>
                    <a:pt x="3528" y="3551"/>
                    <a:pt x="2903" y="3809"/>
                  </a:cubicBezTo>
                  <a:cubicBezTo>
                    <a:pt x="2696" y="3895"/>
                    <a:pt x="2478" y="3937"/>
                    <a:pt x="2262" y="3937"/>
                  </a:cubicBezTo>
                  <a:cubicBezTo>
                    <a:pt x="1827" y="3937"/>
                    <a:pt x="1399" y="3767"/>
                    <a:pt x="1079" y="3447"/>
                  </a:cubicBezTo>
                  <a:cubicBezTo>
                    <a:pt x="600" y="2968"/>
                    <a:pt x="456" y="2248"/>
                    <a:pt x="716" y="1623"/>
                  </a:cubicBezTo>
                  <a:cubicBezTo>
                    <a:pt x="975" y="998"/>
                    <a:pt x="1586" y="590"/>
                    <a:pt x="2262" y="590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3"/>
                  </a:cubicBezTo>
                  <a:cubicBezTo>
                    <a:pt x="0" y="3511"/>
                    <a:pt x="1016" y="4526"/>
                    <a:pt x="2262" y="4526"/>
                  </a:cubicBezTo>
                  <a:cubicBezTo>
                    <a:pt x="3510" y="4526"/>
                    <a:pt x="4525" y="3511"/>
                    <a:pt x="4525" y="2263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3318;p64">
              <a:extLst>
                <a:ext uri="{FF2B5EF4-FFF2-40B4-BE49-F238E27FC236}">
                  <a16:creationId xmlns:a16="http://schemas.microsoft.com/office/drawing/2014/main" id="{F081EA78-4E80-4A25-8E0E-F5265094BC61}"/>
                </a:ext>
              </a:extLst>
            </p:cNvPr>
            <p:cNvSpPr/>
            <p:nvPr/>
          </p:nvSpPr>
          <p:spPr>
            <a:xfrm>
              <a:off x="7133257" y="3664046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2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2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3319;p64">
              <a:extLst>
                <a:ext uri="{FF2B5EF4-FFF2-40B4-BE49-F238E27FC236}">
                  <a16:creationId xmlns:a16="http://schemas.microsoft.com/office/drawing/2014/main" id="{963A0E29-5D9D-4BF7-8EEE-BB2ED1F18998}"/>
                </a:ext>
              </a:extLst>
            </p:cNvPr>
            <p:cNvSpPr/>
            <p:nvPr/>
          </p:nvSpPr>
          <p:spPr>
            <a:xfrm>
              <a:off x="7127418" y="3658227"/>
              <a:ext cx="89602" cy="89602"/>
            </a:xfrm>
            <a:custGeom>
              <a:avLst/>
              <a:gdLst/>
              <a:ahLst/>
              <a:cxnLst/>
              <a:rect l="l" t="t" r="r" b="b"/>
              <a:pathLst>
                <a:path w="4527" h="4527" extrusionOk="0">
                  <a:moveTo>
                    <a:pt x="2263" y="590"/>
                  </a:moveTo>
                  <a:cubicBezTo>
                    <a:pt x="3187" y="591"/>
                    <a:pt x="3936" y="1339"/>
                    <a:pt x="3936" y="2263"/>
                  </a:cubicBezTo>
                  <a:cubicBezTo>
                    <a:pt x="3936" y="2940"/>
                    <a:pt x="3529" y="3551"/>
                    <a:pt x="2903" y="3809"/>
                  </a:cubicBezTo>
                  <a:cubicBezTo>
                    <a:pt x="2696" y="3895"/>
                    <a:pt x="2479" y="3937"/>
                    <a:pt x="2263" y="3937"/>
                  </a:cubicBezTo>
                  <a:cubicBezTo>
                    <a:pt x="1827" y="3937"/>
                    <a:pt x="1399" y="3767"/>
                    <a:pt x="1080" y="3447"/>
                  </a:cubicBezTo>
                  <a:cubicBezTo>
                    <a:pt x="601" y="2968"/>
                    <a:pt x="458" y="2249"/>
                    <a:pt x="717" y="1623"/>
                  </a:cubicBezTo>
                  <a:cubicBezTo>
                    <a:pt x="976" y="998"/>
                    <a:pt x="1586" y="590"/>
                    <a:pt x="2263" y="590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3"/>
                  </a:cubicBezTo>
                  <a:cubicBezTo>
                    <a:pt x="4526" y="1015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225563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278" y="204750"/>
            <a:ext cx="87099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kern="1200" dirty="0">
                <a:solidFill>
                  <a:schemeClr val="accent3"/>
                </a:solidFill>
                <a:latin typeface="+mj-lt"/>
              </a:rPr>
              <a:t>Добавление записей через </a:t>
            </a:r>
            <a:r>
              <a:rPr lang="en-US" sz="3600" kern="1200" dirty="0">
                <a:solidFill>
                  <a:schemeClr val="accent3"/>
                </a:solidFill>
                <a:latin typeface="+mj-lt"/>
              </a:rPr>
              <a:t>ORM</a:t>
            </a:r>
            <a:endParaRPr lang="ru-RU" sz="36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72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278" y="955270"/>
            <a:ext cx="6627753" cy="569605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ru-RU" sz="1100" dirty="0">
                <a:solidFill>
                  <a:srgbClr val="008000"/>
                </a:solidFill>
                <a:effectLst/>
                <a:latin typeface="+mn-lt"/>
              </a:rPr>
              <a:t># Добавление записей в таблицу ДолжностьОклад</a:t>
            </a:r>
            <a:r>
              <a:rPr lang="ru-RU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en-US" sz="11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FF"/>
                </a:solidFill>
                <a:effectLst/>
                <a:latin typeface="+mn-lt"/>
              </a:rPr>
              <a:t>def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100" dirty="0">
                <a:solidFill>
                  <a:srgbClr val="FF00FF"/>
                </a:solidFill>
                <a:effectLst/>
                <a:latin typeface="+mn-lt"/>
              </a:rPr>
              <a:t>insert_position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position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salary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):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add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PositionSalary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position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position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salary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salary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))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commit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()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spcBef>
                <a:spcPts val="0"/>
              </a:spcBef>
              <a:buNone/>
            </a:pPr>
            <a:endParaRPr lang="en-US" sz="1100" dirty="0">
              <a:solidFill>
                <a:srgbClr val="000000"/>
              </a:solidFill>
              <a:latin typeface="+mn-lt"/>
            </a:endParaRPr>
          </a:p>
          <a:p>
            <a:pPr>
              <a:spcBef>
                <a:spcPts val="0"/>
              </a:spcBef>
              <a:buNone/>
            </a:pPr>
            <a:r>
              <a:rPr lang="en-US" sz="1100" dirty="0">
                <a:solidFill>
                  <a:srgbClr val="008000"/>
                </a:solidFill>
                <a:effectLst/>
                <a:latin typeface="+mn-lt"/>
              </a:rPr>
              <a:t># </a:t>
            </a:r>
            <a:r>
              <a:rPr lang="ru-RU" sz="1100" dirty="0">
                <a:solidFill>
                  <a:srgbClr val="008000"/>
                </a:solidFill>
                <a:effectLst/>
                <a:latin typeface="+mn-lt"/>
              </a:rPr>
              <a:t>Добавление записей в таблицу Проекты </a:t>
            </a:r>
            <a:endParaRPr lang="en-US" sz="1100" dirty="0">
              <a:solidFill>
                <a:srgbClr val="008000"/>
              </a:solidFill>
              <a:effectLst/>
              <a:latin typeface="+mn-lt"/>
            </a:endParaRPr>
          </a:p>
          <a:p>
            <a:pPr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FF"/>
                </a:solidFill>
                <a:effectLst/>
                <a:latin typeface="+mn-lt"/>
              </a:rPr>
              <a:t>def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100" dirty="0">
                <a:solidFill>
                  <a:srgbClr val="FF00FF"/>
                </a:solidFill>
                <a:effectLst/>
                <a:latin typeface="+mn-lt"/>
              </a:rPr>
              <a:t>insert_project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name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):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p 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Project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name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name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add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p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commit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()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b="1" dirty="0">
                <a:solidFill>
                  <a:srgbClr val="0000FF"/>
                </a:solidFill>
                <a:effectLst/>
                <a:latin typeface="+mn-lt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p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id </a:t>
            </a:r>
          </a:p>
          <a:p>
            <a:pPr>
              <a:spcBef>
                <a:spcPts val="0"/>
              </a:spcBef>
              <a:buNone/>
            </a:pPr>
            <a:endParaRPr lang="en-US" sz="1100" dirty="0">
              <a:solidFill>
                <a:srgbClr val="000000"/>
              </a:solidFill>
              <a:latin typeface="+mn-lt"/>
            </a:endParaRPr>
          </a:p>
          <a:p>
            <a:pPr>
              <a:spcBef>
                <a:spcPts val="0"/>
              </a:spcBef>
              <a:buNone/>
            </a:pPr>
            <a:r>
              <a:rPr lang="en-US" sz="1100" dirty="0">
                <a:solidFill>
                  <a:srgbClr val="008000"/>
                </a:solidFill>
                <a:effectLst/>
                <a:latin typeface="+mn-lt"/>
              </a:rPr>
              <a:t># </a:t>
            </a:r>
            <a:r>
              <a:rPr lang="ru-RU" sz="1100" dirty="0">
                <a:solidFill>
                  <a:srgbClr val="008000"/>
                </a:solidFill>
                <a:effectLst/>
                <a:latin typeface="+mn-lt"/>
              </a:rPr>
              <a:t>Добавление записей в таблицу Сотрудники</a:t>
            </a:r>
            <a:r>
              <a:rPr lang="ru-RU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en-US" sz="11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FF"/>
                </a:solidFill>
                <a:effectLst/>
                <a:latin typeface="+mn-lt"/>
              </a:rPr>
              <a:t>def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100" dirty="0">
                <a:solidFill>
                  <a:srgbClr val="FF00FF"/>
                </a:solidFill>
                <a:effectLst/>
                <a:latin typeface="+mn-lt"/>
              </a:rPr>
              <a:t>insert_employee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name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position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bonus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login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password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):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e 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Employee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name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name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position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position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bonus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bonus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login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login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password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password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add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e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commit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()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b="1" dirty="0">
                <a:solidFill>
                  <a:srgbClr val="0000FF"/>
                </a:solidFill>
                <a:effectLst/>
                <a:latin typeface="+mn-lt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e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id </a:t>
            </a:r>
          </a:p>
          <a:p>
            <a:pPr>
              <a:spcBef>
                <a:spcPts val="0"/>
              </a:spcBef>
              <a:buNone/>
            </a:pPr>
            <a:endParaRPr lang="en-US" sz="1100" dirty="0">
              <a:solidFill>
                <a:srgbClr val="000000"/>
              </a:solidFill>
              <a:latin typeface="+mn-lt"/>
            </a:endParaRPr>
          </a:p>
          <a:p>
            <a:pPr>
              <a:spcBef>
                <a:spcPts val="0"/>
              </a:spcBef>
              <a:buNone/>
            </a:pPr>
            <a:r>
              <a:rPr lang="en-US" sz="1100" dirty="0">
                <a:solidFill>
                  <a:srgbClr val="008000"/>
                </a:solidFill>
                <a:effectLst/>
                <a:latin typeface="+mn-lt"/>
              </a:rPr>
              <a:t># </a:t>
            </a:r>
            <a:r>
              <a:rPr lang="ru-RU" sz="1100" dirty="0">
                <a:solidFill>
                  <a:srgbClr val="008000"/>
                </a:solidFill>
                <a:effectLst/>
                <a:latin typeface="+mn-lt"/>
              </a:rPr>
              <a:t>Добавление записей в таблицу СотрудникиПроекты</a:t>
            </a:r>
            <a:r>
              <a:rPr lang="ru-RU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en-US" sz="11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FF"/>
                </a:solidFill>
                <a:effectLst/>
                <a:latin typeface="+mn-lt"/>
              </a:rPr>
              <a:t>def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100" dirty="0">
                <a:solidFill>
                  <a:srgbClr val="FF00FF"/>
                </a:solidFill>
                <a:effectLst/>
                <a:latin typeface="+mn-lt"/>
              </a:rPr>
              <a:t>add_employee_to_project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employee_id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project_id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):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add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EmployeeProject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employee_id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employee_id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project_id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project_id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))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</a:rPr>
              <a:t>commit</a:t>
            </a:r>
            <a:r>
              <a:rPr lang="en-US" sz="1100" b="1" dirty="0">
                <a:solidFill>
                  <a:srgbClr val="000080"/>
                </a:solidFill>
                <a:effectLst/>
                <a:latin typeface="+mn-lt"/>
              </a:rPr>
              <a:t>()</a:t>
            </a:r>
            <a:endParaRPr lang="en-US" sz="11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993831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20" y="0"/>
            <a:ext cx="430759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307594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242199" y="1540699"/>
            <a:ext cx="343743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32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Создание и первичное наполнение БД через ORM</a:t>
            </a:r>
            <a:endParaRPr lang="ru-RU" sz="6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1491" y="101715"/>
            <a:ext cx="4913695" cy="569605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db_type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"sqlite"</a:t>
            </a:r>
            <a:endParaRPr lang="ru-RU" sz="1000" dirty="0">
              <a:solidFill>
                <a:srgbClr val="808080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db_name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en-US" sz="1000" dirty="0">
                <a:solidFill>
                  <a:srgbClr val="808080"/>
                </a:solidFill>
                <a:latin typeface="+mn-lt"/>
              </a:rPr>
              <a:t>example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.db"</a:t>
            </a:r>
            <a:endParaRPr lang="ru-RU" sz="1000" dirty="0">
              <a:solidFill>
                <a:srgbClr val="808080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db_exists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os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path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exists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db_name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</a:p>
          <a:p>
            <a:pPr>
              <a:buNone/>
            </a:pPr>
            <a:endParaRPr lang="en-US" sz="1000" b="1" dirty="0">
              <a:solidFill>
                <a:srgbClr val="000080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if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not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db_exists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with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DBClient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db_type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db_name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b="1" dirty="0">
                <a:solidFill>
                  <a:srgbClr val="0000FF"/>
                </a:solidFill>
                <a:effectLst/>
                <a:latin typeface="+mn-lt"/>
              </a:rPr>
              <a:t>as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dbc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dbc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create_schema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()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endParaRPr lang="en-US" sz="10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dbc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insert_position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ru-RU" sz="1000" dirty="0">
                <a:solidFill>
                  <a:srgbClr val="808080"/>
                </a:solidFill>
                <a:effectLst/>
                <a:latin typeface="+mn-lt"/>
              </a:rPr>
              <a:t>инженер"</a:t>
            </a:r>
            <a:r>
              <a:rPr lang="ru-RU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ru-RU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ru-RU" sz="1000" dirty="0">
                <a:solidFill>
                  <a:srgbClr val="FF0000"/>
                </a:solidFill>
                <a:effectLst/>
                <a:latin typeface="+mn-lt"/>
              </a:rPr>
              <a:t>50000</a:t>
            </a:r>
            <a:r>
              <a:rPr lang="ru-RU" sz="10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ru-RU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en-US" sz="10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dbc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insert_position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ru-RU" sz="1000" dirty="0">
                <a:solidFill>
                  <a:srgbClr val="808080"/>
                </a:solidFill>
                <a:effectLst/>
                <a:latin typeface="+mn-lt"/>
              </a:rPr>
              <a:t>старший инженер"</a:t>
            </a:r>
            <a:r>
              <a:rPr lang="ru-RU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ru-RU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ru-RU" sz="1000" dirty="0">
                <a:solidFill>
                  <a:srgbClr val="FF0000"/>
                </a:solidFill>
                <a:effectLst/>
                <a:latin typeface="+mn-lt"/>
              </a:rPr>
              <a:t>51000</a:t>
            </a:r>
            <a:r>
              <a:rPr lang="ru-RU" sz="10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ru-RU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en-US" sz="10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dbc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insert_position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ru-RU" sz="1000" dirty="0">
                <a:solidFill>
                  <a:srgbClr val="808080"/>
                </a:solidFill>
                <a:effectLst/>
                <a:latin typeface="+mn-lt"/>
              </a:rPr>
              <a:t>менеджер проекта"</a:t>
            </a:r>
            <a:r>
              <a:rPr lang="ru-RU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ru-RU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ru-RU" sz="1000" dirty="0">
                <a:solidFill>
                  <a:srgbClr val="FF0000"/>
                </a:solidFill>
                <a:effectLst/>
                <a:latin typeface="+mn-lt"/>
              </a:rPr>
              <a:t>100000</a:t>
            </a:r>
            <a:r>
              <a:rPr lang="ru-RU" sz="10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ru-RU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en-US" sz="10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endParaRPr lang="en-US" sz="100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pid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dbc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insert_project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ru-RU" sz="1000" dirty="0">
                <a:solidFill>
                  <a:srgbClr val="808080"/>
                </a:solidFill>
                <a:effectLst/>
                <a:latin typeface="+mn-lt"/>
              </a:rPr>
              <a:t>Важный"</a:t>
            </a:r>
            <a:r>
              <a:rPr lang="ru-RU" sz="10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ru-RU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en-US" sz="10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eid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dbc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insert_employee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ru-RU" sz="1000" dirty="0">
                <a:solidFill>
                  <a:srgbClr val="808080"/>
                </a:solidFill>
                <a:effectLst/>
                <a:latin typeface="+mn-lt"/>
              </a:rPr>
              <a:t>Иванов И.И."</a:t>
            </a:r>
            <a:r>
              <a:rPr lang="ru-RU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ru-RU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ru-RU" sz="1000" dirty="0">
                <a:solidFill>
                  <a:srgbClr val="808080"/>
                </a:solidFill>
                <a:effectLst/>
                <a:latin typeface="+mn-lt"/>
              </a:rPr>
              <a:t>"инженер"</a:t>
            </a:r>
            <a:r>
              <a:rPr lang="ru-RU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ru-RU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ru-RU" sz="1000" dirty="0">
                <a:solidFill>
                  <a:srgbClr val="FF0000"/>
                </a:solidFill>
                <a:effectLst/>
                <a:latin typeface="+mn-lt"/>
              </a:rPr>
              <a:t>30000</a:t>
            </a:r>
            <a:r>
              <a:rPr lang="ru-RU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ru-RU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ru-RU" sz="10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ivanovi"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"ivanov123"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endParaRPr lang="en-US" sz="1000" b="1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dbc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add_employee_to_project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eid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pid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endParaRPr lang="en-US" sz="100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eid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dbc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insert_employee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ru-RU" sz="1000" dirty="0">
                <a:solidFill>
                  <a:srgbClr val="808080"/>
                </a:solidFill>
                <a:effectLst/>
                <a:latin typeface="+mn-lt"/>
              </a:rPr>
              <a:t>Петров П.П."</a:t>
            </a:r>
            <a:r>
              <a:rPr lang="ru-RU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ru-RU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ru-RU" sz="1000" dirty="0">
                <a:solidFill>
                  <a:srgbClr val="808080"/>
                </a:solidFill>
                <a:effectLst/>
                <a:latin typeface="+mn-lt"/>
              </a:rPr>
              <a:t>"старший инженер"</a:t>
            </a:r>
            <a:r>
              <a:rPr lang="ru-RU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ru-RU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ru-RU" sz="1000" dirty="0">
                <a:solidFill>
                  <a:srgbClr val="FF0000"/>
                </a:solidFill>
                <a:effectLst/>
                <a:latin typeface="+mn-lt"/>
              </a:rPr>
              <a:t>50000</a:t>
            </a:r>
            <a:r>
              <a:rPr lang="ru-RU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ru-RU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ru-RU" sz="10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petrovp"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"p1e2t3"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endParaRPr lang="en-US" sz="1000" b="1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dbc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add_employee_to_project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eid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pid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endParaRPr lang="en-US" sz="100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pid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dbc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insert_project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ru-RU" sz="1000" dirty="0">
                <a:solidFill>
                  <a:srgbClr val="808080"/>
                </a:solidFill>
                <a:effectLst/>
                <a:latin typeface="+mn-lt"/>
              </a:rPr>
              <a:t>Срочный"</a:t>
            </a:r>
            <a:r>
              <a:rPr lang="ru-RU" sz="10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ru-RU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en-US" sz="10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dbc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add_employee_to_project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eid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pid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endParaRPr lang="en-US" sz="100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eid 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dbc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insert_employee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ru-RU" sz="1000" dirty="0">
                <a:solidFill>
                  <a:srgbClr val="808080"/>
                </a:solidFill>
                <a:effectLst/>
                <a:latin typeface="+mn-lt"/>
              </a:rPr>
              <a:t>Сидоров С.С."</a:t>
            </a:r>
            <a:r>
              <a:rPr lang="ru-RU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ru-RU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ru-RU" sz="1000" dirty="0">
                <a:solidFill>
                  <a:srgbClr val="808080"/>
                </a:solidFill>
                <a:effectLst/>
                <a:latin typeface="+mn-lt"/>
              </a:rPr>
              <a:t>"менеджер проекта"</a:t>
            </a:r>
            <a:r>
              <a:rPr lang="ru-RU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ru-RU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ru-RU" sz="1000" dirty="0">
                <a:solidFill>
                  <a:srgbClr val="FF0000"/>
                </a:solidFill>
                <a:effectLst/>
                <a:latin typeface="+mn-lt"/>
              </a:rPr>
              <a:t>30000</a:t>
            </a:r>
            <a:r>
              <a:rPr lang="ru-RU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ru-RU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ru-RU" sz="10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sidorovs"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00" dirty="0">
                <a:solidFill>
                  <a:srgbClr val="808080"/>
                </a:solidFill>
                <a:effectLst/>
                <a:latin typeface="+mn-lt"/>
              </a:rPr>
              <a:t>"zayka88"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endParaRPr lang="en-US" sz="1000" b="1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dbc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add_employee_to_project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eid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pid</a:t>
            </a:r>
            <a:r>
              <a:rPr lang="en-US" sz="10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en-US" sz="10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18695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20" y="0"/>
            <a:ext cx="430759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307594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242199" y="2033141"/>
            <a:ext cx="343743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32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Чтение данных через </a:t>
            </a:r>
            <a:r>
              <a:rPr lang="en-US" altLang="ru-RU" sz="32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ORM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2954" y="204746"/>
            <a:ext cx="4795962" cy="493875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950" dirty="0">
                <a:solidFill>
                  <a:srgbClr val="008000"/>
                </a:solidFill>
                <a:effectLst/>
                <a:latin typeface="+mn-lt"/>
              </a:rPr>
              <a:t># Проверка наличия пользователя в базе данных с указанным логином/паролем</a:t>
            </a:r>
            <a:r>
              <a:rPr lang="ru-RU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950" b="1" dirty="0">
                <a:solidFill>
                  <a:srgbClr val="0000FF"/>
                </a:solidFill>
                <a:effectLst/>
                <a:latin typeface="+mn-lt"/>
              </a:rPr>
              <a:t>def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950" dirty="0">
                <a:solidFill>
                  <a:srgbClr val="FF00FF"/>
                </a:solidFill>
                <a:effectLst/>
                <a:latin typeface="+mn-lt"/>
              </a:rPr>
              <a:t>authentication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login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password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):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950" b="1" dirty="0">
                <a:solidFill>
                  <a:srgbClr val="0000FF"/>
                </a:solidFill>
                <a:effectLst/>
                <a:latin typeface="+mn-lt"/>
              </a:rPr>
              <a:t>try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res 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self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query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Employee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id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Employee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name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ru-RU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Employee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position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EmployeeProject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project_id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).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\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join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EmployeeProject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EmployeeProject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employee_id 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==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Employee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id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).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\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filter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and_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Employee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login 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==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login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ru-RU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Employee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password 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==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password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)).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\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one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()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950" b="1" dirty="0">
                <a:solidFill>
                  <a:srgbClr val="0000FF"/>
                </a:solidFill>
                <a:effectLst/>
                <a:latin typeface="+mn-lt"/>
              </a:rPr>
              <a:t>return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res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950" b="1" dirty="0">
                <a:solidFill>
                  <a:srgbClr val="0000FF"/>
                </a:solidFill>
                <a:effectLst/>
                <a:latin typeface="+mn-lt"/>
              </a:rPr>
              <a:t>except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MultipleResultsFound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950" b="1" dirty="0">
                <a:solidFill>
                  <a:srgbClr val="0000FF"/>
                </a:solidFill>
                <a:effectLst/>
                <a:latin typeface="+mn-lt"/>
              </a:rPr>
              <a:t>print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50" dirty="0">
                <a:solidFill>
                  <a:srgbClr val="808080"/>
                </a:solidFill>
                <a:effectLst/>
                <a:latin typeface="+mn-lt"/>
              </a:rPr>
              <a:t>"Multiple Results Found"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950" b="1" dirty="0">
                <a:solidFill>
                  <a:srgbClr val="0000FF"/>
                </a:solidFill>
                <a:effectLst/>
                <a:latin typeface="+mn-lt"/>
              </a:rPr>
              <a:t>except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NoResultFound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950" b="1" dirty="0">
                <a:solidFill>
                  <a:srgbClr val="0000FF"/>
                </a:solidFill>
                <a:effectLst/>
                <a:latin typeface="+mn-lt"/>
              </a:rPr>
              <a:t>print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50" dirty="0">
                <a:solidFill>
                  <a:srgbClr val="808080"/>
                </a:solidFill>
                <a:effectLst/>
                <a:latin typeface="+mn-lt"/>
              </a:rPr>
              <a:t>"No Result Found"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950" b="1" dirty="0">
                <a:solidFill>
                  <a:srgbClr val="0000FF"/>
                </a:solidFill>
                <a:effectLst/>
                <a:latin typeface="+mn-lt"/>
              </a:rPr>
              <a:t>return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950" b="1" dirty="0">
                <a:solidFill>
                  <a:srgbClr val="0000FF"/>
                </a:solidFill>
                <a:effectLst/>
                <a:latin typeface="+mn-lt"/>
              </a:rPr>
              <a:t>None</a:t>
            </a:r>
            <a:endParaRPr lang="ru-RU" sz="950" b="1" dirty="0">
              <a:solidFill>
                <a:srgbClr val="0000FF"/>
              </a:solidFill>
              <a:effectLst/>
              <a:latin typeface="+mn-lt"/>
            </a:endParaRPr>
          </a:p>
          <a:p>
            <a:pPr>
              <a:buNone/>
            </a:pPr>
            <a:endParaRPr lang="ru-RU" sz="300" b="1" dirty="0">
              <a:solidFill>
                <a:srgbClr val="0000FF"/>
              </a:solidFill>
              <a:latin typeface="+mn-lt"/>
            </a:endParaRPr>
          </a:p>
          <a:p>
            <a:pPr>
              <a:buNone/>
            </a:pPr>
            <a:r>
              <a:rPr lang="en-US" sz="950" dirty="0">
                <a:solidFill>
                  <a:srgbClr val="008000"/>
                </a:solidFill>
                <a:effectLst/>
                <a:latin typeface="+mn-lt"/>
              </a:rPr>
              <a:t># </a:t>
            </a:r>
            <a:r>
              <a:rPr lang="ru-RU" sz="950" dirty="0">
                <a:solidFill>
                  <a:srgbClr val="008000"/>
                </a:solidFill>
                <a:effectLst/>
                <a:latin typeface="+mn-lt"/>
              </a:rPr>
              <a:t>Проверка наличия указанного сотрудника в указанном проекте</a:t>
            </a:r>
            <a:r>
              <a:rPr lang="ru-RU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950" b="1" dirty="0">
                <a:solidFill>
                  <a:srgbClr val="0000FF"/>
                </a:solidFill>
                <a:effectLst/>
                <a:latin typeface="+mn-lt"/>
              </a:rPr>
              <a:t>def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950" dirty="0">
                <a:solidFill>
                  <a:srgbClr val="FF00FF"/>
                </a:solidFill>
                <a:effectLst/>
                <a:latin typeface="+mn-lt"/>
              </a:rPr>
              <a:t>is_employee_in_project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employee_id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project_id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):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950" b="1" dirty="0">
                <a:solidFill>
                  <a:srgbClr val="0000FF"/>
                </a:solidFill>
                <a:effectLst/>
                <a:latin typeface="+mn-lt"/>
              </a:rPr>
              <a:t>try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res 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self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query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EmployeeProject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project_id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).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\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filter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and_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EmployeeProject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employee_id 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==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employee_id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ru-RU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EmployeeProject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project_id 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==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project_id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)).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\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one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()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950" b="1" dirty="0">
                <a:solidFill>
                  <a:srgbClr val="0000FF"/>
                </a:solidFill>
                <a:effectLst/>
                <a:latin typeface="+mn-lt"/>
              </a:rPr>
              <a:t>return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950" b="1" dirty="0">
                <a:solidFill>
                  <a:srgbClr val="0000FF"/>
                </a:solidFill>
                <a:effectLst/>
                <a:latin typeface="+mn-lt"/>
              </a:rPr>
              <a:t>True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950" b="1" dirty="0">
                <a:solidFill>
                  <a:srgbClr val="0000FF"/>
                </a:solidFill>
                <a:effectLst/>
                <a:latin typeface="+mn-lt"/>
              </a:rPr>
              <a:t>except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MultipleResultsFound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950" b="1" dirty="0">
                <a:solidFill>
                  <a:srgbClr val="0000FF"/>
                </a:solidFill>
                <a:effectLst/>
                <a:latin typeface="+mn-lt"/>
              </a:rPr>
              <a:t>print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50" dirty="0">
                <a:solidFill>
                  <a:srgbClr val="808080"/>
                </a:solidFill>
                <a:effectLst/>
                <a:latin typeface="+mn-lt"/>
              </a:rPr>
              <a:t>"Multiple Results Found"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950" b="1" dirty="0">
                <a:solidFill>
                  <a:srgbClr val="0000FF"/>
                </a:solidFill>
                <a:effectLst/>
                <a:latin typeface="+mn-lt"/>
              </a:rPr>
              <a:t>except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NoResultFound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950" b="1" dirty="0">
                <a:solidFill>
                  <a:srgbClr val="0000FF"/>
                </a:solidFill>
                <a:effectLst/>
                <a:latin typeface="+mn-lt"/>
              </a:rPr>
              <a:t>print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50" dirty="0">
                <a:solidFill>
                  <a:srgbClr val="808080"/>
                </a:solidFill>
                <a:effectLst/>
                <a:latin typeface="+mn-lt"/>
              </a:rPr>
              <a:t>"No Result Found"</a:t>
            </a:r>
            <a:r>
              <a:rPr lang="en-US" sz="95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5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950" b="1" dirty="0">
                <a:solidFill>
                  <a:srgbClr val="0000FF"/>
                </a:solidFill>
                <a:effectLst/>
                <a:latin typeface="+mn-lt"/>
              </a:rPr>
              <a:t>return</a:t>
            </a:r>
            <a:r>
              <a:rPr lang="en-US" sz="9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950" b="1" dirty="0">
                <a:solidFill>
                  <a:srgbClr val="0000FF"/>
                </a:solidFill>
                <a:effectLst/>
                <a:latin typeface="+mn-lt"/>
              </a:rPr>
              <a:t>None</a:t>
            </a:r>
            <a:endParaRPr lang="en-US" sz="95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115987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278" y="165229"/>
            <a:ext cx="87099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kern="1200" dirty="0">
                <a:solidFill>
                  <a:schemeClr val="accent3"/>
                </a:solidFill>
                <a:latin typeface="+mj-lt"/>
              </a:rPr>
              <a:t>Чтение данных через </a:t>
            </a:r>
            <a:r>
              <a:rPr lang="en-US" sz="4000" kern="1200" dirty="0">
                <a:solidFill>
                  <a:schemeClr val="accent3"/>
                </a:solidFill>
                <a:latin typeface="+mj-lt"/>
              </a:rPr>
              <a:t>ORM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278" y="851081"/>
            <a:ext cx="11417686" cy="569605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50" dirty="0">
                <a:solidFill>
                  <a:srgbClr val="008000"/>
                </a:solidFill>
                <a:effectLst/>
                <a:latin typeface="+mn-lt"/>
              </a:rPr>
              <a:t># Вывод информации по сотруднику (соединяем таблицы </a:t>
            </a:r>
            <a:r>
              <a:rPr lang="en-US" sz="1050" dirty="0">
                <a:solidFill>
                  <a:srgbClr val="008000"/>
                </a:solidFill>
                <a:effectLst/>
                <a:latin typeface="+mn-lt"/>
              </a:rPr>
              <a:t>Employees, PositionSalary)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50" b="1" dirty="0">
                <a:solidFill>
                  <a:srgbClr val="0000FF"/>
                </a:solidFill>
                <a:effectLst/>
                <a:latin typeface="+mn-lt"/>
              </a:rPr>
              <a:t>def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50" dirty="0">
                <a:solidFill>
                  <a:srgbClr val="FF00FF"/>
                </a:solidFill>
                <a:effectLst/>
                <a:latin typeface="+mn-lt"/>
              </a:rPr>
              <a:t>show_employee_info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employee_id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):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res 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self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query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Employee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id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Employee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name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50" b="1" dirty="0">
                <a:solidFill>
                  <a:srgbClr val="000000"/>
                </a:solidFill>
                <a:latin typeface="+mn-lt"/>
              </a:rPr>
              <a:t>                              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PositionSalary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salary 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+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Employee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bonus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).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label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50" dirty="0">
                <a:solidFill>
                  <a:srgbClr val="808080"/>
                </a:solidFill>
                <a:effectLst/>
                <a:latin typeface="+mn-lt"/>
              </a:rPr>
              <a:t>"Pay"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)).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\ </a:t>
            </a: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filter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and_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Employee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position 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==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PositionSalary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position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Employee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id 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==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employee_id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)).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\ </a:t>
            </a: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all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()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5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b="1" dirty="0">
                <a:solidFill>
                  <a:srgbClr val="0000FF"/>
                </a:solidFill>
                <a:effectLst/>
                <a:latin typeface="+mn-lt"/>
              </a:rPr>
              <a:t>print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5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ru-RU" sz="1050" dirty="0">
                <a:solidFill>
                  <a:srgbClr val="808080"/>
                </a:solidFill>
                <a:effectLst/>
                <a:latin typeface="+mn-lt"/>
              </a:rPr>
              <a:t>Информация для сотрудника:"</a:t>
            </a:r>
            <a:r>
              <a:rPr lang="ru-RU" sz="105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ru-RU" sz="10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en-US" sz="10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sz="105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b="1" dirty="0">
                <a:solidFill>
                  <a:srgbClr val="0000FF"/>
                </a:solidFill>
                <a:effectLst/>
                <a:latin typeface="+mn-lt"/>
              </a:rPr>
              <a:t>for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row </a:t>
            </a:r>
            <a:r>
              <a:rPr lang="en-US" sz="1050" b="1" dirty="0">
                <a:solidFill>
                  <a:srgbClr val="0000FF"/>
                </a:solidFill>
                <a:effectLst/>
                <a:latin typeface="+mn-lt"/>
              </a:rPr>
              <a:t>in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res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5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b="1" dirty="0">
                <a:solidFill>
                  <a:srgbClr val="0000FF"/>
                </a:solidFill>
                <a:effectLst/>
                <a:latin typeface="+mn-lt"/>
              </a:rPr>
              <a:t>print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row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5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b="1" dirty="0">
                <a:solidFill>
                  <a:srgbClr val="0000FF"/>
                </a:solidFill>
                <a:effectLst/>
                <a:latin typeface="+mn-lt"/>
              </a:rPr>
              <a:t>return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res</a:t>
            </a:r>
          </a:p>
          <a:p>
            <a:pPr>
              <a:buNone/>
            </a:pPr>
            <a:endParaRPr lang="en-US" sz="10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en-US" sz="1050" dirty="0">
                <a:solidFill>
                  <a:srgbClr val="008000"/>
                </a:solidFill>
                <a:effectLst/>
                <a:latin typeface="+mn-lt"/>
              </a:rPr>
              <a:t># </a:t>
            </a:r>
            <a:r>
              <a:rPr lang="ru-RU" sz="1050" dirty="0">
                <a:solidFill>
                  <a:srgbClr val="008000"/>
                </a:solidFill>
                <a:effectLst/>
                <a:latin typeface="+mn-lt"/>
              </a:rPr>
              <a:t>Вывод информации по проекту (соединяем таблицы </a:t>
            </a:r>
            <a:r>
              <a:rPr lang="en-US" sz="1050" dirty="0">
                <a:solidFill>
                  <a:srgbClr val="008000"/>
                </a:solidFill>
                <a:effectLst/>
                <a:latin typeface="+mn-lt"/>
              </a:rPr>
              <a:t>Employees, PositionSalary, EmployeeProject)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50" b="1" dirty="0">
                <a:solidFill>
                  <a:srgbClr val="0000FF"/>
                </a:solidFill>
                <a:effectLst/>
                <a:latin typeface="+mn-lt"/>
              </a:rPr>
              <a:t>def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50" dirty="0">
                <a:solidFill>
                  <a:srgbClr val="FF00FF"/>
                </a:solidFill>
                <a:effectLst/>
                <a:latin typeface="+mn-lt"/>
              </a:rPr>
              <a:t>show_manager_info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project_id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):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res 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self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query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Employee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id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Employee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name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PositionSalary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salary 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+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Employee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bonus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).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label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50" dirty="0">
                <a:solidFill>
                  <a:srgbClr val="808080"/>
                </a:solidFill>
                <a:effectLst/>
                <a:latin typeface="+mn-lt"/>
              </a:rPr>
              <a:t>"Pay"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)).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\</a:t>
            </a: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filter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and_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Employee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position 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==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PositionSalary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position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+mn-lt"/>
              </a:rPr>
              <a:t>                    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Employee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id 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==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EmployeeProject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employee_id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+mn-lt"/>
              </a:rPr>
              <a:t>                    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EmployeeProject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project_id 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==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project_id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)).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\ </a:t>
            </a: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all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()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5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b="1" dirty="0">
                <a:solidFill>
                  <a:srgbClr val="0000FF"/>
                </a:solidFill>
                <a:effectLst/>
                <a:latin typeface="+mn-lt"/>
              </a:rPr>
              <a:t>print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5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ru-RU" sz="1050" dirty="0">
                <a:solidFill>
                  <a:srgbClr val="808080"/>
                </a:solidFill>
                <a:effectLst/>
                <a:latin typeface="+mn-lt"/>
              </a:rPr>
              <a:t>Информация для менеджера:"</a:t>
            </a:r>
            <a:r>
              <a:rPr lang="ru-RU" sz="105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ru-RU" sz="105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en-US" sz="105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sz="105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b="1" dirty="0">
                <a:solidFill>
                  <a:srgbClr val="0000FF"/>
                </a:solidFill>
                <a:effectLst/>
                <a:latin typeface="+mn-lt"/>
              </a:rPr>
              <a:t>for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row </a:t>
            </a:r>
            <a:r>
              <a:rPr lang="en-US" sz="1050" b="1" dirty="0">
                <a:solidFill>
                  <a:srgbClr val="0000FF"/>
                </a:solidFill>
                <a:effectLst/>
                <a:latin typeface="+mn-lt"/>
              </a:rPr>
              <a:t>in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res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5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b="1" dirty="0">
                <a:solidFill>
                  <a:srgbClr val="0000FF"/>
                </a:solidFill>
                <a:effectLst/>
                <a:latin typeface="+mn-lt"/>
              </a:rPr>
              <a:t>print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row</a:t>
            </a:r>
            <a:r>
              <a:rPr lang="en-US" sz="105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sz="105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b="1" dirty="0">
                <a:solidFill>
                  <a:srgbClr val="0000FF"/>
                </a:solidFill>
                <a:effectLst/>
                <a:latin typeface="+mn-lt"/>
              </a:rPr>
              <a:t>return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</a:rPr>
              <a:t> res</a:t>
            </a:r>
            <a:endParaRPr lang="en-US" sz="105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70017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278" y="165229"/>
            <a:ext cx="87099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kern="1200" dirty="0">
                <a:solidFill>
                  <a:schemeClr val="accent3"/>
                </a:solidFill>
                <a:latin typeface="+mj-lt"/>
              </a:rPr>
              <a:t>Изменение данных через </a:t>
            </a:r>
            <a:r>
              <a:rPr lang="en-US" sz="4000" kern="1200" dirty="0">
                <a:solidFill>
                  <a:schemeClr val="accent3"/>
                </a:solidFill>
                <a:latin typeface="+mj-lt"/>
              </a:rPr>
              <a:t>ORM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278" y="1084433"/>
            <a:ext cx="5611210" cy="358367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dirty="0">
                <a:solidFill>
                  <a:srgbClr val="008000"/>
                </a:solidFill>
                <a:effectLst/>
                <a:latin typeface="+mn-lt"/>
              </a:rPr>
              <a:t># Изменение премии сотрудника</a:t>
            </a:r>
            <a:r>
              <a:rPr lang="ru-RU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b="1" dirty="0">
                <a:solidFill>
                  <a:srgbClr val="0000FF"/>
                </a:solidFill>
                <a:effectLst/>
                <a:latin typeface="+mn-lt"/>
              </a:rPr>
              <a:t>def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dirty="0">
                <a:solidFill>
                  <a:srgbClr val="FF00FF"/>
                </a:solidFill>
                <a:effectLst/>
                <a:latin typeface="+mn-lt"/>
              </a:rPr>
              <a:t>update_employee_bonus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employee_id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new_bonus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):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e 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self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query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Employee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).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get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employee_id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b="1" dirty="0">
                <a:solidFill>
                  <a:srgbClr val="0000FF"/>
                </a:solidFill>
                <a:effectLst/>
                <a:latin typeface="+mn-lt"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e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e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bonus 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new_bonus self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add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e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commit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()</a:t>
            </a:r>
            <a:endParaRPr lang="ru-RU" b="1" dirty="0">
              <a:solidFill>
                <a:srgbClr val="000080"/>
              </a:solidFill>
              <a:effectLst/>
              <a:latin typeface="+mn-lt"/>
            </a:endParaRPr>
          </a:p>
          <a:p>
            <a:pPr>
              <a:buNone/>
            </a:pPr>
            <a:endParaRPr lang="ru-RU" b="1" dirty="0">
              <a:solidFill>
                <a:srgbClr val="000080"/>
              </a:solidFill>
              <a:latin typeface="+mn-lt"/>
            </a:endParaRPr>
          </a:p>
          <a:p>
            <a:pPr>
              <a:buNone/>
            </a:pPr>
            <a:r>
              <a:rPr lang="en-US" dirty="0">
                <a:solidFill>
                  <a:srgbClr val="008000"/>
                </a:solidFill>
                <a:effectLst/>
                <a:latin typeface="+mn-lt"/>
              </a:rPr>
              <a:t># </a:t>
            </a:r>
            <a:r>
              <a:rPr lang="ru-RU" dirty="0">
                <a:solidFill>
                  <a:srgbClr val="008000"/>
                </a:solidFill>
                <a:effectLst/>
                <a:latin typeface="+mn-lt"/>
              </a:rPr>
              <a:t>Удаление сотрудника из проекта (но не из базы данных)</a:t>
            </a:r>
            <a:r>
              <a:rPr lang="ru-RU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en-US" b="1" dirty="0">
                <a:solidFill>
                  <a:srgbClr val="0000FF"/>
                </a:solidFill>
                <a:effectLst/>
                <a:latin typeface="+mn-lt"/>
              </a:rPr>
              <a:t>def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dirty="0">
                <a:solidFill>
                  <a:srgbClr val="FF00FF"/>
                </a:solidFill>
                <a:effectLst/>
                <a:latin typeface="+mn-lt"/>
              </a:rPr>
              <a:t>delete_employee_from_project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employee_id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project_id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):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ep 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self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query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EmployeeProject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).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get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((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employee_id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project_id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))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b="1" dirty="0">
                <a:solidFill>
                  <a:srgbClr val="0000FF"/>
                </a:solidFill>
                <a:effectLst/>
                <a:latin typeface="+mn-lt"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ep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delete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ep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self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_session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commit</a:t>
            </a:r>
            <a:r>
              <a:rPr lang="en-US" b="1" dirty="0">
                <a:solidFill>
                  <a:srgbClr val="000080"/>
                </a:solidFill>
                <a:effectLst/>
                <a:latin typeface="+mn-lt"/>
              </a:rPr>
              <a:t>()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en-US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066129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20" y="0"/>
            <a:ext cx="430759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307594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242199" y="1540699"/>
            <a:ext cx="343743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32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Решение задачи через ORM (альтернативная версия)</a:t>
            </a:r>
            <a:endParaRPr lang="en-US" altLang="ru-RU" sz="3200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5389" y="375616"/>
            <a:ext cx="4748442" cy="43922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900" b="1" dirty="0">
                <a:solidFill>
                  <a:srgbClr val="0000FF"/>
                </a:solidFill>
                <a:effectLst/>
                <a:latin typeface="+mn-lt"/>
              </a:rPr>
              <a:t>with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DBClient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db_type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db_name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900" b="1" dirty="0">
                <a:solidFill>
                  <a:srgbClr val="0000FF"/>
                </a:solidFill>
                <a:effectLst/>
                <a:latin typeface="+mn-lt"/>
              </a:rPr>
              <a:t>as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dbc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res 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ru-RU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dbc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authentication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login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pwd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900" b="1" dirty="0">
                <a:solidFill>
                  <a:srgbClr val="0000FF"/>
                </a:solidFill>
                <a:effectLst/>
                <a:latin typeface="+mn-lt"/>
              </a:rPr>
              <a:t>if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res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user 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res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_asdict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()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900" b="1" dirty="0">
                <a:solidFill>
                  <a:srgbClr val="0000FF"/>
                </a:solidFill>
                <a:effectLst/>
                <a:latin typeface="+mn-lt"/>
              </a:rPr>
              <a:t>print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00" dirty="0">
                <a:solidFill>
                  <a:srgbClr val="808080"/>
                </a:solidFill>
                <a:latin typeface="+mn-lt"/>
              </a:rPr>
              <a:t>f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ru-RU" sz="900" dirty="0">
                <a:solidFill>
                  <a:srgbClr val="808080"/>
                </a:solidFill>
                <a:effectLst/>
                <a:latin typeface="+mn-lt"/>
              </a:rPr>
              <a:t>Здравствуйте, {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user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[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'name'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]</a:t>
            </a:r>
            <a:r>
              <a:rPr lang="ru-RU" sz="900" dirty="0">
                <a:solidFill>
                  <a:srgbClr val="808080"/>
                </a:solidFill>
                <a:effectLst/>
                <a:latin typeface="+mn-lt"/>
              </a:rPr>
              <a:t>}"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900" b="1" dirty="0">
                <a:solidFill>
                  <a:srgbClr val="0000FF"/>
                </a:solidFill>
                <a:effectLst/>
                <a:latin typeface="+mn-lt"/>
              </a:rPr>
              <a:t>if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user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[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'position'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]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==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ru-RU" sz="900" dirty="0">
                <a:solidFill>
                  <a:srgbClr val="808080"/>
                </a:solidFill>
                <a:effectLst/>
                <a:latin typeface="+mn-lt"/>
              </a:rPr>
              <a:t>менеджер проекта"</a:t>
            </a:r>
            <a:r>
              <a:rPr lang="ru-RU" sz="9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ru-RU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ru-RU" sz="9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dbc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show_manager_info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user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[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'project_id'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])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id_upd 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int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input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ru-RU" sz="900" dirty="0">
                <a:solidFill>
                  <a:srgbClr val="808080"/>
                </a:solidFill>
                <a:effectLst/>
                <a:latin typeface="+mn-lt"/>
              </a:rPr>
              <a:t>Изменение премии. 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ID </a:t>
            </a:r>
            <a:r>
              <a:rPr lang="ru-RU" sz="900" dirty="0">
                <a:solidFill>
                  <a:srgbClr val="808080"/>
                </a:solidFill>
                <a:effectLst/>
                <a:latin typeface="+mn-lt"/>
              </a:rPr>
              <a:t>сотрудника (0 - отмена): "</a:t>
            </a:r>
            <a:r>
              <a:rPr lang="ru-RU" sz="900" b="1" dirty="0">
                <a:solidFill>
                  <a:srgbClr val="000080"/>
                </a:solidFill>
                <a:effectLst/>
                <a:latin typeface="+mn-lt"/>
              </a:rPr>
              <a:t>))</a:t>
            </a:r>
            <a:r>
              <a:rPr lang="ru-RU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ru-RU" sz="900" b="1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900" b="1" dirty="0">
                <a:solidFill>
                  <a:srgbClr val="0000FF"/>
                </a:solidFill>
                <a:effectLst/>
                <a:latin typeface="+mn-lt"/>
              </a:rPr>
              <a:t>if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id_upd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00" b="1" dirty="0">
                <a:solidFill>
                  <a:srgbClr val="000000"/>
                </a:solidFill>
                <a:latin typeface="+mn-lt"/>
              </a:rPr>
              <a:t>                </a:t>
            </a:r>
            <a:r>
              <a:rPr lang="en-US" sz="900" b="1" dirty="0">
                <a:solidFill>
                  <a:srgbClr val="0000FF"/>
                </a:solidFill>
                <a:effectLst/>
                <a:latin typeface="+mn-lt"/>
              </a:rPr>
              <a:t>if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id_upd 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!=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user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[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'id'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]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sz="900" b="1" dirty="0">
                <a:solidFill>
                  <a:srgbClr val="0000FF"/>
                </a:solidFill>
                <a:effectLst/>
                <a:latin typeface="+mn-lt"/>
              </a:rPr>
              <a:t>and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dbc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is_employee_in_project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id_upd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user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[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'project_id'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])):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00" dirty="0">
                <a:solidFill>
                  <a:srgbClr val="000000"/>
                </a:solidFill>
                <a:effectLst/>
                <a:latin typeface="+mn-lt"/>
              </a:rPr>
              <a:t>                    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new_bonus 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input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ru-RU" sz="900" dirty="0">
                <a:solidFill>
                  <a:srgbClr val="808080"/>
                </a:solidFill>
                <a:effectLst/>
                <a:latin typeface="+mn-lt"/>
              </a:rPr>
              <a:t>Новая премия: "</a:t>
            </a:r>
            <a:r>
              <a:rPr lang="ru-RU" sz="9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ru-RU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ru-RU" sz="900" dirty="0">
                <a:solidFill>
                  <a:srgbClr val="000000"/>
                </a:solidFill>
                <a:latin typeface="+mn-lt"/>
              </a:rPr>
              <a:t>                    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dbc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update_employee_bonus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id_upd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new_bonus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00" dirty="0">
                <a:solidFill>
                  <a:srgbClr val="000000"/>
                </a:solidFill>
                <a:latin typeface="+mn-lt"/>
              </a:rPr>
              <a:t>                    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dbc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show_manager_info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user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[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'project_id'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])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00" b="1" dirty="0">
                <a:solidFill>
                  <a:srgbClr val="000000"/>
                </a:solidFill>
                <a:latin typeface="+mn-lt"/>
              </a:rPr>
              <a:t>                </a:t>
            </a:r>
            <a:r>
              <a:rPr lang="en-US" sz="900" b="1" dirty="0">
                <a:solidFill>
                  <a:srgbClr val="0000FF"/>
                </a:solidFill>
                <a:effectLst/>
                <a:latin typeface="+mn-lt"/>
              </a:rPr>
              <a:t>else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00" b="1" dirty="0">
                <a:solidFill>
                  <a:srgbClr val="000000"/>
                </a:solidFill>
                <a:latin typeface="+mn-lt"/>
              </a:rPr>
              <a:t>                    </a:t>
            </a:r>
            <a:r>
              <a:rPr lang="en-US" sz="900" b="1" dirty="0">
                <a:solidFill>
                  <a:srgbClr val="0000FF"/>
                </a:solidFill>
                <a:effectLst/>
                <a:latin typeface="+mn-lt"/>
              </a:rPr>
              <a:t>print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ru-RU" sz="900" dirty="0">
                <a:solidFill>
                  <a:srgbClr val="808080"/>
                </a:solidFill>
                <a:effectLst/>
                <a:latin typeface="+mn-lt"/>
              </a:rPr>
              <a:t>Невозможно изменить премию для данного сотрудника"</a:t>
            </a:r>
            <a:r>
              <a:rPr lang="ru-RU" sz="9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ru-RU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ru-RU" sz="9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id_del 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=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int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input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ru-RU" sz="900" dirty="0">
                <a:solidFill>
                  <a:srgbClr val="808080"/>
                </a:solidFill>
                <a:effectLst/>
                <a:latin typeface="+mn-lt"/>
              </a:rPr>
              <a:t>Удаление сотрудника. 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ID </a:t>
            </a:r>
            <a:r>
              <a:rPr lang="ru-RU" sz="900" dirty="0">
                <a:solidFill>
                  <a:srgbClr val="808080"/>
                </a:solidFill>
                <a:effectLst/>
                <a:latin typeface="+mn-lt"/>
              </a:rPr>
              <a:t>сотрудника (0 - отмена): "</a:t>
            </a:r>
            <a:r>
              <a:rPr lang="ru-RU" sz="900" b="1" dirty="0">
                <a:solidFill>
                  <a:srgbClr val="000080"/>
                </a:solidFill>
                <a:effectLst/>
                <a:latin typeface="+mn-lt"/>
              </a:rPr>
              <a:t>))</a:t>
            </a:r>
            <a:r>
              <a:rPr lang="ru-RU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ru-RU" sz="900" b="1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900" b="1" dirty="0">
                <a:solidFill>
                  <a:srgbClr val="0000FF"/>
                </a:solidFill>
                <a:effectLst/>
                <a:latin typeface="+mn-lt"/>
              </a:rPr>
              <a:t>if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id_del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00" b="1" dirty="0">
                <a:solidFill>
                  <a:srgbClr val="000000"/>
                </a:solidFill>
                <a:latin typeface="+mn-lt"/>
              </a:rPr>
              <a:t>                </a:t>
            </a:r>
            <a:r>
              <a:rPr lang="en-US" sz="900" b="1" dirty="0">
                <a:solidFill>
                  <a:srgbClr val="0000FF"/>
                </a:solidFill>
                <a:effectLst/>
                <a:latin typeface="+mn-lt"/>
              </a:rPr>
              <a:t>if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id_del 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!=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user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[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'id'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]: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00" dirty="0">
                <a:solidFill>
                  <a:srgbClr val="000000"/>
                </a:solidFill>
                <a:latin typeface="+mn-lt"/>
              </a:rPr>
              <a:t>                    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dbc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delete_employee_from_project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id_del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,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user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[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'project_id'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])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00" dirty="0">
                <a:solidFill>
                  <a:srgbClr val="000000"/>
                </a:solidFill>
                <a:latin typeface="+mn-lt"/>
              </a:rPr>
              <a:t>                    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dbc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show_manager_info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user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[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'project_id'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])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00" b="1" dirty="0">
                <a:solidFill>
                  <a:srgbClr val="000000"/>
                </a:solidFill>
                <a:latin typeface="+mn-lt"/>
              </a:rPr>
              <a:t>                </a:t>
            </a:r>
            <a:r>
              <a:rPr lang="en-US" sz="900" b="1" dirty="0">
                <a:solidFill>
                  <a:srgbClr val="0000FF"/>
                </a:solidFill>
                <a:effectLst/>
                <a:latin typeface="+mn-lt"/>
              </a:rPr>
              <a:t>else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00" b="1" dirty="0">
                <a:solidFill>
                  <a:srgbClr val="000000"/>
                </a:solidFill>
                <a:latin typeface="+mn-lt"/>
              </a:rPr>
              <a:t>                    </a:t>
            </a:r>
            <a:r>
              <a:rPr lang="en-US" sz="900" b="1" dirty="0">
                <a:solidFill>
                  <a:srgbClr val="0000FF"/>
                </a:solidFill>
                <a:effectLst/>
                <a:latin typeface="+mn-lt"/>
              </a:rPr>
              <a:t>print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ru-RU" sz="900" dirty="0">
                <a:solidFill>
                  <a:srgbClr val="808080"/>
                </a:solidFill>
                <a:effectLst/>
                <a:latin typeface="+mn-lt"/>
              </a:rPr>
              <a:t>Невозможно удалить данного сотрудника из проекта"</a:t>
            </a:r>
            <a:r>
              <a:rPr lang="ru-RU" sz="9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ru-RU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</a:p>
          <a:p>
            <a:pPr>
              <a:buNone/>
            </a:pPr>
            <a:r>
              <a:rPr lang="ru-RU" sz="9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900" b="1" dirty="0">
                <a:solidFill>
                  <a:srgbClr val="0000FF"/>
                </a:solidFill>
                <a:effectLst/>
                <a:latin typeface="+mn-lt"/>
              </a:rPr>
              <a:t>else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dbc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.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show_employee_info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user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[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'id'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])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latin typeface="+mn-lt"/>
            </a:endParaRPr>
          </a:p>
          <a:p>
            <a:pPr>
              <a:buNone/>
            </a:pPr>
            <a:r>
              <a:rPr lang="ru-RU" sz="900" b="1" dirty="0">
                <a:solidFill>
                  <a:srgbClr val="000000"/>
                </a:solidFill>
                <a:effectLst/>
                <a:latin typeface="+mn-lt"/>
              </a:rPr>
              <a:t>    </a:t>
            </a:r>
            <a:r>
              <a:rPr lang="en-US" sz="900" b="1" dirty="0">
                <a:solidFill>
                  <a:srgbClr val="0000FF"/>
                </a:solidFill>
                <a:effectLst/>
                <a:latin typeface="+mn-lt"/>
              </a:rPr>
              <a:t>else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:</a:t>
            </a:r>
            <a:r>
              <a:rPr lang="en-US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solidFill>
                <a:srgbClr val="000000"/>
              </a:solidFill>
              <a:effectLst/>
              <a:latin typeface="+mn-lt"/>
            </a:endParaRPr>
          </a:p>
          <a:p>
            <a:pPr>
              <a:buNone/>
            </a:pPr>
            <a:r>
              <a:rPr lang="ru-RU" sz="9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900" b="1" dirty="0">
                <a:solidFill>
                  <a:srgbClr val="0000FF"/>
                </a:solidFill>
                <a:effectLst/>
                <a:latin typeface="+mn-lt"/>
              </a:rPr>
              <a:t>print</a:t>
            </a:r>
            <a:r>
              <a:rPr lang="en-US" sz="900" b="1" dirty="0">
                <a:solidFill>
                  <a:srgbClr val="000080"/>
                </a:solidFill>
                <a:effectLst/>
                <a:latin typeface="+mn-lt"/>
              </a:rPr>
              <a:t>(</a:t>
            </a:r>
            <a:r>
              <a:rPr lang="en-US" sz="900" dirty="0">
                <a:solidFill>
                  <a:srgbClr val="808080"/>
                </a:solidFill>
                <a:effectLst/>
                <a:latin typeface="+mn-lt"/>
              </a:rPr>
              <a:t>"</a:t>
            </a:r>
            <a:r>
              <a:rPr lang="ru-RU" sz="900" dirty="0">
                <a:solidFill>
                  <a:srgbClr val="808080"/>
                </a:solidFill>
                <a:effectLst/>
                <a:latin typeface="+mn-lt"/>
              </a:rPr>
              <a:t>Доступ запрещен"</a:t>
            </a:r>
            <a:r>
              <a:rPr lang="ru-RU" sz="900" b="1" dirty="0">
                <a:solidFill>
                  <a:srgbClr val="000080"/>
                </a:solidFill>
                <a:effectLst/>
                <a:latin typeface="+mn-lt"/>
              </a:rPr>
              <a:t>)</a:t>
            </a:r>
            <a:r>
              <a:rPr lang="ru-RU" sz="900" dirty="0">
                <a:solidFill>
                  <a:srgbClr val="000000"/>
                </a:solidFill>
                <a:effectLst/>
                <a:latin typeface="+mn-lt"/>
              </a:rPr>
              <a:t> </a:t>
            </a:r>
            <a:endParaRPr lang="ru-RU" sz="9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3716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20" y="0"/>
            <a:ext cx="430759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307594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242199" y="1786920"/>
            <a:ext cx="343743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32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Тестирование альтернативной версии</a:t>
            </a:r>
            <a:endParaRPr lang="en-US" altLang="ru-RU" sz="3200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4140" y="166095"/>
            <a:ext cx="4597658" cy="44540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__________________________________________________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Логин: </a:t>
            </a: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sidorovs</a:t>
            </a:r>
            <a:b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Пароль: </a:t>
            </a: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zayka88</a:t>
            </a:r>
            <a:b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Здравствуйте, Сидоров С.С.</a:t>
            </a:r>
            <a:b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Информация для менеджера:</a:t>
            </a:r>
            <a:b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(</a:t>
            </a:r>
            <a: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2, 'Петров П.П.', 101000)</a:t>
            </a:r>
            <a:b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</a:br>
            <a: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(3, 'Сидоров С.С.', 130000)</a:t>
            </a:r>
            <a:b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</a:br>
            <a: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Изменение премии. ID сотрудника (0 - отмена)</a:t>
            </a: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: </a:t>
            </a: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b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Новая премия: </a:t>
            </a: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60000</a:t>
            </a:r>
            <a:b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Информация для менеджера:</a:t>
            </a:r>
            <a:b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(2, 'Петров П.П.', 111000)</a:t>
            </a:r>
            <a:b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</a:br>
            <a: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(3, 'Сидоров С.С.', 130000)</a:t>
            </a:r>
            <a:b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</a:br>
            <a: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Удаление сотрудника. ID сотрудника (0 - отмена)</a:t>
            </a: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:</a:t>
            </a: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altLang="ru-RU" sz="1200" dirty="0">
              <a:solidFill>
                <a:srgbClr val="008000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__________________________________________________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Логин: </a:t>
            </a: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sidorovs</a:t>
            </a:r>
            <a:b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Пароль: </a:t>
            </a: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zayka88</a:t>
            </a:r>
            <a:b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Здравствуйте, Сидоров С.С.</a:t>
            </a:r>
            <a:b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Информация для менеджера:</a:t>
            </a:r>
            <a:b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</a:br>
            <a: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(2, 'Петров П.П.', 111000)</a:t>
            </a:r>
            <a:b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</a:br>
            <a: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(3, 'Сидоров С.С.', 130000)</a:t>
            </a:r>
            <a:b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</a:br>
            <a: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Изменение премии. ID сотрудника (0 - отмена)</a:t>
            </a: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: </a:t>
            </a: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b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Удаление сотрудника. ID сотрудника (0 - отмена)</a:t>
            </a: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  <a:t>: </a:t>
            </a:r>
            <a: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br>
              <a:rPr kumimoji="0" lang="ru-RU" alt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Courier New" panose="02070309020205020404" pitchFamily="49" charset="0"/>
              </a:rPr>
            </a:br>
            <a: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Информация для менеджера:</a:t>
            </a:r>
            <a:b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</a:br>
            <a:r>
              <a:rPr lang="ru-RU" altLang="ru-RU" sz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(3, 'Сидоров С.С.', 130000)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2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17935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70362" y="246779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bg1"/>
                </a:solidFill>
                <a:latin typeface="+mn-lt"/>
              </a:rPr>
              <a:t>Практика</a:t>
            </a:r>
            <a:endParaRPr lang="ru-RU" sz="32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65906" y="978655"/>
            <a:ext cx="8085214" cy="3897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spcBef>
                <a:spcPts val="600"/>
              </a:spcBef>
              <a:buClr>
                <a:schemeClr val="accent6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+mn-lt"/>
              </a:rPr>
              <a:t>Написать 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класс-обертку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 над 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SQLite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 (с возможностями менеджера контекста), которая может на вход принимать строки 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SQL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 запросов и возвращать данные в формате 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json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. Класс должен иметь, как минимум, методы 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select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 и 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execute</a:t>
            </a:r>
          </a:p>
          <a:p>
            <a:pPr marL="228600" indent="-228600">
              <a:spcBef>
                <a:spcPts val="600"/>
              </a:spcBef>
              <a:buClr>
                <a:schemeClr val="accent6"/>
              </a:buClr>
              <a:buFont typeface="+mj-lt"/>
              <a:buAutoNum type="arabicPeriod"/>
            </a:pPr>
            <a:endParaRPr lang="ru-RU" sz="100" dirty="0">
              <a:solidFill>
                <a:schemeClr val="bg1"/>
              </a:solidFill>
              <a:latin typeface="+mn-lt"/>
            </a:endParaRPr>
          </a:p>
          <a:p>
            <a:pPr marL="228600" indent="-228600">
              <a:spcBef>
                <a:spcPts val="600"/>
              </a:spcBef>
              <a:buClr>
                <a:schemeClr val="accent6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+mn-lt"/>
              </a:rPr>
              <a:t>Написать 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скрипт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, работающий под 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SQLite/MySQL/PostgreSQL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, который создает 3 сущности: производители, покупатели, товары. Необходимо добавить </a:t>
            </a:r>
            <a:r>
              <a:rPr lang="ru-RU" b="1" dirty="0">
                <a:solidFill>
                  <a:schemeClr val="bg1"/>
                </a:solidFill>
                <a:latin typeface="+mn-lt"/>
              </a:rPr>
              <a:t>демо-данные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 и выполнить следующие выборки:</a:t>
            </a:r>
          </a:p>
          <a:p>
            <a:pPr marL="228600" indent="-228600">
              <a:spcBef>
                <a:spcPts val="600"/>
              </a:spcBef>
              <a:buClr>
                <a:schemeClr val="accent6"/>
              </a:buClr>
              <a:buFont typeface="+mj-lt"/>
              <a:buAutoNum type="arabicPeriod"/>
            </a:pPr>
            <a:endParaRPr lang="ru-RU" sz="100" dirty="0">
              <a:solidFill>
                <a:schemeClr val="bg1"/>
              </a:solidFill>
              <a:latin typeface="+mn-lt"/>
            </a:endParaRPr>
          </a:p>
          <a:p>
            <a:pPr marL="914400" lvl="1" indent="-171450">
              <a:lnSpc>
                <a:spcPct val="130000"/>
              </a:lnSpc>
              <a:spcBef>
                <a:spcPts val="6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+mn-lt"/>
              </a:rPr>
              <a:t>найти всех производителей у которых более 2 товаров по цене 10 долларов и ниже</a:t>
            </a:r>
          </a:p>
          <a:p>
            <a:pPr marL="914400" lvl="1" indent="-171450">
              <a:lnSpc>
                <a:spcPct val="130000"/>
              </a:lnSpc>
              <a:spcBef>
                <a:spcPts val="6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+mn-lt"/>
              </a:rPr>
              <a:t>найти всех покупателей, которые делали заказы, и сгруппировать их по компаниям производителей чьи товары покупались</a:t>
            </a:r>
          </a:p>
          <a:p>
            <a:pPr marL="914400" lvl="1" indent="-171450">
              <a:lnSpc>
                <a:spcPct val="130000"/>
              </a:lnSpc>
              <a:spcBef>
                <a:spcPts val="6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+mn-lt"/>
              </a:rPr>
              <a:t>найти самые популярные товары у каждого производителя и указать сколько таких товаров было куплено</a:t>
            </a:r>
          </a:p>
          <a:p>
            <a:pPr marL="914400" lvl="1" indent="-171450">
              <a:lnSpc>
                <a:spcPct val="130000"/>
              </a:lnSpc>
              <a:spcBef>
                <a:spcPts val="6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+mn-lt"/>
              </a:rPr>
              <a:t>найти всех производителей товаров, которые продавались, с указанием их выручек по каждому виду товара и те, которые еще не продавались</a:t>
            </a:r>
          </a:p>
        </p:txBody>
      </p:sp>
    </p:spTree>
    <p:extLst>
      <p:ext uri="{BB962C8B-B14F-4D97-AF65-F5344CB8AC3E}">
        <p14:creationId xmlns:p14="http://schemas.microsoft.com/office/powerpoint/2010/main" val="3173298353"/>
      </p:ext>
    </p:extLst>
  </p:cSld>
  <p:clrMapOvr>
    <a:masterClrMapping/>
  </p:clrMapOvr>
</p:sld>
</file>

<file path=ppt/theme/theme1.xml><?xml version="1.0" encoding="utf-8"?>
<a:theme xmlns:a="http://schemas.openxmlformats.org/drawingml/2006/main" name="Cyber Security Business Plan">
  <a:themeElements>
    <a:clrScheme name="Другая 6">
      <a:dk1>
        <a:srgbClr val="000000"/>
      </a:dk1>
      <a:lt1>
        <a:srgbClr val="FFFFFF"/>
      </a:lt1>
      <a:dk2>
        <a:srgbClr val="595959"/>
      </a:dk2>
      <a:lt2>
        <a:srgbClr val="1F1C51"/>
      </a:lt2>
      <a:accent1>
        <a:srgbClr val="4482CC"/>
      </a:accent1>
      <a:accent2>
        <a:srgbClr val="ACFFD9"/>
      </a:accent2>
      <a:accent3>
        <a:srgbClr val="4482CC"/>
      </a:accent3>
      <a:accent4>
        <a:srgbClr val="CC7C58"/>
      </a:accent4>
      <a:accent5>
        <a:srgbClr val="2525A5"/>
      </a:accent5>
      <a:accent6>
        <a:srgbClr val="8BE3FF"/>
      </a:accent6>
      <a:hlink>
        <a:srgbClr val="8BE3FF"/>
      </a:hlink>
      <a:folHlink>
        <a:srgbClr val="0097A7"/>
      </a:folHlink>
    </a:clrScheme>
    <a:fontScheme name="Другая 13">
      <a:majorFont>
        <a:latin typeface="proxima nova bold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2026</TotalTime>
  <Words>6941</Words>
  <Application>Microsoft Office PowerPoint</Application>
  <PresentationFormat>Экран (16:9)</PresentationFormat>
  <Paragraphs>755</Paragraphs>
  <Slides>52</Slides>
  <Notes>51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52</vt:i4>
      </vt:variant>
    </vt:vector>
  </HeadingPairs>
  <TitlesOfParts>
    <vt:vector size="62" baseType="lpstr">
      <vt:lpstr>proxima nova rg</vt:lpstr>
      <vt:lpstr>Viga</vt:lpstr>
      <vt:lpstr>Calibri</vt:lpstr>
      <vt:lpstr>Arial</vt:lpstr>
      <vt:lpstr>proxima nova bold</vt:lpstr>
      <vt:lpstr>proxima nova rg</vt:lpstr>
      <vt:lpstr>DM Sans</vt:lpstr>
      <vt:lpstr>Cyber Security Business Plan</vt:lpstr>
      <vt:lpstr>Worksheet</vt:lpstr>
      <vt:lpstr>Лист</vt:lpstr>
      <vt:lpstr>Лекция №11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 на языке Python</dc:title>
  <dc:creator>Ksenia</dc:creator>
  <cp:lastModifiedBy>Ilya Orlov</cp:lastModifiedBy>
  <cp:revision>115</cp:revision>
  <dcterms:modified xsi:type="dcterms:W3CDTF">2021-10-05T18:09:05Z</dcterms:modified>
</cp:coreProperties>
</file>