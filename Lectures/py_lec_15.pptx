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2"/>
  </p:notesMasterIdLst>
  <p:sldIdLst>
    <p:sldId id="256" r:id="rId2"/>
    <p:sldId id="297" r:id="rId3"/>
    <p:sldId id="264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296" r:id="rId21"/>
  </p:sldIdLst>
  <p:sldSz cx="9144000" cy="5143500" type="screen16x9"/>
  <p:notesSz cx="6858000" cy="9144000"/>
  <p:embeddedFontLst>
    <p:embeddedFont>
      <p:font typeface="DM Sans" panose="020B0604020202020204" charset="0"/>
      <p:regular r:id="rId23"/>
      <p:bold r:id="rId24"/>
      <p:italic r:id="rId25"/>
      <p:boldItalic r:id="rId26"/>
    </p:embeddedFont>
    <p:embeddedFont>
      <p:font typeface="proxima nova bold" panose="020B0604020202020204" charset="0"/>
      <p:bold r:id="rId27"/>
    </p:embeddedFont>
    <p:embeddedFont>
      <p:font typeface="proxima nova rg" panose="020B0604020202020204" charset="0"/>
      <p:regular r:id="rId28"/>
      <p:bold r:id="rId29"/>
      <p:italic r:id="rId30"/>
      <p:boldItalic r:id="rId31"/>
    </p:embeddedFont>
    <p:embeddedFont>
      <p:font typeface="Viga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41" userDrawn="1">
          <p15:clr>
            <a:srgbClr val="9AA0A6"/>
          </p15:clr>
        </p15:guide>
        <p15:guide id="2" pos="2880">
          <p15:clr>
            <a:srgbClr val="9AA0A6"/>
          </p15:clr>
        </p15:guide>
        <p15:guide id="4" orient="horz" pos="2958" userDrawn="1">
          <p15:clr>
            <a:srgbClr val="9AA0A6"/>
          </p15:clr>
        </p15:guide>
        <p15:guide id="5" orient="horz" pos="2663" userDrawn="1">
          <p15:clr>
            <a:srgbClr val="9AA0A6"/>
          </p15:clr>
        </p15:guide>
        <p15:guide id="6" orient="horz" pos="237" userDrawn="1">
          <p15:clr>
            <a:srgbClr val="A4A3A4"/>
          </p15:clr>
        </p15:guide>
        <p15:guide id="7" orient="horz" pos="1756" userDrawn="1">
          <p15:clr>
            <a:srgbClr val="A4A3A4"/>
          </p15:clr>
        </p15:guide>
        <p15:guide id="8" pos="5352">
          <p15:clr>
            <a:srgbClr val="A4A3A4"/>
          </p15:clr>
        </p15:guide>
        <p15:guide id="9" pos="4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82"/>
      </p:cViewPr>
      <p:guideLst>
        <p:guide orient="horz" pos="441"/>
        <p:guide pos="2880"/>
        <p:guide orient="horz" pos="2958"/>
        <p:guide orient="horz" pos="2663"/>
        <p:guide orient="horz" pos="237"/>
        <p:guide orient="horz" pos="1756"/>
        <p:guide pos="535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4600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8517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9689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457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0749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093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5331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5534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171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" y="0"/>
            <a:ext cx="9142096" cy="5143500"/>
          </a:xfrm>
          <a:prstGeom prst="rect">
            <a:avLst/>
          </a:prstGeom>
        </p:spPr>
      </p:pic>
      <p:sp>
        <p:nvSpPr>
          <p:cNvPr id="159" name="Google Shape;159;p29"/>
          <p:cNvSpPr txBox="1">
            <a:spLocks noGrp="1"/>
          </p:cNvSpPr>
          <p:nvPr>
            <p:ph type="ctrTitle"/>
          </p:nvPr>
        </p:nvSpPr>
        <p:spPr>
          <a:xfrm>
            <a:off x="481264" y="1202058"/>
            <a:ext cx="5498622" cy="289096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ru-RU" sz="4400" dirty="0">
                <a:solidFill>
                  <a:schemeClr val="bg1"/>
                </a:solidFill>
                <a:latin typeface="+mj-lt"/>
              </a:rPr>
              <a:t>Программирование на языке</a:t>
            </a:r>
            <a:br>
              <a:rPr lang="ru-RU" sz="4400" dirty="0">
                <a:solidFill>
                  <a:schemeClr val="bg1"/>
                </a:solidFill>
                <a:latin typeface="+mj-lt"/>
              </a:rPr>
            </a:br>
            <a:r>
              <a:rPr lang="en-US" sz="9600" dirty="0">
                <a:solidFill>
                  <a:schemeClr val="accent2"/>
                </a:solidFill>
                <a:latin typeface="+mj-lt"/>
              </a:rPr>
              <a:t>Python</a:t>
            </a:r>
            <a:endParaRPr sz="9600" dirty="0">
              <a:solidFill>
                <a:schemeClr val="accent2"/>
              </a:solidFill>
              <a:latin typeface="+mj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113" y="356490"/>
            <a:ext cx="1741715" cy="5902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582020" y="58998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№15</a:t>
            </a:r>
            <a:endParaRPr sz="4800" dirty="0">
              <a:latin typeface="+mj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207798-86CC-4875-B9D1-442E241DE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1" r="13701"/>
          <a:stretch/>
        </p:blipFill>
        <p:spPr bwMode="auto">
          <a:xfrm>
            <a:off x="4585020" y="1773241"/>
            <a:ext cx="4558980" cy="263573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582020" y="980224"/>
            <a:ext cx="7869676" cy="110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chemeClr val="accent3"/>
                </a:solidFill>
                <a:latin typeface="+mj-lt"/>
              </a:rPr>
              <a:t>Django</a:t>
            </a:r>
            <a:r>
              <a:rPr lang="ru-RU" sz="3600" dirty="0">
                <a:solidFill>
                  <a:schemeClr val="accent3"/>
                </a:solidFill>
                <a:latin typeface="+mj-lt"/>
              </a:rPr>
              <a:t> (продолжение)</a:t>
            </a:r>
          </a:p>
          <a:p>
            <a:pPr>
              <a:lnSpc>
                <a:spcPct val="90000"/>
              </a:lnSpc>
            </a:pPr>
            <a:endParaRPr lang="en-US" sz="36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105A91-CACA-43AF-9D6A-244DFC946689}"/>
              </a:ext>
            </a:extLst>
          </p:cNvPr>
          <p:cNvSpPr txBox="1"/>
          <p:nvPr/>
        </p:nvSpPr>
        <p:spPr>
          <a:xfrm>
            <a:off x="582020" y="1674983"/>
            <a:ext cx="4572000" cy="2832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Валидаторы 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 Язык шаблонов</a:t>
            </a:r>
            <a:r>
              <a:rPr lang="en-US" altLang="ru-RU" sz="1500" dirty="0">
                <a:solidFill>
                  <a:schemeClr val="tx1"/>
                </a:solidFill>
                <a:latin typeface="+mn-lt"/>
              </a:rPr>
              <a:t> Django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 Работа с моделями из представлений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 Формы</a:t>
            </a:r>
            <a:endParaRPr lang="en-US" altLang="ru-RU" sz="15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 Обработка </a:t>
            </a:r>
            <a:r>
              <a:rPr lang="en-US" altLang="ru-RU" sz="1500" dirty="0">
                <a:solidFill>
                  <a:schemeClr val="tx1"/>
                </a:solidFill>
                <a:latin typeface="+mn-lt"/>
              </a:rPr>
              <a:t>POST-</a:t>
            </a: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запросов</a:t>
            </a:r>
            <a:endParaRPr lang="en-US" altLang="ru-RU" sz="15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5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Расширение шаблонов</a:t>
            </a:r>
            <a:endParaRPr lang="en-US" altLang="ru-RU" sz="1500" dirty="0">
              <a:solidFill>
                <a:schemeClr val="tx1"/>
              </a:solidFill>
              <a:latin typeface="+mn-lt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5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Использование </a:t>
            </a:r>
            <a:r>
              <a:rPr lang="en-US" altLang="ru-RU" sz="1500" dirty="0">
                <a:solidFill>
                  <a:schemeClr val="tx1"/>
                </a:solidFill>
                <a:latin typeface="+mn-lt"/>
              </a:rPr>
              <a:t>CSS</a:t>
            </a:r>
          </a:p>
          <a:p>
            <a:pPr marL="285750" indent="-28575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15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altLang="ru-RU" sz="1500" dirty="0">
                <a:solidFill>
                  <a:schemeClr val="tx1"/>
                </a:solidFill>
                <a:latin typeface="+mn-lt"/>
              </a:rPr>
              <a:t>Практика</a:t>
            </a:r>
          </a:p>
        </p:txBody>
      </p:sp>
    </p:spTree>
    <p:extLst>
      <p:ext uri="{BB962C8B-B14F-4D97-AF65-F5344CB8AC3E}">
        <p14:creationId xmlns:p14="http://schemas.microsoft.com/office/powerpoint/2010/main" val="420371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695DB3A-4AF3-4A8E-B5E9-4CFBD3EBC72D}"/>
              </a:ext>
            </a:extLst>
          </p:cNvPr>
          <p:cNvSpPr/>
          <p:nvPr/>
        </p:nvSpPr>
        <p:spPr>
          <a:xfrm>
            <a:off x="0" y="4056577"/>
            <a:ext cx="9144000" cy="10869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60325" y="141040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400" b="1" dirty="0">
                <a:solidFill>
                  <a:schemeClr val="accent1"/>
                </a:solidFill>
                <a:latin typeface="+mn-lt"/>
              </a:rPr>
              <a:t>Валидаторы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EF384CE7-392E-4605-8BFD-C644CB0E9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922" y="916476"/>
            <a:ext cx="793955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Прежде чем приступить к продолжению, обновим нашу модель. По аналогии с другими полями создаем поле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rate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оценка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), использовав класс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IntegerField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. При этом мы хотим ограничить возможную оценку от 1 до 10. Для этого при создании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rate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в конструктор класса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IntegerField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передаются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валидаторы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148148F7-FB4A-4D0D-95B3-CBF5A68BAB3C}"/>
              </a:ext>
            </a:extLst>
          </p:cNvPr>
          <p:cNvSpPr/>
          <p:nvPr/>
        </p:nvSpPr>
        <p:spPr>
          <a:xfrm>
            <a:off x="594790" y="1944388"/>
            <a:ext cx="805899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Файл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coolapp/models.py</a:t>
            </a:r>
            <a:endParaRPr lang="en-US" sz="1200" b="1" dirty="0">
              <a:solidFill>
                <a:srgbClr val="0000FF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db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core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validators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MaxValueValidator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MinValueValidator </a:t>
            </a:r>
          </a:p>
          <a:p>
            <a:endParaRPr lang="en-US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name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CharField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max_length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200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desc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TextField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pub_date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DateTimeField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'date published'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auto_now_add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rate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models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IntegerField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validators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=[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MinValueValidator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),</a:t>
            </a:r>
          </a:p>
          <a:p>
            <a:r>
              <a:rPr lang="en-US" sz="1200" b="1" dirty="0">
                <a:solidFill>
                  <a:srgbClr val="000080"/>
                </a:solidFill>
                <a:latin typeface="+mn-lt"/>
              </a:rPr>
              <a:t>                                  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MaxValueValidator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)],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default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1BC8CCC5-5672-49F8-B9A7-4391362A5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484" y="4230706"/>
            <a:ext cx="806730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b="1" dirty="0">
                <a:solidFill>
                  <a:schemeClr val="accent1"/>
                </a:solidFill>
                <a:latin typeface="+mn-lt"/>
              </a:rPr>
              <a:t>Валидаторы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передаются списком в аргумент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validators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при этом в их конструкторы передаются сами граничные числа. Также при создании поля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rate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указываем аргумент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default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– это будет значение по умолчанию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613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60325" y="141040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400" b="1" dirty="0">
                <a:solidFill>
                  <a:schemeClr val="accent1"/>
                </a:solidFill>
                <a:latin typeface="+mn-lt"/>
              </a:rPr>
              <a:t>Миграция обновлений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2B487399-53E8-4923-8489-0F466CA36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93" y="1180037"/>
            <a:ext cx="83782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2000" dirty="0">
                <a:solidFill>
                  <a:schemeClr val="tx1"/>
                </a:solidFill>
                <a:latin typeface="+mn-lt"/>
              </a:rPr>
              <a:t>После изменений в модели создаем миграцию и применяем ее: 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D7815AA-B222-49B8-B6EB-B625445C3B88}"/>
              </a:ext>
            </a:extLst>
          </p:cNvPr>
          <p:cNvSpPr/>
          <p:nvPr/>
        </p:nvSpPr>
        <p:spPr>
          <a:xfrm>
            <a:off x="684213" y="1877894"/>
            <a:ext cx="4383380" cy="58477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ru-RU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makemigrations coolapp</a:t>
            </a:r>
          </a:p>
          <a:p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ru-RU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sz="1600" dirty="0">
                <a:solidFill>
                  <a:schemeClr val="accent1"/>
                </a:solidFill>
                <a:latin typeface="+mn-lt"/>
                <a:cs typeface="Courier New" panose="02070309020205020404" pitchFamily="49" charset="0"/>
              </a:rPr>
              <a:t> manage.py migrate</a:t>
            </a:r>
          </a:p>
        </p:txBody>
      </p:sp>
      <p:grpSp>
        <p:nvGrpSpPr>
          <p:cNvPr id="173" name="Группа 172">
            <a:extLst>
              <a:ext uri="{FF2B5EF4-FFF2-40B4-BE49-F238E27FC236}">
                <a16:creationId xmlns:a16="http://schemas.microsoft.com/office/drawing/2014/main" id="{15D9172F-2E60-4ACC-83F6-3441C1F02586}"/>
              </a:ext>
            </a:extLst>
          </p:cNvPr>
          <p:cNvGrpSpPr/>
          <p:nvPr/>
        </p:nvGrpSpPr>
        <p:grpSpPr>
          <a:xfrm flipH="1">
            <a:off x="4298980" y="1903142"/>
            <a:ext cx="5582941" cy="3383194"/>
            <a:chOff x="-903210" y="2512248"/>
            <a:chExt cx="4553212" cy="2759191"/>
          </a:xfrm>
        </p:grpSpPr>
        <p:sp>
          <p:nvSpPr>
            <p:cNvPr id="174" name="Google Shape;1738;p44">
              <a:extLst>
                <a:ext uri="{FF2B5EF4-FFF2-40B4-BE49-F238E27FC236}">
                  <a16:creationId xmlns:a16="http://schemas.microsoft.com/office/drawing/2014/main" id="{E4F90094-185A-445E-9205-70C3F0974390}"/>
                </a:ext>
              </a:extLst>
            </p:cNvPr>
            <p:cNvSpPr/>
            <p:nvPr/>
          </p:nvSpPr>
          <p:spPr>
            <a:xfrm>
              <a:off x="-903210" y="2621786"/>
              <a:ext cx="4553212" cy="2649653"/>
            </a:xfrm>
            <a:custGeom>
              <a:avLst/>
              <a:gdLst/>
              <a:ahLst/>
              <a:cxnLst/>
              <a:rect l="l" t="t" r="r" b="b"/>
              <a:pathLst>
                <a:path w="79073" h="46015" extrusionOk="0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654;p44">
              <a:extLst>
                <a:ext uri="{FF2B5EF4-FFF2-40B4-BE49-F238E27FC236}">
                  <a16:creationId xmlns:a16="http://schemas.microsoft.com/office/drawing/2014/main" id="{6AF7BBD7-F5E6-4D68-859D-15E0F6D02ACE}"/>
                </a:ext>
              </a:extLst>
            </p:cNvPr>
            <p:cNvSpPr/>
            <p:nvPr/>
          </p:nvSpPr>
          <p:spPr>
            <a:xfrm>
              <a:off x="773574" y="4698724"/>
              <a:ext cx="300810" cy="117942"/>
            </a:xfrm>
            <a:custGeom>
              <a:avLst/>
              <a:gdLst/>
              <a:ahLst/>
              <a:cxnLst/>
              <a:rect l="l" t="t" r="r" b="b"/>
              <a:pathLst>
                <a:path w="20404" h="8000" extrusionOk="0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655;p44">
              <a:extLst>
                <a:ext uri="{FF2B5EF4-FFF2-40B4-BE49-F238E27FC236}">
                  <a16:creationId xmlns:a16="http://schemas.microsoft.com/office/drawing/2014/main" id="{F1118712-334A-499A-A569-34EDAF69C2D1}"/>
                </a:ext>
              </a:extLst>
            </p:cNvPr>
            <p:cNvSpPr/>
            <p:nvPr/>
          </p:nvSpPr>
          <p:spPr>
            <a:xfrm>
              <a:off x="769255" y="4694523"/>
              <a:ext cx="306103" cy="126330"/>
            </a:xfrm>
            <a:custGeom>
              <a:avLst/>
              <a:gdLst/>
              <a:ahLst/>
              <a:cxnLst/>
              <a:rect l="l" t="t" r="r" b="b"/>
              <a:pathLst>
                <a:path w="20763" h="8569" extrusionOk="0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656;p44">
              <a:extLst>
                <a:ext uri="{FF2B5EF4-FFF2-40B4-BE49-F238E27FC236}">
                  <a16:creationId xmlns:a16="http://schemas.microsoft.com/office/drawing/2014/main" id="{9F6C208C-B0C7-4212-817B-B294BD426DDE}"/>
                </a:ext>
              </a:extLst>
            </p:cNvPr>
            <p:cNvSpPr/>
            <p:nvPr/>
          </p:nvSpPr>
          <p:spPr>
            <a:xfrm>
              <a:off x="883702" y="4698724"/>
              <a:ext cx="76367" cy="50744"/>
            </a:xfrm>
            <a:custGeom>
              <a:avLst/>
              <a:gdLst/>
              <a:ahLst/>
              <a:cxnLst/>
              <a:rect l="l" t="t" r="r" b="b"/>
              <a:pathLst>
                <a:path w="5180" h="3442" extrusionOk="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657;p44">
              <a:extLst>
                <a:ext uri="{FF2B5EF4-FFF2-40B4-BE49-F238E27FC236}">
                  <a16:creationId xmlns:a16="http://schemas.microsoft.com/office/drawing/2014/main" id="{2644D6BA-B538-4870-840A-85AF7301ED3D}"/>
                </a:ext>
              </a:extLst>
            </p:cNvPr>
            <p:cNvSpPr/>
            <p:nvPr/>
          </p:nvSpPr>
          <p:spPr>
            <a:xfrm>
              <a:off x="879265" y="4694508"/>
              <a:ext cx="85729" cy="59177"/>
            </a:xfrm>
            <a:custGeom>
              <a:avLst/>
              <a:gdLst/>
              <a:ahLst/>
              <a:cxnLst/>
              <a:rect l="l" t="t" r="r" b="b"/>
              <a:pathLst>
                <a:path w="5815" h="4014" extrusionOk="0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658;p44">
              <a:extLst>
                <a:ext uri="{FF2B5EF4-FFF2-40B4-BE49-F238E27FC236}">
                  <a16:creationId xmlns:a16="http://schemas.microsoft.com/office/drawing/2014/main" id="{B67B09EE-A524-46B3-8DC3-658D3F880853}"/>
                </a:ext>
              </a:extLst>
            </p:cNvPr>
            <p:cNvSpPr/>
            <p:nvPr/>
          </p:nvSpPr>
          <p:spPr>
            <a:xfrm>
              <a:off x="780754" y="4770757"/>
              <a:ext cx="289945" cy="45909"/>
            </a:xfrm>
            <a:custGeom>
              <a:avLst/>
              <a:gdLst/>
              <a:ahLst/>
              <a:cxnLst/>
              <a:rect l="l" t="t" r="r" b="b"/>
              <a:pathLst>
                <a:path w="19667" h="3114" extrusionOk="0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659;p44">
              <a:extLst>
                <a:ext uri="{FF2B5EF4-FFF2-40B4-BE49-F238E27FC236}">
                  <a16:creationId xmlns:a16="http://schemas.microsoft.com/office/drawing/2014/main" id="{E9353192-2F6E-4DBC-818D-7FBEF9D0E085}"/>
                </a:ext>
              </a:extLst>
            </p:cNvPr>
            <p:cNvSpPr/>
            <p:nvPr/>
          </p:nvSpPr>
          <p:spPr>
            <a:xfrm>
              <a:off x="776081" y="4766541"/>
              <a:ext cx="298864" cy="54312"/>
            </a:xfrm>
            <a:custGeom>
              <a:avLst/>
              <a:gdLst/>
              <a:ahLst/>
              <a:cxnLst/>
              <a:rect l="l" t="t" r="r" b="b"/>
              <a:pathLst>
                <a:path w="20272" h="3684" extrusionOk="0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660;p44">
              <a:extLst>
                <a:ext uri="{FF2B5EF4-FFF2-40B4-BE49-F238E27FC236}">
                  <a16:creationId xmlns:a16="http://schemas.microsoft.com/office/drawing/2014/main" id="{C8D1E53B-CF0B-4B4B-9FA0-2BD7721C207A}"/>
                </a:ext>
              </a:extLst>
            </p:cNvPr>
            <p:cNvSpPr/>
            <p:nvPr/>
          </p:nvSpPr>
          <p:spPr>
            <a:xfrm>
              <a:off x="543101" y="3520738"/>
              <a:ext cx="432006" cy="1190798"/>
            </a:xfrm>
            <a:custGeom>
              <a:avLst/>
              <a:gdLst/>
              <a:ahLst/>
              <a:cxnLst/>
              <a:rect l="l" t="t" r="r" b="b"/>
              <a:pathLst>
                <a:path w="29303" h="80772" extrusionOk="0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661;p44">
              <a:extLst>
                <a:ext uri="{FF2B5EF4-FFF2-40B4-BE49-F238E27FC236}">
                  <a16:creationId xmlns:a16="http://schemas.microsoft.com/office/drawing/2014/main" id="{1F022B7D-A5E4-422D-8F65-0D06D3890FAE}"/>
                </a:ext>
              </a:extLst>
            </p:cNvPr>
            <p:cNvSpPr/>
            <p:nvPr/>
          </p:nvSpPr>
          <p:spPr>
            <a:xfrm>
              <a:off x="538708" y="3516506"/>
              <a:ext cx="440601" cy="1199246"/>
            </a:xfrm>
            <a:custGeom>
              <a:avLst/>
              <a:gdLst/>
              <a:ahLst/>
              <a:cxnLst/>
              <a:rect l="l" t="t" r="r" b="b"/>
              <a:pathLst>
                <a:path w="29886" h="81345" extrusionOk="0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662;p44">
              <a:extLst>
                <a:ext uri="{FF2B5EF4-FFF2-40B4-BE49-F238E27FC236}">
                  <a16:creationId xmlns:a16="http://schemas.microsoft.com/office/drawing/2014/main" id="{75B78F71-E593-49C4-B66F-A50826F6F482}"/>
                </a:ext>
              </a:extLst>
            </p:cNvPr>
            <p:cNvSpPr/>
            <p:nvPr/>
          </p:nvSpPr>
          <p:spPr>
            <a:xfrm>
              <a:off x="559805" y="3520738"/>
              <a:ext cx="416438" cy="128158"/>
            </a:xfrm>
            <a:custGeom>
              <a:avLst/>
              <a:gdLst/>
              <a:ahLst/>
              <a:cxnLst/>
              <a:rect l="l" t="t" r="r" b="b"/>
              <a:pathLst>
                <a:path w="28247" h="8693" extrusionOk="0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663;p44">
              <a:extLst>
                <a:ext uri="{FF2B5EF4-FFF2-40B4-BE49-F238E27FC236}">
                  <a16:creationId xmlns:a16="http://schemas.microsoft.com/office/drawing/2014/main" id="{1B72E22C-D062-4C36-B3AE-89A037E91BBB}"/>
                </a:ext>
              </a:extLst>
            </p:cNvPr>
            <p:cNvSpPr/>
            <p:nvPr/>
          </p:nvSpPr>
          <p:spPr>
            <a:xfrm>
              <a:off x="555588" y="3516521"/>
              <a:ext cx="424885" cy="136547"/>
            </a:xfrm>
            <a:custGeom>
              <a:avLst/>
              <a:gdLst/>
              <a:ahLst/>
              <a:cxnLst/>
              <a:rect l="l" t="t" r="r" b="b"/>
              <a:pathLst>
                <a:path w="28820" h="9262" extrusionOk="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664;p44">
              <a:extLst>
                <a:ext uri="{FF2B5EF4-FFF2-40B4-BE49-F238E27FC236}">
                  <a16:creationId xmlns:a16="http://schemas.microsoft.com/office/drawing/2014/main" id="{3973D04C-B5DE-4922-9491-139FFEEDBC9D}"/>
                </a:ext>
              </a:extLst>
            </p:cNvPr>
            <p:cNvSpPr/>
            <p:nvPr/>
          </p:nvSpPr>
          <p:spPr>
            <a:xfrm>
              <a:off x="955735" y="3024424"/>
              <a:ext cx="120256" cy="482101"/>
            </a:xfrm>
            <a:custGeom>
              <a:avLst/>
              <a:gdLst/>
              <a:ahLst/>
              <a:cxnLst/>
              <a:rect l="l" t="t" r="r" b="b"/>
              <a:pathLst>
                <a:path w="8157" h="32701" extrusionOk="0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665;p44">
              <a:extLst>
                <a:ext uri="{FF2B5EF4-FFF2-40B4-BE49-F238E27FC236}">
                  <a16:creationId xmlns:a16="http://schemas.microsoft.com/office/drawing/2014/main" id="{9390D8D2-EEA7-4103-86DA-F4B6EAF07C3D}"/>
                </a:ext>
              </a:extLst>
            </p:cNvPr>
            <p:cNvSpPr/>
            <p:nvPr/>
          </p:nvSpPr>
          <p:spPr>
            <a:xfrm>
              <a:off x="945003" y="3020223"/>
              <a:ext cx="131063" cy="490490"/>
            </a:xfrm>
            <a:custGeom>
              <a:avLst/>
              <a:gdLst/>
              <a:ahLst/>
              <a:cxnLst/>
              <a:rect l="l" t="t" r="r" b="b"/>
              <a:pathLst>
                <a:path w="8890" h="33270" extrusionOk="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666;p44">
              <a:extLst>
                <a:ext uri="{FF2B5EF4-FFF2-40B4-BE49-F238E27FC236}">
                  <a16:creationId xmlns:a16="http://schemas.microsoft.com/office/drawing/2014/main" id="{830B44D4-D0E5-4591-A6FD-0536291EA6CE}"/>
                </a:ext>
              </a:extLst>
            </p:cNvPr>
            <p:cNvSpPr/>
            <p:nvPr/>
          </p:nvSpPr>
          <p:spPr>
            <a:xfrm>
              <a:off x="944251" y="3419956"/>
              <a:ext cx="190771" cy="156228"/>
            </a:xfrm>
            <a:custGeom>
              <a:avLst/>
              <a:gdLst/>
              <a:ahLst/>
              <a:cxnLst/>
              <a:rect l="l" t="t" r="r" b="b"/>
              <a:pathLst>
                <a:path w="12940" h="10597" extrusionOk="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667;p44">
              <a:extLst>
                <a:ext uri="{FF2B5EF4-FFF2-40B4-BE49-F238E27FC236}">
                  <a16:creationId xmlns:a16="http://schemas.microsoft.com/office/drawing/2014/main" id="{987048CF-CBA5-4813-9A56-72C6669FE300}"/>
                </a:ext>
              </a:extLst>
            </p:cNvPr>
            <p:cNvSpPr/>
            <p:nvPr/>
          </p:nvSpPr>
          <p:spPr>
            <a:xfrm>
              <a:off x="941199" y="3415740"/>
              <a:ext cx="181748" cy="164647"/>
            </a:xfrm>
            <a:custGeom>
              <a:avLst/>
              <a:gdLst/>
              <a:ahLst/>
              <a:cxnLst/>
              <a:rect l="l" t="t" r="r" b="b"/>
              <a:pathLst>
                <a:path w="12328" h="11168" extrusionOk="0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668;p44">
              <a:extLst>
                <a:ext uri="{FF2B5EF4-FFF2-40B4-BE49-F238E27FC236}">
                  <a16:creationId xmlns:a16="http://schemas.microsoft.com/office/drawing/2014/main" id="{0618651F-FBB9-44A6-BA7D-4588BAB29EEE}"/>
                </a:ext>
              </a:extLst>
            </p:cNvPr>
            <p:cNvSpPr/>
            <p:nvPr/>
          </p:nvSpPr>
          <p:spPr>
            <a:xfrm>
              <a:off x="972793" y="3464568"/>
              <a:ext cx="220492" cy="98172"/>
            </a:xfrm>
            <a:custGeom>
              <a:avLst/>
              <a:gdLst/>
              <a:ahLst/>
              <a:cxnLst/>
              <a:rect l="l" t="t" r="r" b="b"/>
              <a:pathLst>
                <a:path w="14956" h="6659" extrusionOk="0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669;p44">
              <a:extLst>
                <a:ext uri="{FF2B5EF4-FFF2-40B4-BE49-F238E27FC236}">
                  <a16:creationId xmlns:a16="http://schemas.microsoft.com/office/drawing/2014/main" id="{1779D96A-1141-413B-A56F-78C79E309C12}"/>
                </a:ext>
              </a:extLst>
            </p:cNvPr>
            <p:cNvSpPr/>
            <p:nvPr/>
          </p:nvSpPr>
          <p:spPr>
            <a:xfrm>
              <a:off x="970095" y="3460337"/>
              <a:ext cx="228556" cy="106605"/>
            </a:xfrm>
            <a:custGeom>
              <a:avLst/>
              <a:gdLst/>
              <a:ahLst/>
              <a:cxnLst/>
              <a:rect l="l" t="t" r="r" b="b"/>
              <a:pathLst>
                <a:path w="15503" h="7231" extrusionOk="0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670;p44">
              <a:extLst>
                <a:ext uri="{FF2B5EF4-FFF2-40B4-BE49-F238E27FC236}">
                  <a16:creationId xmlns:a16="http://schemas.microsoft.com/office/drawing/2014/main" id="{3933884B-9A2A-4E02-B4F3-1B65BC289F7E}"/>
                </a:ext>
              </a:extLst>
            </p:cNvPr>
            <p:cNvSpPr/>
            <p:nvPr/>
          </p:nvSpPr>
          <p:spPr>
            <a:xfrm>
              <a:off x="1090130" y="3416669"/>
              <a:ext cx="245584" cy="111027"/>
            </a:xfrm>
            <a:custGeom>
              <a:avLst/>
              <a:gdLst/>
              <a:ahLst/>
              <a:cxnLst/>
              <a:rect l="l" t="t" r="r" b="b"/>
              <a:pathLst>
                <a:path w="16658" h="7531" extrusionOk="0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671;p44">
              <a:extLst>
                <a:ext uri="{FF2B5EF4-FFF2-40B4-BE49-F238E27FC236}">
                  <a16:creationId xmlns:a16="http://schemas.microsoft.com/office/drawing/2014/main" id="{A3D52F50-3BE0-429A-BE93-22F1FC85ADD9}"/>
                </a:ext>
              </a:extLst>
            </p:cNvPr>
            <p:cNvSpPr/>
            <p:nvPr/>
          </p:nvSpPr>
          <p:spPr>
            <a:xfrm>
              <a:off x="1086931" y="3412452"/>
              <a:ext cx="252926" cy="119460"/>
            </a:xfrm>
            <a:custGeom>
              <a:avLst/>
              <a:gdLst/>
              <a:ahLst/>
              <a:cxnLst/>
              <a:rect l="l" t="t" r="r" b="b"/>
              <a:pathLst>
                <a:path w="17156" h="8103" extrusionOk="0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672;p44">
              <a:extLst>
                <a:ext uri="{FF2B5EF4-FFF2-40B4-BE49-F238E27FC236}">
                  <a16:creationId xmlns:a16="http://schemas.microsoft.com/office/drawing/2014/main" id="{A3C1D571-E33D-4ADD-85B4-02F80A651F85}"/>
                </a:ext>
              </a:extLst>
            </p:cNvPr>
            <p:cNvSpPr/>
            <p:nvPr/>
          </p:nvSpPr>
          <p:spPr>
            <a:xfrm>
              <a:off x="812215" y="3668047"/>
              <a:ext cx="55565" cy="131092"/>
            </a:xfrm>
            <a:custGeom>
              <a:avLst/>
              <a:gdLst/>
              <a:ahLst/>
              <a:cxnLst/>
              <a:rect l="l" t="t" r="r" b="b"/>
              <a:pathLst>
                <a:path w="3769" h="8892" extrusionOk="0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673;p44">
              <a:extLst>
                <a:ext uri="{FF2B5EF4-FFF2-40B4-BE49-F238E27FC236}">
                  <a16:creationId xmlns:a16="http://schemas.microsoft.com/office/drawing/2014/main" id="{22E4C678-CA9C-408E-BF11-8F3CE8098C55}"/>
                </a:ext>
              </a:extLst>
            </p:cNvPr>
            <p:cNvSpPr/>
            <p:nvPr/>
          </p:nvSpPr>
          <p:spPr>
            <a:xfrm>
              <a:off x="567972" y="3649043"/>
              <a:ext cx="150331" cy="143432"/>
            </a:xfrm>
            <a:custGeom>
              <a:avLst/>
              <a:gdLst/>
              <a:ahLst/>
              <a:cxnLst/>
              <a:rect l="l" t="t" r="r" b="b"/>
              <a:pathLst>
                <a:path w="10197" h="9729" extrusionOk="0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674;p44">
              <a:extLst>
                <a:ext uri="{FF2B5EF4-FFF2-40B4-BE49-F238E27FC236}">
                  <a16:creationId xmlns:a16="http://schemas.microsoft.com/office/drawing/2014/main" id="{111181F1-99B1-4432-9852-65B08422108C}"/>
                </a:ext>
              </a:extLst>
            </p:cNvPr>
            <p:cNvSpPr/>
            <p:nvPr/>
          </p:nvSpPr>
          <p:spPr>
            <a:xfrm>
              <a:off x="778027" y="3840979"/>
              <a:ext cx="56184" cy="47118"/>
            </a:xfrm>
            <a:custGeom>
              <a:avLst/>
              <a:gdLst/>
              <a:ahLst/>
              <a:cxnLst/>
              <a:rect l="l" t="t" r="r" b="b"/>
              <a:pathLst>
                <a:path w="3811" h="3196" extrusionOk="0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675;p44">
              <a:extLst>
                <a:ext uri="{FF2B5EF4-FFF2-40B4-BE49-F238E27FC236}">
                  <a16:creationId xmlns:a16="http://schemas.microsoft.com/office/drawing/2014/main" id="{BE61F388-42B4-4112-AD22-081BD5891338}"/>
                </a:ext>
              </a:extLst>
            </p:cNvPr>
            <p:cNvSpPr/>
            <p:nvPr/>
          </p:nvSpPr>
          <p:spPr>
            <a:xfrm>
              <a:off x="772306" y="3836748"/>
              <a:ext cx="66652" cy="55551"/>
            </a:xfrm>
            <a:custGeom>
              <a:avLst/>
              <a:gdLst/>
              <a:ahLst/>
              <a:cxnLst/>
              <a:rect l="l" t="t" r="r" b="b"/>
              <a:pathLst>
                <a:path w="4521" h="3768" extrusionOk="0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676;p44">
              <a:extLst>
                <a:ext uri="{FF2B5EF4-FFF2-40B4-BE49-F238E27FC236}">
                  <a16:creationId xmlns:a16="http://schemas.microsoft.com/office/drawing/2014/main" id="{D0CADF4C-277A-410C-A1CD-056DE06B0C50}"/>
                </a:ext>
              </a:extLst>
            </p:cNvPr>
            <p:cNvSpPr/>
            <p:nvPr/>
          </p:nvSpPr>
          <p:spPr>
            <a:xfrm>
              <a:off x="590278" y="3558184"/>
              <a:ext cx="22188" cy="88102"/>
            </a:xfrm>
            <a:custGeom>
              <a:avLst/>
              <a:gdLst/>
              <a:ahLst/>
              <a:cxnLst/>
              <a:rect l="l" t="t" r="r" b="b"/>
              <a:pathLst>
                <a:path w="1505" h="5976" extrusionOk="0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677;p44">
              <a:extLst>
                <a:ext uri="{FF2B5EF4-FFF2-40B4-BE49-F238E27FC236}">
                  <a16:creationId xmlns:a16="http://schemas.microsoft.com/office/drawing/2014/main" id="{6FD2FE43-8263-42D3-8253-5BEE999CFE5C}"/>
                </a:ext>
              </a:extLst>
            </p:cNvPr>
            <p:cNvSpPr/>
            <p:nvPr/>
          </p:nvSpPr>
          <p:spPr>
            <a:xfrm>
              <a:off x="586032" y="3553968"/>
              <a:ext cx="30739" cy="96535"/>
            </a:xfrm>
            <a:custGeom>
              <a:avLst/>
              <a:gdLst/>
              <a:ahLst/>
              <a:cxnLst/>
              <a:rect l="l" t="t" r="r" b="b"/>
              <a:pathLst>
                <a:path w="2085" h="6548" extrusionOk="0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678;p44">
              <a:extLst>
                <a:ext uri="{FF2B5EF4-FFF2-40B4-BE49-F238E27FC236}">
                  <a16:creationId xmlns:a16="http://schemas.microsoft.com/office/drawing/2014/main" id="{BD2CF7B5-14E5-419E-85AB-E5C1CE130640}"/>
                </a:ext>
              </a:extLst>
            </p:cNvPr>
            <p:cNvSpPr/>
            <p:nvPr/>
          </p:nvSpPr>
          <p:spPr>
            <a:xfrm>
              <a:off x="941199" y="3566204"/>
              <a:ext cx="24075" cy="78092"/>
            </a:xfrm>
            <a:custGeom>
              <a:avLst/>
              <a:gdLst/>
              <a:ahLst/>
              <a:cxnLst/>
              <a:rect l="l" t="t" r="r" b="b"/>
              <a:pathLst>
                <a:path w="1633" h="5297" extrusionOk="0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679;p44">
              <a:extLst>
                <a:ext uri="{FF2B5EF4-FFF2-40B4-BE49-F238E27FC236}">
                  <a16:creationId xmlns:a16="http://schemas.microsoft.com/office/drawing/2014/main" id="{CD9FE159-F0F0-4B36-A5C5-63A90C923944}"/>
                </a:ext>
              </a:extLst>
            </p:cNvPr>
            <p:cNvSpPr/>
            <p:nvPr/>
          </p:nvSpPr>
          <p:spPr>
            <a:xfrm>
              <a:off x="936968" y="3561988"/>
              <a:ext cx="32729" cy="86525"/>
            </a:xfrm>
            <a:custGeom>
              <a:avLst/>
              <a:gdLst/>
              <a:ahLst/>
              <a:cxnLst/>
              <a:rect l="l" t="t" r="r" b="b"/>
              <a:pathLst>
                <a:path w="2220" h="5869" extrusionOk="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680;p44">
              <a:extLst>
                <a:ext uri="{FF2B5EF4-FFF2-40B4-BE49-F238E27FC236}">
                  <a16:creationId xmlns:a16="http://schemas.microsoft.com/office/drawing/2014/main" id="{539C41FE-3EA1-4BB5-9D18-8B8FDA462770}"/>
                </a:ext>
              </a:extLst>
            </p:cNvPr>
            <p:cNvSpPr/>
            <p:nvPr/>
          </p:nvSpPr>
          <p:spPr>
            <a:xfrm>
              <a:off x="724864" y="3592918"/>
              <a:ext cx="24090" cy="71768"/>
            </a:xfrm>
            <a:custGeom>
              <a:avLst/>
              <a:gdLst/>
              <a:ahLst/>
              <a:cxnLst/>
              <a:rect l="l" t="t" r="r" b="b"/>
              <a:pathLst>
                <a:path w="1634" h="4868" extrusionOk="0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681;p44">
              <a:extLst>
                <a:ext uri="{FF2B5EF4-FFF2-40B4-BE49-F238E27FC236}">
                  <a16:creationId xmlns:a16="http://schemas.microsoft.com/office/drawing/2014/main" id="{178DA092-CBF4-4374-98DF-6B314BBB21F9}"/>
                </a:ext>
              </a:extLst>
            </p:cNvPr>
            <p:cNvSpPr/>
            <p:nvPr/>
          </p:nvSpPr>
          <p:spPr>
            <a:xfrm>
              <a:off x="720618" y="3588716"/>
              <a:ext cx="32758" cy="80186"/>
            </a:xfrm>
            <a:custGeom>
              <a:avLst/>
              <a:gdLst/>
              <a:ahLst/>
              <a:cxnLst/>
              <a:rect l="l" t="t" r="r" b="b"/>
              <a:pathLst>
                <a:path w="2222" h="5439" extrusionOk="0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682;p44">
              <a:extLst>
                <a:ext uri="{FF2B5EF4-FFF2-40B4-BE49-F238E27FC236}">
                  <a16:creationId xmlns:a16="http://schemas.microsoft.com/office/drawing/2014/main" id="{396EEA32-0367-47D0-A166-7287AE2E4E92}"/>
                </a:ext>
              </a:extLst>
            </p:cNvPr>
            <p:cNvSpPr/>
            <p:nvPr/>
          </p:nvSpPr>
          <p:spPr>
            <a:xfrm>
              <a:off x="547716" y="2942396"/>
              <a:ext cx="487792" cy="660400"/>
            </a:xfrm>
            <a:custGeom>
              <a:avLst/>
              <a:gdLst/>
              <a:ahLst/>
              <a:cxnLst/>
              <a:rect l="l" t="t" r="r" b="b"/>
              <a:pathLst>
                <a:path w="33087" h="44795" extrusionOk="0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683;p44">
              <a:extLst>
                <a:ext uri="{FF2B5EF4-FFF2-40B4-BE49-F238E27FC236}">
                  <a16:creationId xmlns:a16="http://schemas.microsoft.com/office/drawing/2014/main" id="{81D26E12-DDF4-4A74-865E-08F13D92F9F0}"/>
                </a:ext>
              </a:extLst>
            </p:cNvPr>
            <p:cNvSpPr/>
            <p:nvPr/>
          </p:nvSpPr>
          <p:spPr>
            <a:xfrm>
              <a:off x="543706" y="2938165"/>
              <a:ext cx="491861" cy="668773"/>
            </a:xfrm>
            <a:custGeom>
              <a:avLst/>
              <a:gdLst/>
              <a:ahLst/>
              <a:cxnLst/>
              <a:rect l="l" t="t" r="r" b="b"/>
              <a:pathLst>
                <a:path w="33363" h="45363" extrusionOk="0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684;p44">
              <a:extLst>
                <a:ext uri="{FF2B5EF4-FFF2-40B4-BE49-F238E27FC236}">
                  <a16:creationId xmlns:a16="http://schemas.microsoft.com/office/drawing/2014/main" id="{7DEDA081-1496-4139-AE81-6BCAB7E22042}"/>
                </a:ext>
              </a:extLst>
            </p:cNvPr>
            <p:cNvSpPr/>
            <p:nvPr/>
          </p:nvSpPr>
          <p:spPr>
            <a:xfrm>
              <a:off x="873353" y="3060942"/>
              <a:ext cx="52292" cy="521169"/>
            </a:xfrm>
            <a:custGeom>
              <a:avLst/>
              <a:gdLst/>
              <a:ahLst/>
              <a:cxnLst/>
              <a:rect l="l" t="t" r="r" b="b"/>
              <a:pathLst>
                <a:path w="3547" h="35351" extrusionOk="0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685;p44">
              <a:extLst>
                <a:ext uri="{FF2B5EF4-FFF2-40B4-BE49-F238E27FC236}">
                  <a16:creationId xmlns:a16="http://schemas.microsoft.com/office/drawing/2014/main" id="{DAE062EB-115F-4347-BE74-302920EE51DC}"/>
                </a:ext>
              </a:extLst>
            </p:cNvPr>
            <p:cNvSpPr/>
            <p:nvPr/>
          </p:nvSpPr>
          <p:spPr>
            <a:xfrm>
              <a:off x="707586" y="2858598"/>
              <a:ext cx="230193" cy="223809"/>
            </a:xfrm>
            <a:custGeom>
              <a:avLst/>
              <a:gdLst/>
              <a:ahLst/>
              <a:cxnLst/>
              <a:rect l="l" t="t" r="r" b="b"/>
              <a:pathLst>
                <a:path w="15614" h="15181" extrusionOk="0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686;p44">
              <a:extLst>
                <a:ext uri="{FF2B5EF4-FFF2-40B4-BE49-F238E27FC236}">
                  <a16:creationId xmlns:a16="http://schemas.microsoft.com/office/drawing/2014/main" id="{4623CCA9-95D1-430E-A964-CB11559B4765}"/>
                </a:ext>
              </a:extLst>
            </p:cNvPr>
            <p:cNvSpPr/>
            <p:nvPr/>
          </p:nvSpPr>
          <p:spPr>
            <a:xfrm>
              <a:off x="703163" y="2854411"/>
              <a:ext cx="239068" cy="232198"/>
            </a:xfrm>
            <a:custGeom>
              <a:avLst/>
              <a:gdLst/>
              <a:ahLst/>
              <a:cxnLst/>
              <a:rect l="l" t="t" r="r" b="b"/>
              <a:pathLst>
                <a:path w="16216" h="15750" extrusionOk="0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687;p44">
              <a:extLst>
                <a:ext uri="{FF2B5EF4-FFF2-40B4-BE49-F238E27FC236}">
                  <a16:creationId xmlns:a16="http://schemas.microsoft.com/office/drawing/2014/main" id="{374CE8EF-B3A8-4CD9-AACA-4A4FDD610CBE}"/>
                </a:ext>
              </a:extLst>
            </p:cNvPr>
            <p:cNvSpPr/>
            <p:nvPr/>
          </p:nvSpPr>
          <p:spPr>
            <a:xfrm>
              <a:off x="775638" y="2785135"/>
              <a:ext cx="114580" cy="280038"/>
            </a:xfrm>
            <a:custGeom>
              <a:avLst/>
              <a:gdLst/>
              <a:ahLst/>
              <a:cxnLst/>
              <a:rect l="l" t="t" r="r" b="b"/>
              <a:pathLst>
                <a:path w="7772" h="18995" extrusionOk="0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688;p44">
              <a:extLst>
                <a:ext uri="{FF2B5EF4-FFF2-40B4-BE49-F238E27FC236}">
                  <a16:creationId xmlns:a16="http://schemas.microsoft.com/office/drawing/2014/main" id="{6121653B-A696-42C2-8144-BCC1255643F6}"/>
                </a:ext>
              </a:extLst>
            </p:cNvPr>
            <p:cNvSpPr/>
            <p:nvPr/>
          </p:nvSpPr>
          <p:spPr>
            <a:xfrm>
              <a:off x="771451" y="2780919"/>
              <a:ext cx="123057" cy="288456"/>
            </a:xfrm>
            <a:custGeom>
              <a:avLst/>
              <a:gdLst/>
              <a:ahLst/>
              <a:cxnLst/>
              <a:rect l="l" t="t" r="r" b="b"/>
              <a:pathLst>
                <a:path w="8347" h="19566" extrusionOk="0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689;p44">
              <a:extLst>
                <a:ext uri="{FF2B5EF4-FFF2-40B4-BE49-F238E27FC236}">
                  <a16:creationId xmlns:a16="http://schemas.microsoft.com/office/drawing/2014/main" id="{874CDE12-E57E-4C1A-93C3-6EF814C3AD97}"/>
                </a:ext>
              </a:extLst>
            </p:cNvPr>
            <p:cNvSpPr/>
            <p:nvPr/>
          </p:nvSpPr>
          <p:spPr>
            <a:xfrm>
              <a:off x="672321" y="2516789"/>
              <a:ext cx="363836" cy="346690"/>
            </a:xfrm>
            <a:custGeom>
              <a:avLst/>
              <a:gdLst/>
              <a:ahLst/>
              <a:cxnLst/>
              <a:rect l="l" t="t" r="r" b="b"/>
              <a:pathLst>
                <a:path w="24679" h="23516" extrusionOk="0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690;p44">
              <a:extLst>
                <a:ext uri="{FF2B5EF4-FFF2-40B4-BE49-F238E27FC236}">
                  <a16:creationId xmlns:a16="http://schemas.microsoft.com/office/drawing/2014/main" id="{25492659-655A-484A-A367-D7710B6BB219}"/>
                </a:ext>
              </a:extLst>
            </p:cNvPr>
            <p:cNvSpPr/>
            <p:nvPr/>
          </p:nvSpPr>
          <p:spPr>
            <a:xfrm>
              <a:off x="675874" y="2512248"/>
              <a:ext cx="364573" cy="355432"/>
            </a:xfrm>
            <a:custGeom>
              <a:avLst/>
              <a:gdLst/>
              <a:ahLst/>
              <a:cxnLst/>
              <a:rect l="l" t="t" r="r" b="b"/>
              <a:pathLst>
                <a:path w="24729" h="24109" extrusionOk="0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691;p44">
              <a:extLst>
                <a:ext uri="{FF2B5EF4-FFF2-40B4-BE49-F238E27FC236}">
                  <a16:creationId xmlns:a16="http://schemas.microsoft.com/office/drawing/2014/main" id="{BB8F0C6E-96CB-4080-9387-112FE6BE6A31}"/>
                </a:ext>
              </a:extLst>
            </p:cNvPr>
            <p:cNvSpPr/>
            <p:nvPr/>
          </p:nvSpPr>
          <p:spPr>
            <a:xfrm>
              <a:off x="899374" y="2580551"/>
              <a:ext cx="85729" cy="82471"/>
            </a:xfrm>
            <a:custGeom>
              <a:avLst/>
              <a:gdLst/>
              <a:ahLst/>
              <a:cxnLst/>
              <a:rect l="l" t="t" r="r" b="b"/>
              <a:pathLst>
                <a:path w="5815" h="5594" extrusionOk="0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692;p44">
              <a:extLst>
                <a:ext uri="{FF2B5EF4-FFF2-40B4-BE49-F238E27FC236}">
                  <a16:creationId xmlns:a16="http://schemas.microsoft.com/office/drawing/2014/main" id="{060BC22A-39A3-4949-88D3-F09F02B2CB5F}"/>
                </a:ext>
              </a:extLst>
            </p:cNvPr>
            <p:cNvSpPr/>
            <p:nvPr/>
          </p:nvSpPr>
          <p:spPr>
            <a:xfrm>
              <a:off x="724761" y="2714842"/>
              <a:ext cx="21834" cy="11765"/>
            </a:xfrm>
            <a:custGeom>
              <a:avLst/>
              <a:gdLst/>
              <a:ahLst/>
              <a:cxnLst/>
              <a:rect l="l" t="t" r="r" b="b"/>
              <a:pathLst>
                <a:path w="1481" h="798" extrusionOk="0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693;p44">
              <a:extLst>
                <a:ext uri="{FF2B5EF4-FFF2-40B4-BE49-F238E27FC236}">
                  <a16:creationId xmlns:a16="http://schemas.microsoft.com/office/drawing/2014/main" id="{628375AC-6771-49FA-B509-C8A18C45402E}"/>
                </a:ext>
              </a:extLst>
            </p:cNvPr>
            <p:cNvSpPr/>
            <p:nvPr/>
          </p:nvSpPr>
          <p:spPr>
            <a:xfrm>
              <a:off x="764508" y="2591284"/>
              <a:ext cx="133879" cy="135810"/>
            </a:xfrm>
            <a:custGeom>
              <a:avLst/>
              <a:gdLst/>
              <a:ahLst/>
              <a:cxnLst/>
              <a:rect l="l" t="t" r="r" b="b"/>
              <a:pathLst>
                <a:path w="9081" h="9212" extrusionOk="0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694;p44">
              <a:extLst>
                <a:ext uri="{FF2B5EF4-FFF2-40B4-BE49-F238E27FC236}">
                  <a16:creationId xmlns:a16="http://schemas.microsoft.com/office/drawing/2014/main" id="{87D5B30F-08FC-4510-AF1B-23E630C583AE}"/>
                </a:ext>
              </a:extLst>
            </p:cNvPr>
            <p:cNvSpPr/>
            <p:nvPr/>
          </p:nvSpPr>
          <p:spPr>
            <a:xfrm>
              <a:off x="883408" y="2548662"/>
              <a:ext cx="33776" cy="10615"/>
            </a:xfrm>
            <a:custGeom>
              <a:avLst/>
              <a:gdLst/>
              <a:ahLst/>
              <a:cxnLst/>
              <a:rect l="l" t="t" r="r" b="b"/>
              <a:pathLst>
                <a:path w="2291" h="720" extrusionOk="0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695;p44">
              <a:extLst>
                <a:ext uri="{FF2B5EF4-FFF2-40B4-BE49-F238E27FC236}">
                  <a16:creationId xmlns:a16="http://schemas.microsoft.com/office/drawing/2014/main" id="{7664092B-EB1E-4194-B635-50CA3B448218}"/>
                </a:ext>
              </a:extLst>
            </p:cNvPr>
            <p:cNvSpPr/>
            <p:nvPr/>
          </p:nvSpPr>
          <p:spPr>
            <a:xfrm>
              <a:off x="704416" y="2562005"/>
              <a:ext cx="162878" cy="97435"/>
            </a:xfrm>
            <a:custGeom>
              <a:avLst/>
              <a:gdLst/>
              <a:ahLst/>
              <a:cxnLst/>
              <a:rect l="l" t="t" r="r" b="b"/>
              <a:pathLst>
                <a:path w="11048" h="6609" extrusionOk="0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696;p44">
              <a:extLst>
                <a:ext uri="{FF2B5EF4-FFF2-40B4-BE49-F238E27FC236}">
                  <a16:creationId xmlns:a16="http://schemas.microsoft.com/office/drawing/2014/main" id="{749CDE58-0FFE-4AC7-A592-61046447A6C2}"/>
                </a:ext>
              </a:extLst>
            </p:cNvPr>
            <p:cNvSpPr/>
            <p:nvPr/>
          </p:nvSpPr>
          <p:spPr>
            <a:xfrm>
              <a:off x="966851" y="2670850"/>
              <a:ext cx="47472" cy="61094"/>
            </a:xfrm>
            <a:custGeom>
              <a:avLst/>
              <a:gdLst/>
              <a:ahLst/>
              <a:cxnLst/>
              <a:rect l="l" t="t" r="r" b="b"/>
              <a:pathLst>
                <a:path w="3220" h="4144" extrusionOk="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697;p44">
              <a:extLst>
                <a:ext uri="{FF2B5EF4-FFF2-40B4-BE49-F238E27FC236}">
                  <a16:creationId xmlns:a16="http://schemas.microsoft.com/office/drawing/2014/main" id="{43EEE059-D481-41F2-8C43-C5AA86ACE939}"/>
                </a:ext>
              </a:extLst>
            </p:cNvPr>
            <p:cNvSpPr/>
            <p:nvPr/>
          </p:nvSpPr>
          <p:spPr>
            <a:xfrm>
              <a:off x="762208" y="2652333"/>
              <a:ext cx="223293" cy="296093"/>
            </a:xfrm>
            <a:custGeom>
              <a:avLst/>
              <a:gdLst/>
              <a:ahLst/>
              <a:cxnLst/>
              <a:rect l="l" t="t" r="r" b="b"/>
              <a:pathLst>
                <a:path w="15146" h="20084" extrusionOk="0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698;p44">
              <a:extLst>
                <a:ext uri="{FF2B5EF4-FFF2-40B4-BE49-F238E27FC236}">
                  <a16:creationId xmlns:a16="http://schemas.microsoft.com/office/drawing/2014/main" id="{D4B621ED-DD40-4A81-BF5D-D5A40C04822C}"/>
                </a:ext>
              </a:extLst>
            </p:cNvPr>
            <p:cNvSpPr/>
            <p:nvPr/>
          </p:nvSpPr>
          <p:spPr>
            <a:xfrm>
              <a:off x="758050" y="2648117"/>
              <a:ext cx="231402" cy="304466"/>
            </a:xfrm>
            <a:custGeom>
              <a:avLst/>
              <a:gdLst/>
              <a:ahLst/>
              <a:cxnLst/>
              <a:rect l="l" t="t" r="r" b="b"/>
              <a:pathLst>
                <a:path w="15696" h="20652" extrusionOk="0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699;p44">
              <a:extLst>
                <a:ext uri="{FF2B5EF4-FFF2-40B4-BE49-F238E27FC236}">
                  <a16:creationId xmlns:a16="http://schemas.microsoft.com/office/drawing/2014/main" id="{0146BB0D-F24F-4FA4-9D9A-9FE8DDF36FAF}"/>
                </a:ext>
              </a:extLst>
            </p:cNvPr>
            <p:cNvSpPr/>
            <p:nvPr/>
          </p:nvSpPr>
          <p:spPr>
            <a:xfrm>
              <a:off x="732074" y="2740008"/>
              <a:ext cx="51246" cy="75792"/>
            </a:xfrm>
            <a:custGeom>
              <a:avLst/>
              <a:gdLst/>
              <a:ahLst/>
              <a:cxnLst/>
              <a:rect l="l" t="t" r="r" b="b"/>
              <a:pathLst>
                <a:path w="3476" h="5141" extrusionOk="0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700;p44">
              <a:extLst>
                <a:ext uri="{FF2B5EF4-FFF2-40B4-BE49-F238E27FC236}">
                  <a16:creationId xmlns:a16="http://schemas.microsoft.com/office/drawing/2014/main" id="{9E45703A-B044-40D0-AF5A-6E0CDA859526}"/>
                </a:ext>
              </a:extLst>
            </p:cNvPr>
            <p:cNvSpPr/>
            <p:nvPr/>
          </p:nvSpPr>
          <p:spPr>
            <a:xfrm>
              <a:off x="729700" y="2735806"/>
              <a:ext cx="58352" cy="84210"/>
            </a:xfrm>
            <a:custGeom>
              <a:avLst/>
              <a:gdLst/>
              <a:ahLst/>
              <a:cxnLst/>
              <a:rect l="l" t="t" r="r" b="b"/>
              <a:pathLst>
                <a:path w="3958" h="5712" extrusionOk="0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701;p44">
              <a:extLst>
                <a:ext uri="{FF2B5EF4-FFF2-40B4-BE49-F238E27FC236}">
                  <a16:creationId xmlns:a16="http://schemas.microsoft.com/office/drawing/2014/main" id="{1891CBD2-5C1E-40A8-96A9-4ED79FB7572D}"/>
                </a:ext>
              </a:extLst>
            </p:cNvPr>
            <p:cNvSpPr/>
            <p:nvPr/>
          </p:nvSpPr>
          <p:spPr>
            <a:xfrm>
              <a:off x="841907" y="2747733"/>
              <a:ext cx="51865" cy="20360"/>
            </a:xfrm>
            <a:custGeom>
              <a:avLst/>
              <a:gdLst/>
              <a:ahLst/>
              <a:cxnLst/>
              <a:rect l="l" t="t" r="r" b="b"/>
              <a:pathLst>
                <a:path w="3518" h="1381" extrusionOk="0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702;p44">
              <a:extLst>
                <a:ext uri="{FF2B5EF4-FFF2-40B4-BE49-F238E27FC236}">
                  <a16:creationId xmlns:a16="http://schemas.microsoft.com/office/drawing/2014/main" id="{0FA0E0B7-51B3-4D62-B432-EA5DEF70CE5A}"/>
                </a:ext>
              </a:extLst>
            </p:cNvPr>
            <p:cNvSpPr/>
            <p:nvPr/>
          </p:nvSpPr>
          <p:spPr>
            <a:xfrm>
              <a:off x="933341" y="2744446"/>
              <a:ext cx="36046" cy="14124"/>
            </a:xfrm>
            <a:custGeom>
              <a:avLst/>
              <a:gdLst/>
              <a:ahLst/>
              <a:cxnLst/>
              <a:rect l="l" t="t" r="r" b="b"/>
              <a:pathLst>
                <a:path w="2445" h="958" extrusionOk="0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703;p44">
              <a:extLst>
                <a:ext uri="{FF2B5EF4-FFF2-40B4-BE49-F238E27FC236}">
                  <a16:creationId xmlns:a16="http://schemas.microsoft.com/office/drawing/2014/main" id="{D3BD9102-5DD0-4FEE-B5F6-7022A01E939C}"/>
                </a:ext>
              </a:extLst>
            </p:cNvPr>
            <p:cNvSpPr/>
            <p:nvPr/>
          </p:nvSpPr>
          <p:spPr>
            <a:xfrm>
              <a:off x="928550" y="2740244"/>
              <a:ext cx="45820" cy="22527"/>
            </a:xfrm>
            <a:custGeom>
              <a:avLst/>
              <a:gdLst/>
              <a:ahLst/>
              <a:cxnLst/>
              <a:rect l="l" t="t" r="r" b="b"/>
              <a:pathLst>
                <a:path w="3108" h="1528" extrusionOk="0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704;p44">
              <a:extLst>
                <a:ext uri="{FF2B5EF4-FFF2-40B4-BE49-F238E27FC236}">
                  <a16:creationId xmlns:a16="http://schemas.microsoft.com/office/drawing/2014/main" id="{BB6D2258-BB4C-4EC7-BE69-6EAAF947EFAF}"/>
                </a:ext>
              </a:extLst>
            </p:cNvPr>
            <p:cNvSpPr/>
            <p:nvPr/>
          </p:nvSpPr>
          <p:spPr>
            <a:xfrm>
              <a:off x="891472" y="2768108"/>
              <a:ext cx="45806" cy="78652"/>
            </a:xfrm>
            <a:custGeom>
              <a:avLst/>
              <a:gdLst/>
              <a:ahLst/>
              <a:cxnLst/>
              <a:rect l="l" t="t" r="r" b="b"/>
              <a:pathLst>
                <a:path w="3107" h="5335" extrusionOk="0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705;p44">
              <a:extLst>
                <a:ext uri="{FF2B5EF4-FFF2-40B4-BE49-F238E27FC236}">
                  <a16:creationId xmlns:a16="http://schemas.microsoft.com/office/drawing/2014/main" id="{91F7E841-E57F-44B3-A72F-BBEC0540E409}"/>
                </a:ext>
              </a:extLst>
            </p:cNvPr>
            <p:cNvSpPr/>
            <p:nvPr/>
          </p:nvSpPr>
          <p:spPr>
            <a:xfrm>
              <a:off x="837720" y="2842337"/>
              <a:ext cx="54902" cy="32935"/>
            </a:xfrm>
            <a:custGeom>
              <a:avLst/>
              <a:gdLst/>
              <a:ahLst/>
              <a:cxnLst/>
              <a:rect l="l" t="t" r="r" b="b"/>
              <a:pathLst>
                <a:path w="3724" h="2234" extrusionOk="0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706;p44">
              <a:extLst>
                <a:ext uri="{FF2B5EF4-FFF2-40B4-BE49-F238E27FC236}">
                  <a16:creationId xmlns:a16="http://schemas.microsoft.com/office/drawing/2014/main" id="{B2502759-692B-4DC4-A482-79DB23B9FCB5}"/>
                </a:ext>
              </a:extLst>
            </p:cNvPr>
            <p:cNvSpPr/>
            <p:nvPr/>
          </p:nvSpPr>
          <p:spPr>
            <a:xfrm>
              <a:off x="867913" y="2775435"/>
              <a:ext cx="14581" cy="26375"/>
            </a:xfrm>
            <a:custGeom>
              <a:avLst/>
              <a:gdLst/>
              <a:ahLst/>
              <a:cxnLst/>
              <a:rect l="l" t="t" r="r" b="b"/>
              <a:pathLst>
                <a:path w="989" h="1789" extrusionOk="0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707;p44">
              <a:extLst>
                <a:ext uri="{FF2B5EF4-FFF2-40B4-BE49-F238E27FC236}">
                  <a16:creationId xmlns:a16="http://schemas.microsoft.com/office/drawing/2014/main" id="{BD977204-D675-437E-9FE0-35EDF2F1A154}"/>
                </a:ext>
              </a:extLst>
            </p:cNvPr>
            <p:cNvSpPr/>
            <p:nvPr/>
          </p:nvSpPr>
          <p:spPr>
            <a:xfrm>
              <a:off x="936083" y="2769700"/>
              <a:ext cx="14581" cy="26345"/>
            </a:xfrm>
            <a:custGeom>
              <a:avLst/>
              <a:gdLst/>
              <a:ahLst/>
              <a:cxnLst/>
              <a:rect l="l" t="t" r="r" b="b"/>
              <a:pathLst>
                <a:path w="989" h="1787" extrusionOk="0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708;p44">
              <a:extLst>
                <a:ext uri="{FF2B5EF4-FFF2-40B4-BE49-F238E27FC236}">
                  <a16:creationId xmlns:a16="http://schemas.microsoft.com/office/drawing/2014/main" id="{D7CDCF78-E40C-449D-934E-3AFCF4EDD1E7}"/>
                </a:ext>
              </a:extLst>
            </p:cNvPr>
            <p:cNvSpPr/>
            <p:nvPr/>
          </p:nvSpPr>
          <p:spPr>
            <a:xfrm>
              <a:off x="477437" y="3010522"/>
              <a:ext cx="194412" cy="456670"/>
            </a:xfrm>
            <a:custGeom>
              <a:avLst/>
              <a:gdLst/>
              <a:ahLst/>
              <a:cxnLst/>
              <a:rect l="l" t="t" r="r" b="b"/>
              <a:pathLst>
                <a:path w="13187" h="30976" extrusionOk="0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709;p44">
              <a:extLst>
                <a:ext uri="{FF2B5EF4-FFF2-40B4-BE49-F238E27FC236}">
                  <a16:creationId xmlns:a16="http://schemas.microsoft.com/office/drawing/2014/main" id="{06A40446-92F4-4CCE-8A7C-762B6B29024D}"/>
                </a:ext>
              </a:extLst>
            </p:cNvPr>
            <p:cNvSpPr/>
            <p:nvPr/>
          </p:nvSpPr>
          <p:spPr>
            <a:xfrm>
              <a:off x="472897" y="3006394"/>
              <a:ext cx="201518" cy="465000"/>
            </a:xfrm>
            <a:custGeom>
              <a:avLst/>
              <a:gdLst/>
              <a:ahLst/>
              <a:cxnLst/>
              <a:rect l="l" t="t" r="r" b="b"/>
              <a:pathLst>
                <a:path w="13669" h="31541" extrusionOk="0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710;p44">
              <a:extLst>
                <a:ext uri="{FF2B5EF4-FFF2-40B4-BE49-F238E27FC236}">
                  <a16:creationId xmlns:a16="http://schemas.microsoft.com/office/drawing/2014/main" id="{DAB0AB24-84F0-4E93-BCAD-86540ED3E01A}"/>
                </a:ext>
              </a:extLst>
            </p:cNvPr>
            <p:cNvSpPr/>
            <p:nvPr/>
          </p:nvSpPr>
          <p:spPr>
            <a:xfrm>
              <a:off x="525720" y="3354233"/>
              <a:ext cx="106501" cy="9627"/>
            </a:xfrm>
            <a:custGeom>
              <a:avLst/>
              <a:gdLst/>
              <a:ahLst/>
              <a:cxnLst/>
              <a:rect l="l" t="t" r="r" b="b"/>
              <a:pathLst>
                <a:path w="7224" h="653" extrusionOk="0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711;p44">
              <a:extLst>
                <a:ext uri="{FF2B5EF4-FFF2-40B4-BE49-F238E27FC236}">
                  <a16:creationId xmlns:a16="http://schemas.microsoft.com/office/drawing/2014/main" id="{94DE9104-AF36-4684-9E51-E0441EDCE3CE}"/>
                </a:ext>
              </a:extLst>
            </p:cNvPr>
            <p:cNvSpPr/>
            <p:nvPr/>
          </p:nvSpPr>
          <p:spPr>
            <a:xfrm>
              <a:off x="521208" y="3350002"/>
              <a:ext cx="115553" cy="18045"/>
            </a:xfrm>
            <a:custGeom>
              <a:avLst/>
              <a:gdLst/>
              <a:ahLst/>
              <a:cxnLst/>
              <a:rect l="l" t="t" r="r" b="b"/>
              <a:pathLst>
                <a:path w="7838" h="1224" extrusionOk="0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712;p44">
              <a:extLst>
                <a:ext uri="{FF2B5EF4-FFF2-40B4-BE49-F238E27FC236}">
                  <a16:creationId xmlns:a16="http://schemas.microsoft.com/office/drawing/2014/main" id="{7B79CDBC-2623-4AF0-897F-F5DEA7026569}"/>
                </a:ext>
              </a:extLst>
            </p:cNvPr>
            <p:cNvSpPr/>
            <p:nvPr/>
          </p:nvSpPr>
          <p:spPr>
            <a:xfrm>
              <a:off x="574960" y="3334169"/>
              <a:ext cx="14816" cy="3066"/>
            </a:xfrm>
            <a:custGeom>
              <a:avLst/>
              <a:gdLst/>
              <a:ahLst/>
              <a:cxnLst/>
              <a:rect l="l" t="t" r="r" b="b"/>
              <a:pathLst>
                <a:path w="1005" h="208" extrusionOk="0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713;p44">
              <a:extLst>
                <a:ext uri="{FF2B5EF4-FFF2-40B4-BE49-F238E27FC236}">
                  <a16:creationId xmlns:a16="http://schemas.microsoft.com/office/drawing/2014/main" id="{1BECE566-B12C-40CB-A6F4-8804AA27DDD1}"/>
                </a:ext>
              </a:extLst>
            </p:cNvPr>
            <p:cNvSpPr/>
            <p:nvPr/>
          </p:nvSpPr>
          <p:spPr>
            <a:xfrm>
              <a:off x="570508" y="3329967"/>
              <a:ext cx="23736" cy="11470"/>
            </a:xfrm>
            <a:custGeom>
              <a:avLst/>
              <a:gdLst/>
              <a:ahLst/>
              <a:cxnLst/>
              <a:rect l="l" t="t" r="r" b="b"/>
              <a:pathLst>
                <a:path w="1610" h="778" extrusionOk="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714;p44">
              <a:extLst>
                <a:ext uri="{FF2B5EF4-FFF2-40B4-BE49-F238E27FC236}">
                  <a16:creationId xmlns:a16="http://schemas.microsoft.com/office/drawing/2014/main" id="{C066EAEB-3907-4597-AF67-3DD1144920BE}"/>
                </a:ext>
              </a:extLst>
            </p:cNvPr>
            <p:cNvSpPr/>
            <p:nvPr/>
          </p:nvSpPr>
          <p:spPr>
            <a:xfrm>
              <a:off x="486047" y="3335009"/>
              <a:ext cx="56715" cy="18517"/>
            </a:xfrm>
            <a:custGeom>
              <a:avLst/>
              <a:gdLst/>
              <a:ahLst/>
              <a:cxnLst/>
              <a:rect l="l" t="t" r="r" b="b"/>
              <a:pathLst>
                <a:path w="3847" h="1256" extrusionOk="0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715;p44">
              <a:extLst>
                <a:ext uri="{FF2B5EF4-FFF2-40B4-BE49-F238E27FC236}">
                  <a16:creationId xmlns:a16="http://schemas.microsoft.com/office/drawing/2014/main" id="{BDAC31E7-A850-48E9-BF18-37418658E969}"/>
                </a:ext>
              </a:extLst>
            </p:cNvPr>
            <p:cNvSpPr/>
            <p:nvPr/>
          </p:nvSpPr>
          <p:spPr>
            <a:xfrm>
              <a:off x="481492" y="3330778"/>
              <a:ext cx="65856" cy="26964"/>
            </a:xfrm>
            <a:custGeom>
              <a:avLst/>
              <a:gdLst/>
              <a:ahLst/>
              <a:cxnLst/>
              <a:rect l="l" t="t" r="r" b="b"/>
              <a:pathLst>
                <a:path w="4467" h="1829" extrusionOk="0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716;p44">
              <a:extLst>
                <a:ext uri="{FF2B5EF4-FFF2-40B4-BE49-F238E27FC236}">
                  <a16:creationId xmlns:a16="http://schemas.microsoft.com/office/drawing/2014/main" id="{865885D7-4163-413C-B04F-C2E7AE0CF28B}"/>
                </a:ext>
              </a:extLst>
            </p:cNvPr>
            <p:cNvSpPr/>
            <p:nvPr/>
          </p:nvSpPr>
          <p:spPr>
            <a:xfrm>
              <a:off x="449529" y="3393316"/>
              <a:ext cx="220138" cy="137210"/>
            </a:xfrm>
            <a:custGeom>
              <a:avLst/>
              <a:gdLst/>
              <a:ahLst/>
              <a:cxnLst/>
              <a:rect l="l" t="t" r="r" b="b"/>
              <a:pathLst>
                <a:path w="14932" h="9307" extrusionOk="0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717;p44">
              <a:extLst>
                <a:ext uri="{FF2B5EF4-FFF2-40B4-BE49-F238E27FC236}">
                  <a16:creationId xmlns:a16="http://schemas.microsoft.com/office/drawing/2014/main" id="{9B9FD0AB-17CD-4B83-B619-6F31146D3EFA}"/>
                </a:ext>
              </a:extLst>
            </p:cNvPr>
            <p:cNvSpPr/>
            <p:nvPr/>
          </p:nvSpPr>
          <p:spPr>
            <a:xfrm>
              <a:off x="445195" y="3389115"/>
              <a:ext cx="215833" cy="145540"/>
            </a:xfrm>
            <a:custGeom>
              <a:avLst/>
              <a:gdLst/>
              <a:ahLst/>
              <a:cxnLst/>
              <a:rect l="l" t="t" r="r" b="b"/>
              <a:pathLst>
                <a:path w="14640" h="9872" extrusionOk="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718;p44">
              <a:extLst>
                <a:ext uri="{FF2B5EF4-FFF2-40B4-BE49-F238E27FC236}">
                  <a16:creationId xmlns:a16="http://schemas.microsoft.com/office/drawing/2014/main" id="{988FEB37-1AE6-4F6D-A386-0E948D53BC3F}"/>
                </a:ext>
              </a:extLst>
            </p:cNvPr>
            <p:cNvSpPr/>
            <p:nvPr/>
          </p:nvSpPr>
          <p:spPr>
            <a:xfrm>
              <a:off x="473840" y="3341334"/>
              <a:ext cx="667698" cy="227967"/>
            </a:xfrm>
            <a:custGeom>
              <a:avLst/>
              <a:gdLst/>
              <a:ahLst/>
              <a:cxnLst/>
              <a:rect l="l" t="t" r="r" b="b"/>
              <a:pathLst>
                <a:path w="45290" h="15463" extrusionOk="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1719;p44">
              <a:extLst>
                <a:ext uri="{FF2B5EF4-FFF2-40B4-BE49-F238E27FC236}">
                  <a16:creationId xmlns:a16="http://schemas.microsoft.com/office/drawing/2014/main" id="{9B71DCDB-29B8-4BE5-ACEB-889D7BFFCD95}"/>
                </a:ext>
              </a:extLst>
            </p:cNvPr>
            <p:cNvSpPr/>
            <p:nvPr/>
          </p:nvSpPr>
          <p:spPr>
            <a:xfrm>
              <a:off x="474990" y="3337117"/>
              <a:ext cx="661476" cy="236370"/>
            </a:xfrm>
            <a:custGeom>
              <a:avLst/>
              <a:gdLst/>
              <a:ahLst/>
              <a:cxnLst/>
              <a:rect l="l" t="t" r="r" b="b"/>
              <a:pathLst>
                <a:path w="44868" h="16033" extrusionOk="0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1720;p44">
              <a:extLst>
                <a:ext uri="{FF2B5EF4-FFF2-40B4-BE49-F238E27FC236}">
                  <a16:creationId xmlns:a16="http://schemas.microsoft.com/office/drawing/2014/main" id="{BBCD61B2-1C90-4EB4-9E9E-7F1878C7E10C}"/>
                </a:ext>
              </a:extLst>
            </p:cNvPr>
            <p:cNvSpPr/>
            <p:nvPr/>
          </p:nvSpPr>
          <p:spPr>
            <a:xfrm>
              <a:off x="990572" y="3367738"/>
              <a:ext cx="121421" cy="25829"/>
            </a:xfrm>
            <a:custGeom>
              <a:avLst/>
              <a:gdLst/>
              <a:ahLst/>
              <a:cxnLst/>
              <a:rect l="l" t="t" r="r" b="b"/>
              <a:pathLst>
                <a:path w="8236" h="1752" extrusionOk="0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1721;p44">
              <a:extLst>
                <a:ext uri="{FF2B5EF4-FFF2-40B4-BE49-F238E27FC236}">
                  <a16:creationId xmlns:a16="http://schemas.microsoft.com/office/drawing/2014/main" id="{FE5E1448-CD83-42CB-9B5B-AD19B3F2904A}"/>
                </a:ext>
              </a:extLst>
            </p:cNvPr>
            <p:cNvSpPr/>
            <p:nvPr/>
          </p:nvSpPr>
          <p:spPr>
            <a:xfrm>
              <a:off x="1013306" y="3349177"/>
              <a:ext cx="120507" cy="34881"/>
            </a:xfrm>
            <a:custGeom>
              <a:avLst/>
              <a:gdLst/>
              <a:ahLst/>
              <a:cxnLst/>
              <a:rect l="l" t="t" r="r" b="b"/>
              <a:pathLst>
                <a:path w="8174" h="2366" extrusionOk="0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1722;p44">
              <a:extLst>
                <a:ext uri="{FF2B5EF4-FFF2-40B4-BE49-F238E27FC236}">
                  <a16:creationId xmlns:a16="http://schemas.microsoft.com/office/drawing/2014/main" id="{1DA61D1C-71A8-4608-ABD8-9CD910FAC191}"/>
                </a:ext>
              </a:extLst>
            </p:cNvPr>
            <p:cNvSpPr/>
            <p:nvPr/>
          </p:nvSpPr>
          <p:spPr>
            <a:xfrm>
              <a:off x="913497" y="3407514"/>
              <a:ext cx="583178" cy="29294"/>
            </a:xfrm>
            <a:custGeom>
              <a:avLst/>
              <a:gdLst/>
              <a:ahLst/>
              <a:cxnLst/>
              <a:rect l="l" t="t" r="r" b="b"/>
              <a:pathLst>
                <a:path w="39557" h="1987" extrusionOk="0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1723;p44">
              <a:extLst>
                <a:ext uri="{FF2B5EF4-FFF2-40B4-BE49-F238E27FC236}">
                  <a16:creationId xmlns:a16="http://schemas.microsoft.com/office/drawing/2014/main" id="{B6B77C55-F628-4099-9F26-595690720498}"/>
                </a:ext>
              </a:extLst>
            </p:cNvPr>
            <p:cNvSpPr/>
            <p:nvPr/>
          </p:nvSpPr>
          <p:spPr>
            <a:xfrm>
              <a:off x="909207" y="3403356"/>
              <a:ext cx="591655" cy="37682"/>
            </a:xfrm>
            <a:custGeom>
              <a:avLst/>
              <a:gdLst/>
              <a:ahLst/>
              <a:cxnLst/>
              <a:rect l="l" t="t" r="r" b="b"/>
              <a:pathLst>
                <a:path w="40132" h="2556" extrusionOk="0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1724;p44">
              <a:extLst>
                <a:ext uri="{FF2B5EF4-FFF2-40B4-BE49-F238E27FC236}">
                  <a16:creationId xmlns:a16="http://schemas.microsoft.com/office/drawing/2014/main" id="{B4A9A309-2B08-49CC-82C8-3E81273471BA}"/>
                </a:ext>
              </a:extLst>
            </p:cNvPr>
            <p:cNvSpPr/>
            <p:nvPr/>
          </p:nvSpPr>
          <p:spPr>
            <a:xfrm>
              <a:off x="1176655" y="3120281"/>
              <a:ext cx="393483" cy="304422"/>
            </a:xfrm>
            <a:custGeom>
              <a:avLst/>
              <a:gdLst/>
              <a:ahLst/>
              <a:cxnLst/>
              <a:rect l="l" t="t" r="r" b="b"/>
              <a:pathLst>
                <a:path w="26690" h="20649" extrusionOk="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725;p44">
              <a:extLst>
                <a:ext uri="{FF2B5EF4-FFF2-40B4-BE49-F238E27FC236}">
                  <a16:creationId xmlns:a16="http://schemas.microsoft.com/office/drawing/2014/main" id="{68E74633-21F2-4E38-98E3-7005063C949C}"/>
                </a:ext>
              </a:extLst>
            </p:cNvPr>
            <p:cNvSpPr/>
            <p:nvPr/>
          </p:nvSpPr>
          <p:spPr>
            <a:xfrm>
              <a:off x="1171893" y="3116065"/>
              <a:ext cx="403007" cy="312855"/>
            </a:xfrm>
            <a:custGeom>
              <a:avLst/>
              <a:gdLst/>
              <a:ahLst/>
              <a:cxnLst/>
              <a:rect l="l" t="t" r="r" b="b"/>
              <a:pathLst>
                <a:path w="27336" h="21221" extrusionOk="0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726;p44">
              <a:extLst>
                <a:ext uri="{FF2B5EF4-FFF2-40B4-BE49-F238E27FC236}">
                  <a16:creationId xmlns:a16="http://schemas.microsoft.com/office/drawing/2014/main" id="{01598E43-330A-466F-9339-436C677B6F81}"/>
                </a:ext>
              </a:extLst>
            </p:cNvPr>
            <p:cNvSpPr/>
            <p:nvPr/>
          </p:nvSpPr>
          <p:spPr>
            <a:xfrm>
              <a:off x="797797" y="3598432"/>
              <a:ext cx="72991" cy="49447"/>
            </a:xfrm>
            <a:custGeom>
              <a:avLst/>
              <a:gdLst/>
              <a:ahLst/>
              <a:cxnLst/>
              <a:rect l="l" t="t" r="r" b="b"/>
              <a:pathLst>
                <a:path w="4951" h="3354" extrusionOk="0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727;p44">
              <a:extLst>
                <a:ext uri="{FF2B5EF4-FFF2-40B4-BE49-F238E27FC236}">
                  <a16:creationId xmlns:a16="http://schemas.microsoft.com/office/drawing/2014/main" id="{26142F82-1BE1-4469-BC92-99CDB418E640}"/>
                </a:ext>
              </a:extLst>
            </p:cNvPr>
            <p:cNvSpPr/>
            <p:nvPr/>
          </p:nvSpPr>
          <p:spPr>
            <a:xfrm>
              <a:off x="793521" y="3594215"/>
              <a:ext cx="81512" cy="57880"/>
            </a:xfrm>
            <a:custGeom>
              <a:avLst/>
              <a:gdLst/>
              <a:ahLst/>
              <a:cxnLst/>
              <a:rect l="l" t="t" r="r" b="b"/>
              <a:pathLst>
                <a:path w="5529" h="3926" extrusionOk="0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728;p44">
              <a:extLst>
                <a:ext uri="{FF2B5EF4-FFF2-40B4-BE49-F238E27FC236}">
                  <a16:creationId xmlns:a16="http://schemas.microsoft.com/office/drawing/2014/main" id="{AD283BF4-8A86-47DB-A1C6-3B8C78E83E1E}"/>
                </a:ext>
              </a:extLst>
            </p:cNvPr>
            <p:cNvSpPr/>
            <p:nvPr/>
          </p:nvSpPr>
          <p:spPr>
            <a:xfrm>
              <a:off x="556974" y="4717256"/>
              <a:ext cx="169571" cy="214816"/>
            </a:xfrm>
            <a:custGeom>
              <a:avLst/>
              <a:gdLst/>
              <a:ahLst/>
              <a:cxnLst/>
              <a:rect l="l" t="t" r="r" b="b"/>
              <a:pathLst>
                <a:path w="11502" h="14571" extrusionOk="0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729;p44">
              <a:extLst>
                <a:ext uri="{FF2B5EF4-FFF2-40B4-BE49-F238E27FC236}">
                  <a16:creationId xmlns:a16="http://schemas.microsoft.com/office/drawing/2014/main" id="{06AEE453-D568-4EA9-9AA2-EB1AA37DF1FE}"/>
                </a:ext>
              </a:extLst>
            </p:cNvPr>
            <p:cNvSpPr/>
            <p:nvPr/>
          </p:nvSpPr>
          <p:spPr>
            <a:xfrm>
              <a:off x="559628" y="4713069"/>
              <a:ext cx="163143" cy="223234"/>
            </a:xfrm>
            <a:custGeom>
              <a:avLst/>
              <a:gdLst/>
              <a:ahLst/>
              <a:cxnLst/>
              <a:rect l="l" t="t" r="r" b="b"/>
              <a:pathLst>
                <a:path w="11066" h="15142" extrusionOk="0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730;p44">
              <a:extLst>
                <a:ext uri="{FF2B5EF4-FFF2-40B4-BE49-F238E27FC236}">
                  <a16:creationId xmlns:a16="http://schemas.microsoft.com/office/drawing/2014/main" id="{A1C8CA4C-84D7-4BDD-8C9E-7B815CA1B53A}"/>
                </a:ext>
              </a:extLst>
            </p:cNvPr>
            <p:cNvSpPr/>
            <p:nvPr/>
          </p:nvSpPr>
          <p:spPr>
            <a:xfrm>
              <a:off x="610505" y="4743498"/>
              <a:ext cx="58499" cy="95872"/>
            </a:xfrm>
            <a:custGeom>
              <a:avLst/>
              <a:gdLst/>
              <a:ahLst/>
              <a:cxnLst/>
              <a:rect l="l" t="t" r="r" b="b"/>
              <a:pathLst>
                <a:path w="3968" h="6503" extrusionOk="0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731;p44">
              <a:extLst>
                <a:ext uri="{FF2B5EF4-FFF2-40B4-BE49-F238E27FC236}">
                  <a16:creationId xmlns:a16="http://schemas.microsoft.com/office/drawing/2014/main" id="{498CC750-D822-41CE-823B-3713988C056D}"/>
                </a:ext>
              </a:extLst>
            </p:cNvPr>
            <p:cNvSpPr/>
            <p:nvPr/>
          </p:nvSpPr>
          <p:spPr>
            <a:xfrm>
              <a:off x="609783" y="4739267"/>
              <a:ext cx="63408" cy="104319"/>
            </a:xfrm>
            <a:custGeom>
              <a:avLst/>
              <a:gdLst/>
              <a:ahLst/>
              <a:cxnLst/>
              <a:rect l="l" t="t" r="r" b="b"/>
              <a:pathLst>
                <a:path w="4301" h="7076" extrusionOk="0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732;p44">
              <a:extLst>
                <a:ext uri="{FF2B5EF4-FFF2-40B4-BE49-F238E27FC236}">
                  <a16:creationId xmlns:a16="http://schemas.microsoft.com/office/drawing/2014/main" id="{3BF2C4FD-AB56-440A-8566-FD3444644D43}"/>
                </a:ext>
              </a:extLst>
            </p:cNvPr>
            <p:cNvSpPr/>
            <p:nvPr/>
          </p:nvSpPr>
          <p:spPr>
            <a:xfrm>
              <a:off x="570228" y="4896660"/>
              <a:ext cx="140233" cy="35412"/>
            </a:xfrm>
            <a:custGeom>
              <a:avLst/>
              <a:gdLst/>
              <a:ahLst/>
              <a:cxnLst/>
              <a:rect l="l" t="t" r="r" b="b"/>
              <a:pathLst>
                <a:path w="9512" h="2402" extrusionOk="0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733;p44">
              <a:extLst>
                <a:ext uri="{FF2B5EF4-FFF2-40B4-BE49-F238E27FC236}">
                  <a16:creationId xmlns:a16="http://schemas.microsoft.com/office/drawing/2014/main" id="{AFB005F4-C48E-4EA3-8F18-20AEAE1A10BC}"/>
                </a:ext>
              </a:extLst>
            </p:cNvPr>
            <p:cNvSpPr/>
            <p:nvPr/>
          </p:nvSpPr>
          <p:spPr>
            <a:xfrm>
              <a:off x="565894" y="4892429"/>
              <a:ext cx="148975" cy="43874"/>
            </a:xfrm>
            <a:custGeom>
              <a:avLst/>
              <a:gdLst/>
              <a:ahLst/>
              <a:cxnLst/>
              <a:rect l="l" t="t" r="r" b="b"/>
              <a:pathLst>
                <a:path w="10105" h="2976" extrusionOk="0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734;p44">
              <a:extLst>
                <a:ext uri="{FF2B5EF4-FFF2-40B4-BE49-F238E27FC236}">
                  <a16:creationId xmlns:a16="http://schemas.microsoft.com/office/drawing/2014/main" id="{38679AD1-0B10-4BB6-B83B-7013DF3DFE5C}"/>
                </a:ext>
              </a:extLst>
            </p:cNvPr>
            <p:cNvSpPr/>
            <p:nvPr/>
          </p:nvSpPr>
          <p:spPr>
            <a:xfrm>
              <a:off x="574916" y="4664728"/>
              <a:ext cx="131918" cy="88442"/>
            </a:xfrm>
            <a:custGeom>
              <a:avLst/>
              <a:gdLst/>
              <a:ahLst/>
              <a:cxnLst/>
              <a:rect l="l" t="t" r="r" b="b"/>
              <a:pathLst>
                <a:path w="8948" h="5999" extrusionOk="0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735;p44">
              <a:extLst>
                <a:ext uri="{FF2B5EF4-FFF2-40B4-BE49-F238E27FC236}">
                  <a16:creationId xmlns:a16="http://schemas.microsoft.com/office/drawing/2014/main" id="{317D85A9-306B-47E0-8D90-7609D1138541}"/>
                </a:ext>
              </a:extLst>
            </p:cNvPr>
            <p:cNvSpPr/>
            <p:nvPr/>
          </p:nvSpPr>
          <p:spPr>
            <a:xfrm>
              <a:off x="570538" y="4660496"/>
              <a:ext cx="140557" cy="96874"/>
            </a:xfrm>
            <a:custGeom>
              <a:avLst/>
              <a:gdLst/>
              <a:ahLst/>
              <a:cxnLst/>
              <a:rect l="l" t="t" r="r" b="b"/>
              <a:pathLst>
                <a:path w="9534" h="6571" extrusionOk="0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736;p44">
              <a:extLst>
                <a:ext uri="{FF2B5EF4-FFF2-40B4-BE49-F238E27FC236}">
                  <a16:creationId xmlns:a16="http://schemas.microsoft.com/office/drawing/2014/main" id="{F57124B5-B341-430E-9631-C1940A453C1C}"/>
                </a:ext>
              </a:extLst>
            </p:cNvPr>
            <p:cNvSpPr/>
            <p:nvPr/>
          </p:nvSpPr>
          <p:spPr>
            <a:xfrm>
              <a:off x="754261" y="4629109"/>
              <a:ext cx="163703" cy="113725"/>
            </a:xfrm>
            <a:custGeom>
              <a:avLst/>
              <a:gdLst/>
              <a:ahLst/>
              <a:cxnLst/>
              <a:rect l="l" t="t" r="r" b="b"/>
              <a:pathLst>
                <a:path w="11104" h="7714" extrusionOk="0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737;p44">
              <a:extLst>
                <a:ext uri="{FF2B5EF4-FFF2-40B4-BE49-F238E27FC236}">
                  <a16:creationId xmlns:a16="http://schemas.microsoft.com/office/drawing/2014/main" id="{E5C078AD-35DE-407F-9AD5-597844857E93}"/>
                </a:ext>
              </a:extLst>
            </p:cNvPr>
            <p:cNvSpPr/>
            <p:nvPr/>
          </p:nvSpPr>
          <p:spPr>
            <a:xfrm>
              <a:off x="750974" y="4624908"/>
              <a:ext cx="171310" cy="122158"/>
            </a:xfrm>
            <a:custGeom>
              <a:avLst/>
              <a:gdLst/>
              <a:ahLst/>
              <a:cxnLst/>
              <a:rect l="l" t="t" r="r" b="b"/>
              <a:pathLst>
                <a:path w="11620" h="8286" extrusionOk="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754;p44">
              <a:extLst>
                <a:ext uri="{FF2B5EF4-FFF2-40B4-BE49-F238E27FC236}">
                  <a16:creationId xmlns:a16="http://schemas.microsoft.com/office/drawing/2014/main" id="{BE073465-4936-472D-A082-E50553C34586}"/>
                </a:ext>
              </a:extLst>
            </p:cNvPr>
            <p:cNvSpPr/>
            <p:nvPr/>
          </p:nvSpPr>
          <p:spPr>
            <a:xfrm>
              <a:off x="1604341" y="3258347"/>
              <a:ext cx="72593" cy="8433"/>
            </a:xfrm>
            <a:custGeom>
              <a:avLst/>
              <a:gdLst/>
              <a:ahLst/>
              <a:cxnLst/>
              <a:rect l="l" t="t" r="r" b="b"/>
              <a:pathLst>
                <a:path w="4924" h="572" extrusionOk="0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755;p44">
              <a:extLst>
                <a:ext uri="{FF2B5EF4-FFF2-40B4-BE49-F238E27FC236}">
                  <a16:creationId xmlns:a16="http://schemas.microsoft.com/office/drawing/2014/main" id="{8FDBEA5D-F73A-40F1-9DBE-22CFFD217864}"/>
                </a:ext>
              </a:extLst>
            </p:cNvPr>
            <p:cNvSpPr/>
            <p:nvPr/>
          </p:nvSpPr>
          <p:spPr>
            <a:xfrm>
              <a:off x="1567514" y="3258347"/>
              <a:ext cx="12635" cy="8433"/>
            </a:xfrm>
            <a:custGeom>
              <a:avLst/>
              <a:gdLst/>
              <a:ahLst/>
              <a:cxnLst/>
              <a:rect l="l" t="t" r="r" b="b"/>
              <a:pathLst>
                <a:path w="857" h="572" extrusionOk="0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756;p44">
              <a:extLst>
                <a:ext uri="{FF2B5EF4-FFF2-40B4-BE49-F238E27FC236}">
                  <a16:creationId xmlns:a16="http://schemas.microsoft.com/office/drawing/2014/main" id="{C5153198-B169-4597-BBFE-706CCAD86866}"/>
                </a:ext>
              </a:extLst>
            </p:cNvPr>
            <p:cNvSpPr/>
            <p:nvPr/>
          </p:nvSpPr>
          <p:spPr>
            <a:xfrm>
              <a:off x="1539178" y="3231928"/>
              <a:ext cx="52101" cy="60150"/>
            </a:xfrm>
            <a:custGeom>
              <a:avLst/>
              <a:gdLst/>
              <a:ahLst/>
              <a:cxnLst/>
              <a:rect l="l" t="t" r="r" b="b"/>
              <a:pathLst>
                <a:path w="3534" h="4080" extrusionOk="0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365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60325" y="141040"/>
            <a:ext cx="8276111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400" b="1" dirty="0">
                <a:solidFill>
                  <a:schemeClr val="accent1"/>
                </a:solidFill>
                <a:latin typeface="+mn-lt"/>
              </a:rPr>
              <a:t>Язык шаблонов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Django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4" name="Text Box 10">
            <a:extLst>
              <a:ext uri="{FF2B5EF4-FFF2-40B4-BE49-F238E27FC236}">
                <a16:creationId xmlns:a16="http://schemas.microsoft.com/office/drawing/2014/main" id="{31AF4EBF-8403-44DC-B27C-F2721ABA6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27" y="1004766"/>
            <a:ext cx="835292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В базе уже имеется несколько фильмов, но вновь созданное поле у них отсутствует. Это необходимо предусмотреть в 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html шаблоне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(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films.html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), используя язык шаблонов (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template language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):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5" name="Rectangle 6">
            <a:extLst>
              <a:ext uri="{FF2B5EF4-FFF2-40B4-BE49-F238E27FC236}">
                <a16:creationId xmlns:a16="http://schemas.microsoft.com/office/drawing/2014/main" id="{C6C6741C-39FF-4313-865B-45A7E844E94F}"/>
              </a:ext>
            </a:extLst>
          </p:cNvPr>
          <p:cNvSpPr/>
          <p:nvPr/>
        </p:nvSpPr>
        <p:spPr>
          <a:xfrm>
            <a:off x="582627" y="2097676"/>
            <a:ext cx="438197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{% for film in films %}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&lt;h2&gt;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{{ film.name }}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&lt;/h2&gt;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&lt;p&gt;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{{ film.desc }}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&lt;/p&gt;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{% if film.pub_date %}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&lt;p&gt;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Film date - {{ film.pub_date }}!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&lt;/p&gt;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{% else %}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&lt;p&gt;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Film date - Unknown!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&lt;/p&gt;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{% endif %}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&lt;p&gt;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{{ film.rate }}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&lt;/p&gt;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+mn-lt"/>
              </a:rPr>
              <a:t>{% endfor %}</a:t>
            </a:r>
            <a:endParaRPr lang="en-US" sz="1600" b="1" dirty="0">
              <a:effectLst/>
              <a:latin typeface="+mn-lt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DE5F87D6-27CF-4A78-81A3-E0E94183DEF1}"/>
              </a:ext>
            </a:extLst>
          </p:cNvPr>
          <p:cNvGrpSpPr/>
          <p:nvPr/>
        </p:nvGrpSpPr>
        <p:grpSpPr>
          <a:xfrm>
            <a:off x="4994518" y="1928096"/>
            <a:ext cx="3321103" cy="3042976"/>
            <a:chOff x="4789714" y="984069"/>
            <a:chExt cx="4132457" cy="3786383"/>
          </a:xfrm>
        </p:grpSpPr>
        <p:sp>
          <p:nvSpPr>
            <p:cNvPr id="97" name="Google Shape;3134;p64">
              <a:extLst>
                <a:ext uri="{FF2B5EF4-FFF2-40B4-BE49-F238E27FC236}">
                  <a16:creationId xmlns:a16="http://schemas.microsoft.com/office/drawing/2014/main" id="{1E0C7676-FA0B-48DA-8D8A-34A1FB7FB326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135;p64">
              <a:extLst>
                <a:ext uri="{FF2B5EF4-FFF2-40B4-BE49-F238E27FC236}">
                  <a16:creationId xmlns:a16="http://schemas.microsoft.com/office/drawing/2014/main" id="{4CD6ED35-8230-47B2-8407-65A6175F45E3}"/>
                </a:ext>
              </a:extLst>
            </p:cNvPr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136;p64">
              <a:extLst>
                <a:ext uri="{FF2B5EF4-FFF2-40B4-BE49-F238E27FC236}">
                  <a16:creationId xmlns:a16="http://schemas.microsoft.com/office/drawing/2014/main" id="{D005C5D2-098F-444A-8C19-C04F16E7CD25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164;p64">
              <a:extLst>
                <a:ext uri="{FF2B5EF4-FFF2-40B4-BE49-F238E27FC236}">
                  <a16:creationId xmlns:a16="http://schemas.microsoft.com/office/drawing/2014/main" id="{64924507-E181-454B-93A3-21244DF9E12E}"/>
                </a:ext>
              </a:extLst>
            </p:cNvPr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165;p64">
              <a:extLst>
                <a:ext uri="{FF2B5EF4-FFF2-40B4-BE49-F238E27FC236}">
                  <a16:creationId xmlns:a16="http://schemas.microsoft.com/office/drawing/2014/main" id="{B02431C2-A7C9-4E65-85FD-0C28103831F1}"/>
                </a:ext>
              </a:extLst>
            </p:cNvPr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166;p64">
              <a:extLst>
                <a:ext uri="{FF2B5EF4-FFF2-40B4-BE49-F238E27FC236}">
                  <a16:creationId xmlns:a16="http://schemas.microsoft.com/office/drawing/2014/main" id="{C807E739-A235-4B92-96A7-2307928891B2}"/>
                </a:ext>
              </a:extLst>
            </p:cNvPr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167;p64">
              <a:extLst>
                <a:ext uri="{FF2B5EF4-FFF2-40B4-BE49-F238E27FC236}">
                  <a16:creationId xmlns:a16="http://schemas.microsoft.com/office/drawing/2014/main" id="{A8C0090F-7074-45F3-901A-30D52B8D0410}"/>
                </a:ext>
              </a:extLst>
            </p:cNvPr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168;p64">
              <a:extLst>
                <a:ext uri="{FF2B5EF4-FFF2-40B4-BE49-F238E27FC236}">
                  <a16:creationId xmlns:a16="http://schemas.microsoft.com/office/drawing/2014/main" id="{3C773840-5979-4750-851B-A4F61454AF70}"/>
                </a:ext>
              </a:extLst>
            </p:cNvPr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169;p64">
              <a:extLst>
                <a:ext uri="{FF2B5EF4-FFF2-40B4-BE49-F238E27FC236}">
                  <a16:creationId xmlns:a16="http://schemas.microsoft.com/office/drawing/2014/main" id="{848B7ADE-1B94-4240-A483-8CF02FF8F535}"/>
                </a:ext>
              </a:extLst>
            </p:cNvPr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170;p64">
              <a:extLst>
                <a:ext uri="{FF2B5EF4-FFF2-40B4-BE49-F238E27FC236}">
                  <a16:creationId xmlns:a16="http://schemas.microsoft.com/office/drawing/2014/main" id="{BAF114FB-3282-4930-9BDC-109AC929C7ED}"/>
                </a:ext>
              </a:extLst>
            </p:cNvPr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171;p64">
              <a:extLst>
                <a:ext uri="{FF2B5EF4-FFF2-40B4-BE49-F238E27FC236}">
                  <a16:creationId xmlns:a16="http://schemas.microsoft.com/office/drawing/2014/main" id="{CCA07F3D-18C9-46AA-A5A9-C3C0A941399F}"/>
                </a:ext>
              </a:extLst>
            </p:cNvPr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172;p64">
              <a:extLst>
                <a:ext uri="{FF2B5EF4-FFF2-40B4-BE49-F238E27FC236}">
                  <a16:creationId xmlns:a16="http://schemas.microsoft.com/office/drawing/2014/main" id="{9143F58D-86AA-4B99-943A-8DB2A0A7471E}"/>
                </a:ext>
              </a:extLst>
            </p:cNvPr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173;p64">
              <a:extLst>
                <a:ext uri="{FF2B5EF4-FFF2-40B4-BE49-F238E27FC236}">
                  <a16:creationId xmlns:a16="http://schemas.microsoft.com/office/drawing/2014/main" id="{613E32D7-0486-4BA7-B1AF-C827A0AC50A6}"/>
                </a:ext>
              </a:extLst>
            </p:cNvPr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174;p64">
              <a:extLst>
                <a:ext uri="{FF2B5EF4-FFF2-40B4-BE49-F238E27FC236}">
                  <a16:creationId xmlns:a16="http://schemas.microsoft.com/office/drawing/2014/main" id="{39D14EC2-0F68-43F4-9296-C201A4FC2D52}"/>
                </a:ext>
              </a:extLst>
            </p:cNvPr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175;p64">
              <a:extLst>
                <a:ext uri="{FF2B5EF4-FFF2-40B4-BE49-F238E27FC236}">
                  <a16:creationId xmlns:a16="http://schemas.microsoft.com/office/drawing/2014/main" id="{75A7C9D9-B45F-4036-934F-79E89326EB77}"/>
                </a:ext>
              </a:extLst>
            </p:cNvPr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176;p64">
              <a:extLst>
                <a:ext uri="{FF2B5EF4-FFF2-40B4-BE49-F238E27FC236}">
                  <a16:creationId xmlns:a16="http://schemas.microsoft.com/office/drawing/2014/main" id="{6B655846-E022-460C-8179-7E4B1AFEC863}"/>
                </a:ext>
              </a:extLst>
            </p:cNvPr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177;p64">
              <a:extLst>
                <a:ext uri="{FF2B5EF4-FFF2-40B4-BE49-F238E27FC236}">
                  <a16:creationId xmlns:a16="http://schemas.microsoft.com/office/drawing/2014/main" id="{049F13C4-0389-4ACE-9EDA-9C0350B33E2A}"/>
                </a:ext>
              </a:extLst>
            </p:cNvPr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178;p64">
              <a:extLst>
                <a:ext uri="{FF2B5EF4-FFF2-40B4-BE49-F238E27FC236}">
                  <a16:creationId xmlns:a16="http://schemas.microsoft.com/office/drawing/2014/main" id="{2579ACFC-47ED-45E2-8FFA-8EC298D07129}"/>
                </a:ext>
              </a:extLst>
            </p:cNvPr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179;p64">
              <a:extLst>
                <a:ext uri="{FF2B5EF4-FFF2-40B4-BE49-F238E27FC236}">
                  <a16:creationId xmlns:a16="http://schemas.microsoft.com/office/drawing/2014/main" id="{504BC807-192F-4E9D-94A5-074BEEDEEA84}"/>
                </a:ext>
              </a:extLst>
            </p:cNvPr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180;p64">
              <a:extLst>
                <a:ext uri="{FF2B5EF4-FFF2-40B4-BE49-F238E27FC236}">
                  <a16:creationId xmlns:a16="http://schemas.microsoft.com/office/drawing/2014/main" id="{C06523F1-9B36-4BD7-A424-F9815ACC1470}"/>
                </a:ext>
              </a:extLst>
            </p:cNvPr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181;p64">
              <a:extLst>
                <a:ext uri="{FF2B5EF4-FFF2-40B4-BE49-F238E27FC236}">
                  <a16:creationId xmlns:a16="http://schemas.microsoft.com/office/drawing/2014/main" id="{3D24A69E-A4A6-4854-85A0-11DBEE488453}"/>
                </a:ext>
              </a:extLst>
            </p:cNvPr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182;p64">
              <a:extLst>
                <a:ext uri="{FF2B5EF4-FFF2-40B4-BE49-F238E27FC236}">
                  <a16:creationId xmlns:a16="http://schemas.microsoft.com/office/drawing/2014/main" id="{5BA6ABC9-52B9-44A8-94C4-F4563B52A9EB}"/>
                </a:ext>
              </a:extLst>
            </p:cNvPr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183;p64">
              <a:extLst>
                <a:ext uri="{FF2B5EF4-FFF2-40B4-BE49-F238E27FC236}">
                  <a16:creationId xmlns:a16="http://schemas.microsoft.com/office/drawing/2014/main" id="{6B666871-68FD-4D70-84B8-AE6E6000C8AA}"/>
                </a:ext>
              </a:extLst>
            </p:cNvPr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184;p64">
              <a:extLst>
                <a:ext uri="{FF2B5EF4-FFF2-40B4-BE49-F238E27FC236}">
                  <a16:creationId xmlns:a16="http://schemas.microsoft.com/office/drawing/2014/main" id="{DA1F9128-29B4-4A38-ADAD-50AE5AA02AEA}"/>
                </a:ext>
              </a:extLst>
            </p:cNvPr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185;p64">
              <a:extLst>
                <a:ext uri="{FF2B5EF4-FFF2-40B4-BE49-F238E27FC236}">
                  <a16:creationId xmlns:a16="http://schemas.microsoft.com/office/drawing/2014/main" id="{94DAB500-C8CD-467A-A425-04EA0BCF4514}"/>
                </a:ext>
              </a:extLst>
            </p:cNvPr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186;p64">
              <a:extLst>
                <a:ext uri="{FF2B5EF4-FFF2-40B4-BE49-F238E27FC236}">
                  <a16:creationId xmlns:a16="http://schemas.microsoft.com/office/drawing/2014/main" id="{09079BFC-1DF0-419D-A582-BAEA8CDAC839}"/>
                </a:ext>
              </a:extLst>
            </p:cNvPr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187;p64">
              <a:extLst>
                <a:ext uri="{FF2B5EF4-FFF2-40B4-BE49-F238E27FC236}">
                  <a16:creationId xmlns:a16="http://schemas.microsoft.com/office/drawing/2014/main" id="{A1F19338-64BF-426E-87EF-9403768C92E0}"/>
                </a:ext>
              </a:extLst>
            </p:cNvPr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188;p64">
              <a:extLst>
                <a:ext uri="{FF2B5EF4-FFF2-40B4-BE49-F238E27FC236}">
                  <a16:creationId xmlns:a16="http://schemas.microsoft.com/office/drawing/2014/main" id="{3F41EB59-1EA0-4566-8F1A-1547CC5044BE}"/>
                </a:ext>
              </a:extLst>
            </p:cNvPr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189;p64">
              <a:extLst>
                <a:ext uri="{FF2B5EF4-FFF2-40B4-BE49-F238E27FC236}">
                  <a16:creationId xmlns:a16="http://schemas.microsoft.com/office/drawing/2014/main" id="{3E226360-A2F3-4122-82F1-B88CBB069FB4}"/>
                </a:ext>
              </a:extLst>
            </p:cNvPr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190;p64">
              <a:extLst>
                <a:ext uri="{FF2B5EF4-FFF2-40B4-BE49-F238E27FC236}">
                  <a16:creationId xmlns:a16="http://schemas.microsoft.com/office/drawing/2014/main" id="{A257970B-0D64-4E5E-927B-66B03A389218}"/>
                </a:ext>
              </a:extLst>
            </p:cNvPr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191;p64">
              <a:extLst>
                <a:ext uri="{FF2B5EF4-FFF2-40B4-BE49-F238E27FC236}">
                  <a16:creationId xmlns:a16="http://schemas.microsoft.com/office/drawing/2014/main" id="{E006F4EE-16F1-47B2-A451-09402D0259B3}"/>
                </a:ext>
              </a:extLst>
            </p:cNvPr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192;p64">
              <a:extLst>
                <a:ext uri="{FF2B5EF4-FFF2-40B4-BE49-F238E27FC236}">
                  <a16:creationId xmlns:a16="http://schemas.microsoft.com/office/drawing/2014/main" id="{8159F5FF-DED0-43AB-B0D6-C0065A6CEC7E}"/>
                </a:ext>
              </a:extLst>
            </p:cNvPr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193;p64">
              <a:extLst>
                <a:ext uri="{FF2B5EF4-FFF2-40B4-BE49-F238E27FC236}">
                  <a16:creationId xmlns:a16="http://schemas.microsoft.com/office/drawing/2014/main" id="{79A5B94D-FFE8-4776-B0F0-5FFDF3B81461}"/>
                </a:ext>
              </a:extLst>
            </p:cNvPr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194;p64">
              <a:extLst>
                <a:ext uri="{FF2B5EF4-FFF2-40B4-BE49-F238E27FC236}">
                  <a16:creationId xmlns:a16="http://schemas.microsoft.com/office/drawing/2014/main" id="{92ECA84A-918A-4471-9239-C717F2B50921}"/>
                </a:ext>
              </a:extLst>
            </p:cNvPr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195;p64">
              <a:extLst>
                <a:ext uri="{FF2B5EF4-FFF2-40B4-BE49-F238E27FC236}">
                  <a16:creationId xmlns:a16="http://schemas.microsoft.com/office/drawing/2014/main" id="{73978720-E486-476D-BDFF-412C8E2534BB}"/>
                </a:ext>
              </a:extLst>
            </p:cNvPr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196;p64">
              <a:extLst>
                <a:ext uri="{FF2B5EF4-FFF2-40B4-BE49-F238E27FC236}">
                  <a16:creationId xmlns:a16="http://schemas.microsoft.com/office/drawing/2014/main" id="{D4195280-B258-4EE6-9FFE-2F87F8DC1477}"/>
                </a:ext>
              </a:extLst>
            </p:cNvPr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197;p64">
              <a:extLst>
                <a:ext uri="{FF2B5EF4-FFF2-40B4-BE49-F238E27FC236}">
                  <a16:creationId xmlns:a16="http://schemas.microsoft.com/office/drawing/2014/main" id="{9F87CA1C-9155-4FD1-8AF5-DFD454865BE9}"/>
                </a:ext>
              </a:extLst>
            </p:cNvPr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198;p64">
              <a:extLst>
                <a:ext uri="{FF2B5EF4-FFF2-40B4-BE49-F238E27FC236}">
                  <a16:creationId xmlns:a16="http://schemas.microsoft.com/office/drawing/2014/main" id="{F32283ED-9BB8-481B-A26D-6B547F258823}"/>
                </a:ext>
              </a:extLst>
            </p:cNvPr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199;p64">
              <a:extLst>
                <a:ext uri="{FF2B5EF4-FFF2-40B4-BE49-F238E27FC236}">
                  <a16:creationId xmlns:a16="http://schemas.microsoft.com/office/drawing/2014/main" id="{7A8BABA6-BB61-4289-81C1-06548658D86A}"/>
                </a:ext>
              </a:extLst>
            </p:cNvPr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00;p64">
              <a:extLst>
                <a:ext uri="{FF2B5EF4-FFF2-40B4-BE49-F238E27FC236}">
                  <a16:creationId xmlns:a16="http://schemas.microsoft.com/office/drawing/2014/main" id="{7D9AA84F-3355-4CD9-A774-38226384F635}"/>
                </a:ext>
              </a:extLst>
            </p:cNvPr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01;p64">
              <a:extLst>
                <a:ext uri="{FF2B5EF4-FFF2-40B4-BE49-F238E27FC236}">
                  <a16:creationId xmlns:a16="http://schemas.microsoft.com/office/drawing/2014/main" id="{B57DD934-C52D-401F-B522-22C8FBB24E06}"/>
                </a:ext>
              </a:extLst>
            </p:cNvPr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202;p64">
              <a:extLst>
                <a:ext uri="{FF2B5EF4-FFF2-40B4-BE49-F238E27FC236}">
                  <a16:creationId xmlns:a16="http://schemas.microsoft.com/office/drawing/2014/main" id="{C87C54CF-FDC9-452D-B31C-A8D9A259071C}"/>
                </a:ext>
              </a:extLst>
            </p:cNvPr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203;p64">
              <a:extLst>
                <a:ext uri="{FF2B5EF4-FFF2-40B4-BE49-F238E27FC236}">
                  <a16:creationId xmlns:a16="http://schemas.microsoft.com/office/drawing/2014/main" id="{CC354ECA-61DD-46AB-9B73-0C2525DF7A02}"/>
                </a:ext>
              </a:extLst>
            </p:cNvPr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04;p64">
              <a:extLst>
                <a:ext uri="{FF2B5EF4-FFF2-40B4-BE49-F238E27FC236}">
                  <a16:creationId xmlns:a16="http://schemas.microsoft.com/office/drawing/2014/main" id="{05C03119-E648-4763-BEE2-CE66827B9676}"/>
                </a:ext>
              </a:extLst>
            </p:cNvPr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05;p64">
              <a:extLst>
                <a:ext uri="{FF2B5EF4-FFF2-40B4-BE49-F238E27FC236}">
                  <a16:creationId xmlns:a16="http://schemas.microsoft.com/office/drawing/2014/main" id="{CC1A5D15-EF1F-439B-97E5-62D0E6011492}"/>
                </a:ext>
              </a:extLst>
            </p:cNvPr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06;p64">
              <a:extLst>
                <a:ext uri="{FF2B5EF4-FFF2-40B4-BE49-F238E27FC236}">
                  <a16:creationId xmlns:a16="http://schemas.microsoft.com/office/drawing/2014/main" id="{657BB457-55E6-4AF6-A35E-74932DEFB04D}"/>
                </a:ext>
              </a:extLst>
            </p:cNvPr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07;p64">
              <a:extLst>
                <a:ext uri="{FF2B5EF4-FFF2-40B4-BE49-F238E27FC236}">
                  <a16:creationId xmlns:a16="http://schemas.microsoft.com/office/drawing/2014/main" id="{CF5D8BA6-AC02-4161-8E36-CAE1798BDC6F}"/>
                </a:ext>
              </a:extLst>
            </p:cNvPr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08;p64">
              <a:extLst>
                <a:ext uri="{FF2B5EF4-FFF2-40B4-BE49-F238E27FC236}">
                  <a16:creationId xmlns:a16="http://schemas.microsoft.com/office/drawing/2014/main" id="{4042FDFF-A24C-4868-920F-F22027023B74}"/>
                </a:ext>
              </a:extLst>
            </p:cNvPr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09;p64">
              <a:extLst>
                <a:ext uri="{FF2B5EF4-FFF2-40B4-BE49-F238E27FC236}">
                  <a16:creationId xmlns:a16="http://schemas.microsoft.com/office/drawing/2014/main" id="{2D944489-E14E-43AE-B7E7-49AD032DF4E1}"/>
                </a:ext>
              </a:extLst>
            </p:cNvPr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10;p64">
              <a:extLst>
                <a:ext uri="{FF2B5EF4-FFF2-40B4-BE49-F238E27FC236}">
                  <a16:creationId xmlns:a16="http://schemas.microsoft.com/office/drawing/2014/main" id="{38E2011A-BE98-4274-9063-D15A861F32CF}"/>
                </a:ext>
              </a:extLst>
            </p:cNvPr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11;p64">
              <a:extLst>
                <a:ext uri="{FF2B5EF4-FFF2-40B4-BE49-F238E27FC236}">
                  <a16:creationId xmlns:a16="http://schemas.microsoft.com/office/drawing/2014/main" id="{198ACDEF-90A1-408B-A145-5E20EE57BC94}"/>
                </a:ext>
              </a:extLst>
            </p:cNvPr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12;p64">
              <a:extLst>
                <a:ext uri="{FF2B5EF4-FFF2-40B4-BE49-F238E27FC236}">
                  <a16:creationId xmlns:a16="http://schemas.microsoft.com/office/drawing/2014/main" id="{A5D94A20-120F-43B6-8EE9-6EB4637DE67F}"/>
                </a:ext>
              </a:extLst>
            </p:cNvPr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13;p64">
              <a:extLst>
                <a:ext uri="{FF2B5EF4-FFF2-40B4-BE49-F238E27FC236}">
                  <a16:creationId xmlns:a16="http://schemas.microsoft.com/office/drawing/2014/main" id="{85BC15C2-54AE-4E77-8C3D-0AED0E2C740E}"/>
                </a:ext>
              </a:extLst>
            </p:cNvPr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14;p64">
              <a:extLst>
                <a:ext uri="{FF2B5EF4-FFF2-40B4-BE49-F238E27FC236}">
                  <a16:creationId xmlns:a16="http://schemas.microsoft.com/office/drawing/2014/main" id="{736D9C79-8377-48A0-B0F9-C847D4EEA0AE}"/>
                </a:ext>
              </a:extLst>
            </p:cNvPr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15;p64">
              <a:extLst>
                <a:ext uri="{FF2B5EF4-FFF2-40B4-BE49-F238E27FC236}">
                  <a16:creationId xmlns:a16="http://schemas.microsoft.com/office/drawing/2014/main" id="{BE627FEA-06FC-4EFC-B86C-D0152D5DA5CF}"/>
                </a:ext>
              </a:extLst>
            </p:cNvPr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216;p64">
              <a:extLst>
                <a:ext uri="{FF2B5EF4-FFF2-40B4-BE49-F238E27FC236}">
                  <a16:creationId xmlns:a16="http://schemas.microsoft.com/office/drawing/2014/main" id="{62F16AF2-A4AD-4D85-9B39-90D0527B1384}"/>
                </a:ext>
              </a:extLst>
            </p:cNvPr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217;p64">
              <a:extLst>
                <a:ext uri="{FF2B5EF4-FFF2-40B4-BE49-F238E27FC236}">
                  <a16:creationId xmlns:a16="http://schemas.microsoft.com/office/drawing/2014/main" id="{D855C47B-F258-47D9-AA04-BB74E5B03A0B}"/>
                </a:ext>
              </a:extLst>
            </p:cNvPr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218;p64">
              <a:extLst>
                <a:ext uri="{FF2B5EF4-FFF2-40B4-BE49-F238E27FC236}">
                  <a16:creationId xmlns:a16="http://schemas.microsoft.com/office/drawing/2014/main" id="{61E89345-9E8F-4785-AE07-8203097C3BB9}"/>
                </a:ext>
              </a:extLst>
            </p:cNvPr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19;p64">
              <a:extLst>
                <a:ext uri="{FF2B5EF4-FFF2-40B4-BE49-F238E27FC236}">
                  <a16:creationId xmlns:a16="http://schemas.microsoft.com/office/drawing/2014/main" id="{A8EDD7C8-1802-44F7-B9E8-C22039D1D5BB}"/>
                </a:ext>
              </a:extLst>
            </p:cNvPr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20;p64">
              <a:extLst>
                <a:ext uri="{FF2B5EF4-FFF2-40B4-BE49-F238E27FC236}">
                  <a16:creationId xmlns:a16="http://schemas.microsoft.com/office/drawing/2014/main" id="{FFC3AE06-A4F4-41C6-B8AC-4BD1A362054F}"/>
                </a:ext>
              </a:extLst>
            </p:cNvPr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221;p64">
              <a:extLst>
                <a:ext uri="{FF2B5EF4-FFF2-40B4-BE49-F238E27FC236}">
                  <a16:creationId xmlns:a16="http://schemas.microsoft.com/office/drawing/2014/main" id="{5FE4C7B2-E035-4894-8392-BB2443F4BE90}"/>
                </a:ext>
              </a:extLst>
            </p:cNvPr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222;p64">
              <a:extLst>
                <a:ext uri="{FF2B5EF4-FFF2-40B4-BE49-F238E27FC236}">
                  <a16:creationId xmlns:a16="http://schemas.microsoft.com/office/drawing/2014/main" id="{90767493-79EC-4A39-97E4-A2A666F690D1}"/>
                </a:ext>
              </a:extLst>
            </p:cNvPr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223;p64">
              <a:extLst>
                <a:ext uri="{FF2B5EF4-FFF2-40B4-BE49-F238E27FC236}">
                  <a16:creationId xmlns:a16="http://schemas.microsoft.com/office/drawing/2014/main" id="{244A95F3-6A68-4708-A7E5-3566415453A2}"/>
                </a:ext>
              </a:extLst>
            </p:cNvPr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224;p64">
              <a:extLst>
                <a:ext uri="{FF2B5EF4-FFF2-40B4-BE49-F238E27FC236}">
                  <a16:creationId xmlns:a16="http://schemas.microsoft.com/office/drawing/2014/main" id="{280E887D-AAEB-4941-9A0B-078ECDF5F191}"/>
                </a:ext>
              </a:extLst>
            </p:cNvPr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225;p64">
              <a:extLst>
                <a:ext uri="{FF2B5EF4-FFF2-40B4-BE49-F238E27FC236}">
                  <a16:creationId xmlns:a16="http://schemas.microsoft.com/office/drawing/2014/main" id="{981313DB-6041-4C91-99C2-BEEB97DEE658}"/>
                </a:ext>
              </a:extLst>
            </p:cNvPr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226;p64">
              <a:extLst>
                <a:ext uri="{FF2B5EF4-FFF2-40B4-BE49-F238E27FC236}">
                  <a16:creationId xmlns:a16="http://schemas.microsoft.com/office/drawing/2014/main" id="{AD0B48AD-3745-40C9-8D30-1CF710DEE9B8}"/>
                </a:ext>
              </a:extLst>
            </p:cNvPr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227;p64">
              <a:extLst>
                <a:ext uri="{FF2B5EF4-FFF2-40B4-BE49-F238E27FC236}">
                  <a16:creationId xmlns:a16="http://schemas.microsoft.com/office/drawing/2014/main" id="{9D02002F-F927-4697-BD00-AFD0561C6398}"/>
                </a:ext>
              </a:extLst>
            </p:cNvPr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228;p64">
              <a:extLst>
                <a:ext uri="{FF2B5EF4-FFF2-40B4-BE49-F238E27FC236}">
                  <a16:creationId xmlns:a16="http://schemas.microsoft.com/office/drawing/2014/main" id="{9F055743-A31E-4C68-8998-A883CBB1E22E}"/>
                </a:ext>
              </a:extLst>
            </p:cNvPr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229;p64">
              <a:extLst>
                <a:ext uri="{FF2B5EF4-FFF2-40B4-BE49-F238E27FC236}">
                  <a16:creationId xmlns:a16="http://schemas.microsoft.com/office/drawing/2014/main" id="{FA7E47AB-18B8-4167-B448-13C27771576A}"/>
                </a:ext>
              </a:extLst>
            </p:cNvPr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230;p64">
              <a:extLst>
                <a:ext uri="{FF2B5EF4-FFF2-40B4-BE49-F238E27FC236}">
                  <a16:creationId xmlns:a16="http://schemas.microsoft.com/office/drawing/2014/main" id="{D4286F0F-6F95-44CE-BE7F-83175B6295DE}"/>
                </a:ext>
              </a:extLst>
            </p:cNvPr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231;p64">
              <a:extLst>
                <a:ext uri="{FF2B5EF4-FFF2-40B4-BE49-F238E27FC236}">
                  <a16:creationId xmlns:a16="http://schemas.microsoft.com/office/drawing/2014/main" id="{1B9C5F8A-1F07-4305-B229-FCD812A46387}"/>
                </a:ext>
              </a:extLst>
            </p:cNvPr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232;p64">
              <a:extLst>
                <a:ext uri="{FF2B5EF4-FFF2-40B4-BE49-F238E27FC236}">
                  <a16:creationId xmlns:a16="http://schemas.microsoft.com/office/drawing/2014/main" id="{A5FEC9F7-95A7-4471-9CA6-F5A811A0E20D}"/>
                </a:ext>
              </a:extLst>
            </p:cNvPr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233;p64">
              <a:extLst>
                <a:ext uri="{FF2B5EF4-FFF2-40B4-BE49-F238E27FC236}">
                  <a16:creationId xmlns:a16="http://schemas.microsoft.com/office/drawing/2014/main" id="{C527A347-7777-43C3-8AB4-B1AFD62F9AF0}"/>
                </a:ext>
              </a:extLst>
            </p:cNvPr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234;p64">
              <a:extLst>
                <a:ext uri="{FF2B5EF4-FFF2-40B4-BE49-F238E27FC236}">
                  <a16:creationId xmlns:a16="http://schemas.microsoft.com/office/drawing/2014/main" id="{F5556403-5F5A-4C50-AFAF-E235818B8DCE}"/>
                </a:ext>
              </a:extLst>
            </p:cNvPr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235;p64">
              <a:extLst>
                <a:ext uri="{FF2B5EF4-FFF2-40B4-BE49-F238E27FC236}">
                  <a16:creationId xmlns:a16="http://schemas.microsoft.com/office/drawing/2014/main" id="{970CF88A-DA04-4221-B1AB-D0CF6FEC67F2}"/>
                </a:ext>
              </a:extLst>
            </p:cNvPr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236;p64">
              <a:extLst>
                <a:ext uri="{FF2B5EF4-FFF2-40B4-BE49-F238E27FC236}">
                  <a16:creationId xmlns:a16="http://schemas.microsoft.com/office/drawing/2014/main" id="{CBC8CDF8-33DB-4E85-A2E9-6A782DEA41F6}"/>
                </a:ext>
              </a:extLst>
            </p:cNvPr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237;p64">
              <a:extLst>
                <a:ext uri="{FF2B5EF4-FFF2-40B4-BE49-F238E27FC236}">
                  <a16:creationId xmlns:a16="http://schemas.microsoft.com/office/drawing/2014/main" id="{53C86CFC-D77D-48F7-B86D-BAECBB0DEB1F}"/>
                </a:ext>
              </a:extLst>
            </p:cNvPr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238;p64">
              <a:extLst>
                <a:ext uri="{FF2B5EF4-FFF2-40B4-BE49-F238E27FC236}">
                  <a16:creationId xmlns:a16="http://schemas.microsoft.com/office/drawing/2014/main" id="{240C2434-2DB5-4F1B-AF42-AB8019233C40}"/>
                </a:ext>
              </a:extLst>
            </p:cNvPr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3239;p64">
              <a:extLst>
                <a:ext uri="{FF2B5EF4-FFF2-40B4-BE49-F238E27FC236}">
                  <a16:creationId xmlns:a16="http://schemas.microsoft.com/office/drawing/2014/main" id="{8F326A9D-9F80-4675-ABEA-5A07947010E6}"/>
                </a:ext>
              </a:extLst>
            </p:cNvPr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3240;p64">
              <a:extLst>
                <a:ext uri="{FF2B5EF4-FFF2-40B4-BE49-F238E27FC236}">
                  <a16:creationId xmlns:a16="http://schemas.microsoft.com/office/drawing/2014/main" id="{DB445C15-EA7F-4E2D-8D48-8565D1C623DD}"/>
                </a:ext>
              </a:extLst>
            </p:cNvPr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3241;p64">
              <a:extLst>
                <a:ext uri="{FF2B5EF4-FFF2-40B4-BE49-F238E27FC236}">
                  <a16:creationId xmlns:a16="http://schemas.microsoft.com/office/drawing/2014/main" id="{00D8D6DE-B15C-4183-A374-8061BB7EB6AA}"/>
                </a:ext>
              </a:extLst>
            </p:cNvPr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3242;p64">
              <a:extLst>
                <a:ext uri="{FF2B5EF4-FFF2-40B4-BE49-F238E27FC236}">
                  <a16:creationId xmlns:a16="http://schemas.microsoft.com/office/drawing/2014/main" id="{3397699A-0017-4E9A-A6AA-361F21242B2A}"/>
                </a:ext>
              </a:extLst>
            </p:cNvPr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3243;p64">
              <a:extLst>
                <a:ext uri="{FF2B5EF4-FFF2-40B4-BE49-F238E27FC236}">
                  <a16:creationId xmlns:a16="http://schemas.microsoft.com/office/drawing/2014/main" id="{F11BEECC-36F7-46A1-B772-03A5F99BD572}"/>
                </a:ext>
              </a:extLst>
            </p:cNvPr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3244;p64">
              <a:extLst>
                <a:ext uri="{FF2B5EF4-FFF2-40B4-BE49-F238E27FC236}">
                  <a16:creationId xmlns:a16="http://schemas.microsoft.com/office/drawing/2014/main" id="{80573FB4-B36A-4725-9DF8-2E08FEA292E5}"/>
                </a:ext>
              </a:extLst>
            </p:cNvPr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3245;p64">
              <a:extLst>
                <a:ext uri="{FF2B5EF4-FFF2-40B4-BE49-F238E27FC236}">
                  <a16:creationId xmlns:a16="http://schemas.microsoft.com/office/drawing/2014/main" id="{90AACB02-909E-4CE7-B70A-0076B4AB14FC}"/>
                </a:ext>
              </a:extLst>
            </p:cNvPr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3246;p64">
              <a:extLst>
                <a:ext uri="{FF2B5EF4-FFF2-40B4-BE49-F238E27FC236}">
                  <a16:creationId xmlns:a16="http://schemas.microsoft.com/office/drawing/2014/main" id="{49FF2410-EEF2-4793-BC59-D1C3E352FE95}"/>
                </a:ext>
              </a:extLst>
            </p:cNvPr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3247;p64">
              <a:extLst>
                <a:ext uri="{FF2B5EF4-FFF2-40B4-BE49-F238E27FC236}">
                  <a16:creationId xmlns:a16="http://schemas.microsoft.com/office/drawing/2014/main" id="{C66090C1-F6B4-4C13-9CE1-6B25CD7FEF50}"/>
                </a:ext>
              </a:extLst>
            </p:cNvPr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3248;p64">
              <a:extLst>
                <a:ext uri="{FF2B5EF4-FFF2-40B4-BE49-F238E27FC236}">
                  <a16:creationId xmlns:a16="http://schemas.microsoft.com/office/drawing/2014/main" id="{3AF7A5CF-D02A-4D83-A69C-98ED8AE6744A}"/>
                </a:ext>
              </a:extLst>
            </p:cNvPr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3249;p64">
              <a:extLst>
                <a:ext uri="{FF2B5EF4-FFF2-40B4-BE49-F238E27FC236}">
                  <a16:creationId xmlns:a16="http://schemas.microsoft.com/office/drawing/2014/main" id="{36EB3F8F-D243-46F5-8539-CF8016E7679A}"/>
                </a:ext>
              </a:extLst>
            </p:cNvPr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3250;p64">
              <a:extLst>
                <a:ext uri="{FF2B5EF4-FFF2-40B4-BE49-F238E27FC236}">
                  <a16:creationId xmlns:a16="http://schemas.microsoft.com/office/drawing/2014/main" id="{13368B15-9C63-4944-99D1-82BF084215F2}"/>
                </a:ext>
              </a:extLst>
            </p:cNvPr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3251;p64">
              <a:extLst>
                <a:ext uri="{FF2B5EF4-FFF2-40B4-BE49-F238E27FC236}">
                  <a16:creationId xmlns:a16="http://schemas.microsoft.com/office/drawing/2014/main" id="{B50280D5-1131-4CB8-A837-D9FA444A7746}"/>
                </a:ext>
              </a:extLst>
            </p:cNvPr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3252;p64">
              <a:extLst>
                <a:ext uri="{FF2B5EF4-FFF2-40B4-BE49-F238E27FC236}">
                  <a16:creationId xmlns:a16="http://schemas.microsoft.com/office/drawing/2014/main" id="{6CC4CE26-FBF4-492A-BD6B-FD9C663369C4}"/>
                </a:ext>
              </a:extLst>
            </p:cNvPr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3253;p64">
              <a:extLst>
                <a:ext uri="{FF2B5EF4-FFF2-40B4-BE49-F238E27FC236}">
                  <a16:creationId xmlns:a16="http://schemas.microsoft.com/office/drawing/2014/main" id="{3129B64B-1C77-45E4-8234-32DCBAC8B612}"/>
                </a:ext>
              </a:extLst>
            </p:cNvPr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3254;p64">
              <a:extLst>
                <a:ext uri="{FF2B5EF4-FFF2-40B4-BE49-F238E27FC236}">
                  <a16:creationId xmlns:a16="http://schemas.microsoft.com/office/drawing/2014/main" id="{FAAE7889-3444-40F1-95E3-0C50D5180BEF}"/>
                </a:ext>
              </a:extLst>
            </p:cNvPr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3255;p64">
              <a:extLst>
                <a:ext uri="{FF2B5EF4-FFF2-40B4-BE49-F238E27FC236}">
                  <a16:creationId xmlns:a16="http://schemas.microsoft.com/office/drawing/2014/main" id="{DF235201-B331-4E7D-81A6-DC16E6DE8D12}"/>
                </a:ext>
              </a:extLst>
            </p:cNvPr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3256;p64">
              <a:extLst>
                <a:ext uri="{FF2B5EF4-FFF2-40B4-BE49-F238E27FC236}">
                  <a16:creationId xmlns:a16="http://schemas.microsoft.com/office/drawing/2014/main" id="{E97E8881-7A17-4843-BC5C-4A0B7A408C32}"/>
                </a:ext>
              </a:extLst>
            </p:cNvPr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3257;p64">
              <a:extLst>
                <a:ext uri="{FF2B5EF4-FFF2-40B4-BE49-F238E27FC236}">
                  <a16:creationId xmlns:a16="http://schemas.microsoft.com/office/drawing/2014/main" id="{02CA7F84-9073-4DBA-B584-81631ECA1BBD}"/>
                </a:ext>
              </a:extLst>
            </p:cNvPr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3258;p64">
              <a:extLst>
                <a:ext uri="{FF2B5EF4-FFF2-40B4-BE49-F238E27FC236}">
                  <a16:creationId xmlns:a16="http://schemas.microsoft.com/office/drawing/2014/main" id="{E329FD58-29CB-4D6B-B2AD-496F2DAA8966}"/>
                </a:ext>
              </a:extLst>
            </p:cNvPr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3259;p64">
              <a:extLst>
                <a:ext uri="{FF2B5EF4-FFF2-40B4-BE49-F238E27FC236}">
                  <a16:creationId xmlns:a16="http://schemas.microsoft.com/office/drawing/2014/main" id="{873CA2C3-6CE0-4507-BCDE-66E22B2B6DF3}"/>
                </a:ext>
              </a:extLst>
            </p:cNvPr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3260;p64">
              <a:extLst>
                <a:ext uri="{FF2B5EF4-FFF2-40B4-BE49-F238E27FC236}">
                  <a16:creationId xmlns:a16="http://schemas.microsoft.com/office/drawing/2014/main" id="{2976C5E3-7F05-401D-AD72-B8C8C7149589}"/>
                </a:ext>
              </a:extLst>
            </p:cNvPr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3261;p64">
              <a:extLst>
                <a:ext uri="{FF2B5EF4-FFF2-40B4-BE49-F238E27FC236}">
                  <a16:creationId xmlns:a16="http://schemas.microsoft.com/office/drawing/2014/main" id="{E791A351-CA8C-4BE9-A622-7D1B7F7B8D03}"/>
                </a:ext>
              </a:extLst>
            </p:cNvPr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3262;p64">
              <a:extLst>
                <a:ext uri="{FF2B5EF4-FFF2-40B4-BE49-F238E27FC236}">
                  <a16:creationId xmlns:a16="http://schemas.microsoft.com/office/drawing/2014/main" id="{BEB96247-1C8B-431A-973B-760E34878B4E}"/>
                </a:ext>
              </a:extLst>
            </p:cNvPr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3263;p64">
              <a:extLst>
                <a:ext uri="{FF2B5EF4-FFF2-40B4-BE49-F238E27FC236}">
                  <a16:creationId xmlns:a16="http://schemas.microsoft.com/office/drawing/2014/main" id="{3351C3AF-8F36-49A1-8E73-4520540057A4}"/>
                </a:ext>
              </a:extLst>
            </p:cNvPr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3264;p64">
              <a:extLst>
                <a:ext uri="{FF2B5EF4-FFF2-40B4-BE49-F238E27FC236}">
                  <a16:creationId xmlns:a16="http://schemas.microsoft.com/office/drawing/2014/main" id="{3B2ACA28-3F94-473D-B2FA-64183993E3C9}"/>
                </a:ext>
              </a:extLst>
            </p:cNvPr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3265;p64">
              <a:extLst>
                <a:ext uri="{FF2B5EF4-FFF2-40B4-BE49-F238E27FC236}">
                  <a16:creationId xmlns:a16="http://schemas.microsoft.com/office/drawing/2014/main" id="{63A41BDD-A054-430D-BBB1-E53E681346FC}"/>
                </a:ext>
              </a:extLst>
            </p:cNvPr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3266;p64">
              <a:extLst>
                <a:ext uri="{FF2B5EF4-FFF2-40B4-BE49-F238E27FC236}">
                  <a16:creationId xmlns:a16="http://schemas.microsoft.com/office/drawing/2014/main" id="{1791A357-8E77-4661-ACA7-89271327940D}"/>
                </a:ext>
              </a:extLst>
            </p:cNvPr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3267;p64">
              <a:extLst>
                <a:ext uri="{FF2B5EF4-FFF2-40B4-BE49-F238E27FC236}">
                  <a16:creationId xmlns:a16="http://schemas.microsoft.com/office/drawing/2014/main" id="{B6C5E9B4-3F1D-48B7-9861-57BF27328E8F}"/>
                </a:ext>
              </a:extLst>
            </p:cNvPr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3268;p64">
              <a:extLst>
                <a:ext uri="{FF2B5EF4-FFF2-40B4-BE49-F238E27FC236}">
                  <a16:creationId xmlns:a16="http://schemas.microsoft.com/office/drawing/2014/main" id="{A23F9236-1336-4D30-8BAF-5783648B709E}"/>
                </a:ext>
              </a:extLst>
            </p:cNvPr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3269;p64">
              <a:extLst>
                <a:ext uri="{FF2B5EF4-FFF2-40B4-BE49-F238E27FC236}">
                  <a16:creationId xmlns:a16="http://schemas.microsoft.com/office/drawing/2014/main" id="{39359345-9894-448C-B599-5A52DEC6C753}"/>
                </a:ext>
              </a:extLst>
            </p:cNvPr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3270;p64">
              <a:extLst>
                <a:ext uri="{FF2B5EF4-FFF2-40B4-BE49-F238E27FC236}">
                  <a16:creationId xmlns:a16="http://schemas.microsoft.com/office/drawing/2014/main" id="{D9BC52DF-3DD9-41A1-B7D2-96F759E4B10B}"/>
                </a:ext>
              </a:extLst>
            </p:cNvPr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3271;p64">
              <a:extLst>
                <a:ext uri="{FF2B5EF4-FFF2-40B4-BE49-F238E27FC236}">
                  <a16:creationId xmlns:a16="http://schemas.microsoft.com/office/drawing/2014/main" id="{2EE44D2A-AF4E-45F6-B345-165E89AB90A5}"/>
                </a:ext>
              </a:extLst>
            </p:cNvPr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3272;p64">
              <a:extLst>
                <a:ext uri="{FF2B5EF4-FFF2-40B4-BE49-F238E27FC236}">
                  <a16:creationId xmlns:a16="http://schemas.microsoft.com/office/drawing/2014/main" id="{CAAE3775-0D32-4550-805D-45353F29B025}"/>
                </a:ext>
              </a:extLst>
            </p:cNvPr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3273;p64">
              <a:extLst>
                <a:ext uri="{FF2B5EF4-FFF2-40B4-BE49-F238E27FC236}">
                  <a16:creationId xmlns:a16="http://schemas.microsoft.com/office/drawing/2014/main" id="{1556EE6E-4385-4862-AA52-FF3CC2E215F7}"/>
                </a:ext>
              </a:extLst>
            </p:cNvPr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3274;p64">
              <a:extLst>
                <a:ext uri="{FF2B5EF4-FFF2-40B4-BE49-F238E27FC236}">
                  <a16:creationId xmlns:a16="http://schemas.microsoft.com/office/drawing/2014/main" id="{F572753B-50F7-44DF-A795-1C7E837CA8DE}"/>
                </a:ext>
              </a:extLst>
            </p:cNvPr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275;p64">
              <a:extLst>
                <a:ext uri="{FF2B5EF4-FFF2-40B4-BE49-F238E27FC236}">
                  <a16:creationId xmlns:a16="http://schemas.microsoft.com/office/drawing/2014/main" id="{9F08D454-4B81-4695-809E-BF0AF30108B4}"/>
                </a:ext>
              </a:extLst>
            </p:cNvPr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276;p64">
              <a:extLst>
                <a:ext uri="{FF2B5EF4-FFF2-40B4-BE49-F238E27FC236}">
                  <a16:creationId xmlns:a16="http://schemas.microsoft.com/office/drawing/2014/main" id="{1C240038-567D-43D4-B755-B892B50910AF}"/>
                </a:ext>
              </a:extLst>
            </p:cNvPr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277;p64">
              <a:extLst>
                <a:ext uri="{FF2B5EF4-FFF2-40B4-BE49-F238E27FC236}">
                  <a16:creationId xmlns:a16="http://schemas.microsoft.com/office/drawing/2014/main" id="{2E1FC3CD-D8A8-457D-99E0-0EF467E6856B}"/>
                </a:ext>
              </a:extLst>
            </p:cNvPr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278;p64">
              <a:extLst>
                <a:ext uri="{FF2B5EF4-FFF2-40B4-BE49-F238E27FC236}">
                  <a16:creationId xmlns:a16="http://schemas.microsoft.com/office/drawing/2014/main" id="{7A77EE22-1160-41AF-8E1B-84A54458D335}"/>
                </a:ext>
              </a:extLst>
            </p:cNvPr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279;p64">
              <a:extLst>
                <a:ext uri="{FF2B5EF4-FFF2-40B4-BE49-F238E27FC236}">
                  <a16:creationId xmlns:a16="http://schemas.microsoft.com/office/drawing/2014/main" id="{B1530485-A263-424B-93AC-A97F19F48D5E}"/>
                </a:ext>
              </a:extLst>
            </p:cNvPr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280;p64">
              <a:extLst>
                <a:ext uri="{FF2B5EF4-FFF2-40B4-BE49-F238E27FC236}">
                  <a16:creationId xmlns:a16="http://schemas.microsoft.com/office/drawing/2014/main" id="{F40DA7C5-18D3-4177-A8F1-44C87CDACACD}"/>
                </a:ext>
              </a:extLst>
            </p:cNvPr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281;p64">
              <a:extLst>
                <a:ext uri="{FF2B5EF4-FFF2-40B4-BE49-F238E27FC236}">
                  <a16:creationId xmlns:a16="http://schemas.microsoft.com/office/drawing/2014/main" id="{C5453D9A-44A4-4CBC-92F5-CC02E0794D02}"/>
                </a:ext>
              </a:extLst>
            </p:cNvPr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282;p64">
              <a:extLst>
                <a:ext uri="{FF2B5EF4-FFF2-40B4-BE49-F238E27FC236}">
                  <a16:creationId xmlns:a16="http://schemas.microsoft.com/office/drawing/2014/main" id="{8AFBACD2-F591-4A2A-834C-81DF3EB4EDB8}"/>
                </a:ext>
              </a:extLst>
            </p:cNvPr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283;p64">
              <a:extLst>
                <a:ext uri="{FF2B5EF4-FFF2-40B4-BE49-F238E27FC236}">
                  <a16:creationId xmlns:a16="http://schemas.microsoft.com/office/drawing/2014/main" id="{A88DBACA-1EBF-472F-9272-238BE7F3A03A}"/>
                </a:ext>
              </a:extLst>
            </p:cNvPr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284;p64">
              <a:extLst>
                <a:ext uri="{FF2B5EF4-FFF2-40B4-BE49-F238E27FC236}">
                  <a16:creationId xmlns:a16="http://schemas.microsoft.com/office/drawing/2014/main" id="{AFA9FABF-1470-4A67-806C-87088D05F11C}"/>
                </a:ext>
              </a:extLst>
            </p:cNvPr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285;p64">
              <a:extLst>
                <a:ext uri="{FF2B5EF4-FFF2-40B4-BE49-F238E27FC236}">
                  <a16:creationId xmlns:a16="http://schemas.microsoft.com/office/drawing/2014/main" id="{5B45965C-7CE7-430C-BB76-2D86374086F2}"/>
                </a:ext>
              </a:extLst>
            </p:cNvPr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286;p64">
              <a:extLst>
                <a:ext uri="{FF2B5EF4-FFF2-40B4-BE49-F238E27FC236}">
                  <a16:creationId xmlns:a16="http://schemas.microsoft.com/office/drawing/2014/main" id="{A324C140-1F22-40BF-8204-232E7F907762}"/>
                </a:ext>
              </a:extLst>
            </p:cNvPr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287;p64">
              <a:extLst>
                <a:ext uri="{FF2B5EF4-FFF2-40B4-BE49-F238E27FC236}">
                  <a16:creationId xmlns:a16="http://schemas.microsoft.com/office/drawing/2014/main" id="{037D607A-1B9A-4773-854E-FFB5D70D243C}"/>
                </a:ext>
              </a:extLst>
            </p:cNvPr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288;p64">
              <a:extLst>
                <a:ext uri="{FF2B5EF4-FFF2-40B4-BE49-F238E27FC236}">
                  <a16:creationId xmlns:a16="http://schemas.microsoft.com/office/drawing/2014/main" id="{81810D6B-D777-4269-8C54-0EB53CCEB3E7}"/>
                </a:ext>
              </a:extLst>
            </p:cNvPr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289;p64">
              <a:extLst>
                <a:ext uri="{FF2B5EF4-FFF2-40B4-BE49-F238E27FC236}">
                  <a16:creationId xmlns:a16="http://schemas.microsoft.com/office/drawing/2014/main" id="{99B9564F-D957-4275-8F53-9581C3F361DA}"/>
                </a:ext>
              </a:extLst>
            </p:cNvPr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290;p64">
              <a:extLst>
                <a:ext uri="{FF2B5EF4-FFF2-40B4-BE49-F238E27FC236}">
                  <a16:creationId xmlns:a16="http://schemas.microsoft.com/office/drawing/2014/main" id="{D8E9D783-F5F2-46A0-82A0-EECAA4CDECDE}"/>
                </a:ext>
              </a:extLst>
            </p:cNvPr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291;p64">
              <a:extLst>
                <a:ext uri="{FF2B5EF4-FFF2-40B4-BE49-F238E27FC236}">
                  <a16:creationId xmlns:a16="http://schemas.microsoft.com/office/drawing/2014/main" id="{B42CE517-8915-44EB-82C8-33ADB6FC823F}"/>
                </a:ext>
              </a:extLst>
            </p:cNvPr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292;p64">
              <a:extLst>
                <a:ext uri="{FF2B5EF4-FFF2-40B4-BE49-F238E27FC236}">
                  <a16:creationId xmlns:a16="http://schemas.microsoft.com/office/drawing/2014/main" id="{91009138-D894-405F-BAEC-98C3FA9668A8}"/>
                </a:ext>
              </a:extLst>
            </p:cNvPr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293;p64">
              <a:extLst>
                <a:ext uri="{FF2B5EF4-FFF2-40B4-BE49-F238E27FC236}">
                  <a16:creationId xmlns:a16="http://schemas.microsoft.com/office/drawing/2014/main" id="{32661FC0-DF90-4BE5-B7F8-9A25AF369717}"/>
                </a:ext>
              </a:extLst>
            </p:cNvPr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294;p64">
              <a:extLst>
                <a:ext uri="{FF2B5EF4-FFF2-40B4-BE49-F238E27FC236}">
                  <a16:creationId xmlns:a16="http://schemas.microsoft.com/office/drawing/2014/main" id="{3554C3C6-54AE-4952-8CD9-552525A6F922}"/>
                </a:ext>
              </a:extLst>
            </p:cNvPr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95;p64">
              <a:extLst>
                <a:ext uri="{FF2B5EF4-FFF2-40B4-BE49-F238E27FC236}">
                  <a16:creationId xmlns:a16="http://schemas.microsoft.com/office/drawing/2014/main" id="{44A6C44D-572E-47B5-85DF-AD638F954975}"/>
                </a:ext>
              </a:extLst>
            </p:cNvPr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96;p64">
              <a:extLst>
                <a:ext uri="{FF2B5EF4-FFF2-40B4-BE49-F238E27FC236}">
                  <a16:creationId xmlns:a16="http://schemas.microsoft.com/office/drawing/2014/main" id="{0E790CAC-F8FD-44A9-BFD5-C857DA9F80A6}"/>
                </a:ext>
              </a:extLst>
            </p:cNvPr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97;p64">
              <a:extLst>
                <a:ext uri="{FF2B5EF4-FFF2-40B4-BE49-F238E27FC236}">
                  <a16:creationId xmlns:a16="http://schemas.microsoft.com/office/drawing/2014/main" id="{AA9BC4A1-F06E-4560-A318-7CE17EFD1B39}"/>
                </a:ext>
              </a:extLst>
            </p:cNvPr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98;p64">
              <a:extLst>
                <a:ext uri="{FF2B5EF4-FFF2-40B4-BE49-F238E27FC236}">
                  <a16:creationId xmlns:a16="http://schemas.microsoft.com/office/drawing/2014/main" id="{2BA3908B-96BD-4938-8D3A-0B4EE9EFCD5C}"/>
                </a:ext>
              </a:extLst>
            </p:cNvPr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99;p64">
              <a:extLst>
                <a:ext uri="{FF2B5EF4-FFF2-40B4-BE49-F238E27FC236}">
                  <a16:creationId xmlns:a16="http://schemas.microsoft.com/office/drawing/2014/main" id="{41CBC961-F9D4-4678-B3D4-65991F2542EE}"/>
                </a:ext>
              </a:extLst>
            </p:cNvPr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300;p64">
              <a:extLst>
                <a:ext uri="{FF2B5EF4-FFF2-40B4-BE49-F238E27FC236}">
                  <a16:creationId xmlns:a16="http://schemas.microsoft.com/office/drawing/2014/main" id="{2263ACA1-F4BB-4319-AA18-5CE3C07E26FB}"/>
                </a:ext>
              </a:extLst>
            </p:cNvPr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301;p64">
              <a:extLst>
                <a:ext uri="{FF2B5EF4-FFF2-40B4-BE49-F238E27FC236}">
                  <a16:creationId xmlns:a16="http://schemas.microsoft.com/office/drawing/2014/main" id="{E941F34C-E998-4050-8939-E6251006D71D}"/>
                </a:ext>
              </a:extLst>
            </p:cNvPr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302;p64">
              <a:extLst>
                <a:ext uri="{FF2B5EF4-FFF2-40B4-BE49-F238E27FC236}">
                  <a16:creationId xmlns:a16="http://schemas.microsoft.com/office/drawing/2014/main" id="{6A15B360-761E-473E-B6E3-520438A6BD41}"/>
                </a:ext>
              </a:extLst>
            </p:cNvPr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303;p64">
              <a:extLst>
                <a:ext uri="{FF2B5EF4-FFF2-40B4-BE49-F238E27FC236}">
                  <a16:creationId xmlns:a16="http://schemas.microsoft.com/office/drawing/2014/main" id="{E38C0413-1260-4F0A-BB60-B95E6A075430}"/>
                </a:ext>
              </a:extLst>
            </p:cNvPr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4;p64">
              <a:extLst>
                <a:ext uri="{FF2B5EF4-FFF2-40B4-BE49-F238E27FC236}">
                  <a16:creationId xmlns:a16="http://schemas.microsoft.com/office/drawing/2014/main" id="{D0C4C4BD-4509-4334-87B2-E98A12E25A2D}"/>
                </a:ext>
              </a:extLst>
            </p:cNvPr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05;p64">
              <a:extLst>
                <a:ext uri="{FF2B5EF4-FFF2-40B4-BE49-F238E27FC236}">
                  <a16:creationId xmlns:a16="http://schemas.microsoft.com/office/drawing/2014/main" id="{DE390671-C6FB-4B40-9799-9446CA54D827}"/>
                </a:ext>
              </a:extLst>
            </p:cNvPr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06;p64">
              <a:extLst>
                <a:ext uri="{FF2B5EF4-FFF2-40B4-BE49-F238E27FC236}">
                  <a16:creationId xmlns:a16="http://schemas.microsoft.com/office/drawing/2014/main" id="{DD57A0D3-D0F9-4DAA-AC5B-1D8909E2AB6B}"/>
                </a:ext>
              </a:extLst>
            </p:cNvPr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07;p64">
              <a:extLst>
                <a:ext uri="{FF2B5EF4-FFF2-40B4-BE49-F238E27FC236}">
                  <a16:creationId xmlns:a16="http://schemas.microsoft.com/office/drawing/2014/main" id="{45760C8B-69E2-4D9E-A035-CFD5BD8EF20D}"/>
                </a:ext>
              </a:extLst>
            </p:cNvPr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08;p64">
              <a:extLst>
                <a:ext uri="{FF2B5EF4-FFF2-40B4-BE49-F238E27FC236}">
                  <a16:creationId xmlns:a16="http://schemas.microsoft.com/office/drawing/2014/main" id="{22B35D8A-8A7B-422B-9878-C80CD116A30B}"/>
                </a:ext>
              </a:extLst>
            </p:cNvPr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09;p64">
              <a:extLst>
                <a:ext uri="{FF2B5EF4-FFF2-40B4-BE49-F238E27FC236}">
                  <a16:creationId xmlns:a16="http://schemas.microsoft.com/office/drawing/2014/main" id="{D060F234-E38E-425D-89F7-48DCC6A1C636}"/>
                </a:ext>
              </a:extLst>
            </p:cNvPr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10;p64">
              <a:extLst>
                <a:ext uri="{FF2B5EF4-FFF2-40B4-BE49-F238E27FC236}">
                  <a16:creationId xmlns:a16="http://schemas.microsoft.com/office/drawing/2014/main" id="{047F7E4D-A286-49B2-84C6-83D10721C7C5}"/>
                </a:ext>
              </a:extLst>
            </p:cNvPr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11;p64">
              <a:extLst>
                <a:ext uri="{FF2B5EF4-FFF2-40B4-BE49-F238E27FC236}">
                  <a16:creationId xmlns:a16="http://schemas.microsoft.com/office/drawing/2014/main" id="{1ABB3BD8-12B0-4C0C-A2D5-21AAAC5B8361}"/>
                </a:ext>
              </a:extLst>
            </p:cNvPr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12;p64">
              <a:extLst>
                <a:ext uri="{FF2B5EF4-FFF2-40B4-BE49-F238E27FC236}">
                  <a16:creationId xmlns:a16="http://schemas.microsoft.com/office/drawing/2014/main" id="{8803462D-C66C-4E04-8448-7D7989E73E87}"/>
                </a:ext>
              </a:extLst>
            </p:cNvPr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13;p64">
              <a:extLst>
                <a:ext uri="{FF2B5EF4-FFF2-40B4-BE49-F238E27FC236}">
                  <a16:creationId xmlns:a16="http://schemas.microsoft.com/office/drawing/2014/main" id="{F969F330-EDAC-42CF-81C8-BCDE0C1DD842}"/>
                </a:ext>
              </a:extLst>
            </p:cNvPr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314;p64">
              <a:extLst>
                <a:ext uri="{FF2B5EF4-FFF2-40B4-BE49-F238E27FC236}">
                  <a16:creationId xmlns:a16="http://schemas.microsoft.com/office/drawing/2014/main" id="{A2C71058-E77A-4023-9B43-B808A415760E}"/>
                </a:ext>
              </a:extLst>
            </p:cNvPr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315;p64">
              <a:extLst>
                <a:ext uri="{FF2B5EF4-FFF2-40B4-BE49-F238E27FC236}">
                  <a16:creationId xmlns:a16="http://schemas.microsoft.com/office/drawing/2014/main" id="{C3E6A61C-1D7F-4728-8897-19B4187CD3E6}"/>
                </a:ext>
              </a:extLst>
            </p:cNvPr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316;p64">
              <a:extLst>
                <a:ext uri="{FF2B5EF4-FFF2-40B4-BE49-F238E27FC236}">
                  <a16:creationId xmlns:a16="http://schemas.microsoft.com/office/drawing/2014/main" id="{D02BC6DC-697B-49F3-958D-AE4AD84F6715}"/>
                </a:ext>
              </a:extLst>
            </p:cNvPr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317;p64">
              <a:extLst>
                <a:ext uri="{FF2B5EF4-FFF2-40B4-BE49-F238E27FC236}">
                  <a16:creationId xmlns:a16="http://schemas.microsoft.com/office/drawing/2014/main" id="{490D04B1-2D2D-4C8D-BBA1-E8772DFD990E}"/>
                </a:ext>
              </a:extLst>
            </p:cNvPr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318;p64">
              <a:extLst>
                <a:ext uri="{FF2B5EF4-FFF2-40B4-BE49-F238E27FC236}">
                  <a16:creationId xmlns:a16="http://schemas.microsoft.com/office/drawing/2014/main" id="{F081EA78-4E80-4A25-8E0E-F5265094BC61}"/>
                </a:ext>
              </a:extLst>
            </p:cNvPr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319;p64">
              <a:extLst>
                <a:ext uri="{FF2B5EF4-FFF2-40B4-BE49-F238E27FC236}">
                  <a16:creationId xmlns:a16="http://schemas.microsoft.com/office/drawing/2014/main" id="{963A0E29-5D9D-4BF7-8EEE-BB2ED1F18998}"/>
                </a:ext>
              </a:extLst>
            </p:cNvPr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84937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60326" y="267419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000" b="1" dirty="0">
                <a:solidFill>
                  <a:schemeClr val="accent1"/>
                </a:solidFill>
                <a:latin typeface="+mn-lt"/>
              </a:rPr>
              <a:t>Работа с моделями из представлений</a:t>
            </a:r>
          </a:p>
        </p:txBody>
      </p:sp>
      <p:sp>
        <p:nvSpPr>
          <p:cNvPr id="174" name="Rectangle 3">
            <a:extLst>
              <a:ext uri="{FF2B5EF4-FFF2-40B4-BE49-F238E27FC236}">
                <a16:creationId xmlns:a16="http://schemas.microsoft.com/office/drawing/2014/main" id="{B3E314DB-BF37-4C04-959D-B048FFBE0B69}"/>
              </a:ext>
            </a:extLst>
          </p:cNvPr>
          <p:cNvSpPr/>
          <p:nvPr/>
        </p:nvSpPr>
        <p:spPr>
          <a:xfrm>
            <a:off x="4837293" y="2036127"/>
            <a:ext cx="377051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shortcuts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 </a:t>
            </a: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models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Film </a:t>
            </a:r>
          </a:p>
          <a:p>
            <a:endParaRPr lang="en-US" b="1" dirty="0">
              <a:solidFill>
                <a:srgbClr val="000000"/>
              </a:solidFill>
              <a:latin typeface="+mn-lt"/>
            </a:endParaRPr>
          </a:p>
          <a:p>
            <a:endParaRPr lang="en-US" b="1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index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'coolapp/index.html'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b="1" dirty="0">
              <a:solidFill>
                <a:srgbClr val="0000FF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films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'coolapp/films.html'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             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'films'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Film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objects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all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()})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endParaRPr lang="en-US" dirty="0">
              <a:effectLst/>
              <a:latin typeface="+mn-lt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E4BB8EFF-7A5C-4094-8198-1C8E67087186}"/>
              </a:ext>
            </a:extLst>
          </p:cNvPr>
          <p:cNvSpPr/>
          <p:nvPr/>
        </p:nvSpPr>
        <p:spPr>
          <a:xfrm>
            <a:off x="-1" y="1628077"/>
            <a:ext cx="4641011" cy="3062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3" name="Text Box 10">
            <a:extLst>
              <a:ext uri="{FF2B5EF4-FFF2-40B4-BE49-F238E27FC236}">
                <a16:creationId xmlns:a16="http://schemas.microsoft.com/office/drawing/2014/main" id="{951EDA6D-3723-42FF-ABAE-46258198B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157" y="2143849"/>
            <a:ext cx="3525097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+mn-lt"/>
              </a:rPr>
              <a:t>Для подстановки в шаблон объектов класса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Film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на которые отображаются записи соответствующей таблицы базы данных надо дописать представление</a:t>
            </a:r>
            <a:r>
              <a:rPr lang="en-US" sz="180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films</a:t>
            </a:r>
            <a:r>
              <a:rPr lang="ru-RU" sz="1800" dirty="0">
                <a:solidFill>
                  <a:schemeClr val="bg1"/>
                </a:solidFill>
                <a:latin typeface="+mn-lt"/>
              </a:rPr>
              <a:t>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bg1"/>
                </a:solidFill>
                <a:latin typeface="+mn-lt"/>
              </a:rPr>
              <a:t>в </a:t>
            </a:r>
            <a:r>
              <a:rPr lang="en-US" sz="1800" b="1" dirty="0">
                <a:solidFill>
                  <a:schemeClr val="bg1"/>
                </a:solidFill>
                <a:latin typeface="+mn-lt"/>
              </a:rPr>
              <a:t>coolapp/views.py</a:t>
            </a:r>
            <a:endParaRPr lang="en-US" sz="1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2136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07947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Формы (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forms)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7E837-C6DA-432E-A8A4-AF7504259D39}"/>
              </a:ext>
            </a:extLst>
          </p:cNvPr>
          <p:cNvSpPr txBox="1"/>
          <p:nvPr/>
        </p:nvSpPr>
        <p:spPr>
          <a:xfrm>
            <a:off x="575193" y="939371"/>
            <a:ext cx="81078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Половина функциональности сайта уже реализована. Еще один важный аспект, который стоит предусмотреть, – удобный способ добавления и редактирования записей. Панель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admin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 Django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удобна, но её дизайн сложно изменять.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Формы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forms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 позволяют создавать всевозможные компоненты интерфейса сайта и организовывать сам интерфейс. В формах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удобно то, что можно создать новую форму с нуля или воспользоваться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ModelForm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для сохранения содержимого форм в модель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3D359-EE40-4F68-9854-0D7A9484EEC3}"/>
              </a:ext>
            </a:extLst>
          </p:cNvPr>
          <p:cNvSpPr txBox="1"/>
          <p:nvPr/>
        </p:nvSpPr>
        <p:spPr>
          <a:xfrm>
            <a:off x="1148575" y="2421116"/>
            <a:ext cx="73477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Это как раз то, что нам нужно сделать - мы создадим форму для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модели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Film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Как и любая важная часть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формы имеют свой собственный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forms.py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r>
              <a:rPr lang="ru-RU" sz="1400" dirty="0">
                <a:solidFill>
                  <a:schemeClr val="tx1"/>
                </a:solidFill>
                <a:latin typeface="+mn-lt"/>
              </a:rPr>
              <a:t>Нам нужно создать файл с таким именем в директории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coolapp</a:t>
            </a:r>
            <a:endParaRPr lang="ru-RU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200591-BF3F-4415-A032-F3B7DAF088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2395919"/>
            <a:ext cx="364793" cy="364793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ED85B3E2-F2A4-4269-B18A-9EAC1211E724}"/>
              </a:ext>
            </a:extLst>
          </p:cNvPr>
          <p:cNvSpPr/>
          <p:nvPr/>
        </p:nvSpPr>
        <p:spPr>
          <a:xfrm>
            <a:off x="575193" y="3234495"/>
            <a:ext cx="84785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coolapp/forms.py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django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forms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models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endParaRPr lang="ru-RU" sz="8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FilmForm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forms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ModelForm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+mn-lt"/>
              </a:rPr>
              <a:t>Meta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ru-RU" sz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model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fields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'name'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'desc'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'rate'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dirty="0">
              <a:solidFill>
                <a:srgbClr val="000000"/>
              </a:solidFill>
              <a:latin typeface="+mn-lt"/>
            </a:endParaRPr>
          </a:p>
          <a:p>
            <a:r>
              <a:rPr lang="en-US" sz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поля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pub_date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и </a:t>
            </a:r>
            <a:r>
              <a:rPr lang="en-US" sz="1200" dirty="0">
                <a:solidFill>
                  <a:srgbClr val="008000"/>
                </a:solidFill>
                <a:latin typeface="+mn-lt"/>
              </a:rPr>
              <a:t>id </a:t>
            </a:r>
            <a:r>
              <a:rPr lang="ru-RU" sz="1200" dirty="0">
                <a:solidFill>
                  <a:srgbClr val="008000"/>
                </a:solidFill>
                <a:latin typeface="+mn-lt"/>
              </a:rPr>
              <a:t>заполняются сами</a:t>
            </a:r>
            <a:endParaRPr lang="ru-RU" sz="1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15833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07947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Формы (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forms)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A342E6AA-8470-4DC7-8C45-D6B3C52E3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94" y="1160883"/>
            <a:ext cx="835292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800" dirty="0">
                <a:solidFill>
                  <a:schemeClr val="tx1"/>
                </a:solidFill>
                <a:latin typeface="+mn-lt"/>
              </a:rPr>
              <a:t>Для странички добавления фильма нужно определить свой 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url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 и добавить его в  </a:t>
            </a:r>
            <a:r>
              <a:rPr lang="ru-RU" sz="1800" b="1" dirty="0">
                <a:solidFill>
                  <a:schemeClr val="tx1"/>
                </a:solidFill>
                <a:latin typeface="+mn-lt"/>
              </a:rPr>
              <a:t>coolapp/urls</a:t>
            </a:r>
            <a:r>
              <a:rPr lang="en-US" sz="1800" b="1" dirty="0">
                <a:solidFill>
                  <a:schemeClr val="tx1"/>
                </a:solidFill>
                <a:latin typeface="+mn-lt"/>
              </a:rPr>
              <a:t>.py</a:t>
            </a:r>
            <a:endParaRPr lang="en-US" sz="1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8E89237C-4E27-40B5-906B-73ECEC14BCCF}"/>
              </a:ext>
            </a:extLst>
          </p:cNvPr>
          <p:cNvSpPr/>
          <p:nvPr/>
        </p:nvSpPr>
        <p:spPr>
          <a:xfrm>
            <a:off x="575194" y="2006531"/>
            <a:ext cx="82635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800" dirty="0">
                <a:solidFill>
                  <a:srgbClr val="008000"/>
                </a:solidFill>
                <a:latin typeface="+mn-lt"/>
              </a:rPr>
              <a:t>coolapp/urls.py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8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urls </a:t>
            </a:r>
            <a:r>
              <a:rPr lang="en-US" sz="18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path </a:t>
            </a:r>
          </a:p>
          <a:p>
            <a:r>
              <a:rPr lang="en-US" sz="18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views </a:t>
            </a:r>
          </a:p>
          <a:p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r>
              <a:rPr lang="en-US" sz="1800" dirty="0">
                <a:solidFill>
                  <a:srgbClr val="000000"/>
                </a:solidFill>
                <a:latin typeface="+mn-lt"/>
              </a:rPr>
              <a:t>urlpatterns 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+mn-lt"/>
              </a:rPr>
              <a:t>    path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+mn-lt"/>
              </a:rPr>
              <a:t>''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index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808080"/>
                </a:solidFill>
                <a:latin typeface="+mn-lt"/>
              </a:rPr>
              <a:t>'index'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800" dirty="0">
                <a:solidFill>
                  <a:srgbClr val="000000"/>
                </a:solidFill>
                <a:latin typeface="+mn-lt"/>
              </a:rPr>
              <a:t>    path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+mn-lt"/>
              </a:rPr>
              <a:t>'new/'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new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808080"/>
                </a:solidFill>
                <a:latin typeface="+mn-lt"/>
              </a:rPr>
              <a:t>'new'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8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path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800" dirty="0">
                <a:solidFill>
                  <a:srgbClr val="808080"/>
                </a:solidFill>
                <a:latin typeface="+mn-lt"/>
              </a:rPr>
              <a:t>'films/'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films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800" dirty="0">
                <a:solidFill>
                  <a:srgbClr val="808080"/>
                </a:solidFill>
                <a:latin typeface="+mn-lt"/>
              </a:rPr>
              <a:t>'films'</a:t>
            </a:r>
            <a:r>
              <a:rPr lang="en-US" sz="18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endParaRPr lang="ru-RU" sz="1800" b="1" dirty="0">
              <a:solidFill>
                <a:srgbClr val="000080"/>
              </a:solidFill>
              <a:latin typeface="+mn-lt"/>
            </a:endParaRPr>
          </a:p>
          <a:p>
            <a:r>
              <a:rPr lang="en-US" sz="1800" b="1" dirty="0">
                <a:solidFill>
                  <a:srgbClr val="000080"/>
                </a:solidFill>
                <a:latin typeface="+mn-lt"/>
              </a:rPr>
              <a:t>]</a:t>
            </a:r>
            <a:endParaRPr lang="en-US" sz="18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951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Формы (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forms)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3C7B0EBC-2E08-4457-AD72-1DEF0FC97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571" y="1049371"/>
            <a:ext cx="83529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Также потребуется отдельный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view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new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. Для этого нужно создать экземпляр объекта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FilmForm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и передать его 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render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под любым названием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8DFB6D5-675C-465F-A41D-22E746AD7040}"/>
              </a:ext>
            </a:extLst>
          </p:cNvPr>
          <p:cNvSpPr/>
          <p:nvPr/>
        </p:nvSpPr>
        <p:spPr>
          <a:xfrm>
            <a:off x="591993" y="1764767"/>
            <a:ext cx="834850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dirty="0">
                <a:solidFill>
                  <a:srgbClr val="008000"/>
                </a:solidFill>
                <a:latin typeface="+mn-lt"/>
              </a:rPr>
              <a:t>coolapp/views.py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shortcuts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 </a:t>
            </a: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models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Film </a:t>
            </a: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forms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FilmForm </a:t>
            </a:r>
            <a:endParaRPr lang="en-US" b="1" dirty="0">
              <a:solidFill>
                <a:srgbClr val="000000"/>
              </a:solidFill>
              <a:latin typeface="+mn-lt"/>
            </a:endParaRPr>
          </a:p>
          <a:p>
            <a:endParaRPr lang="en-US" sz="1200" b="1" dirty="0">
              <a:solidFill>
                <a:srgbClr val="000000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index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'coolapp/index.html'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FF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films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'coolapp/films.html'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             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'films'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Film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objects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all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()})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en-US" sz="1200" b="1" dirty="0">
              <a:solidFill>
                <a:srgbClr val="0000FF"/>
              </a:solidFill>
              <a:latin typeface="+mn-lt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</a:rPr>
              <a:t>new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'coolapp/new.html'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dirty="0">
                <a:solidFill>
                  <a:srgbClr val="808080"/>
                </a:solidFill>
                <a:latin typeface="+mn-lt"/>
              </a:rPr>
              <a:t>'form'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dirty="0">
                <a:solidFill>
                  <a:srgbClr val="000000"/>
                </a:solidFill>
                <a:latin typeface="+mn-lt"/>
              </a:rPr>
              <a:t> FilmForm</a:t>
            </a:r>
            <a:r>
              <a:rPr lang="en-US" b="1" dirty="0">
                <a:solidFill>
                  <a:srgbClr val="000080"/>
                </a:solidFill>
                <a:latin typeface="+mn-lt"/>
              </a:rPr>
              <a:t>()})</a:t>
            </a:r>
          </a:p>
        </p:txBody>
      </p:sp>
    </p:spTree>
    <p:extLst>
      <p:ext uri="{BB962C8B-B14F-4D97-AF65-F5344CB8AC3E}">
        <p14:creationId xmlns:p14="http://schemas.microsoft.com/office/powerpoint/2010/main" val="65204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Формы (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forms)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BCA4E6-9702-4F2A-A2BE-A639BBD54658}"/>
              </a:ext>
            </a:extLst>
          </p:cNvPr>
          <p:cNvSpPr txBox="1"/>
          <p:nvPr/>
        </p:nvSpPr>
        <p:spPr>
          <a:xfrm>
            <a:off x="575194" y="1057843"/>
            <a:ext cx="7921106" cy="2662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Но у нас нет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html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шаблона под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FilmForm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. Разумеется, его тоже нужно создать.  Чтобы заставить все это работать, нам потребуется сделать следующее (в файле </a:t>
            </a:r>
            <a:r>
              <a:rPr lang="en-US" sz="1400" b="1" dirty="0">
                <a:solidFill>
                  <a:schemeClr val="tx1"/>
                </a:solidFill>
                <a:latin typeface="+mn-lt"/>
              </a:rPr>
              <a:t>new.html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):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900" dirty="0">
              <a:solidFill>
                <a:schemeClr val="tx1"/>
              </a:solidFill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отобразить форму, это можно сделать при помощи фигурных скобок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{{ form.as_p }}</a:t>
            </a: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900" b="1" dirty="0">
              <a:solidFill>
                <a:schemeClr val="tx1"/>
              </a:solidFill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строка выше должна быть обернута в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HTML-теги &lt;form method="POST"&gt;...&lt;/form&gt;</a:t>
            </a: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900" b="1" dirty="0">
              <a:solidFill>
                <a:schemeClr val="tx1"/>
              </a:solidFill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потребуется кнопка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Save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которую мы реализуем при помощи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HTML-кнопки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: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&lt;button type="submit"&gt;Save&lt;/button&gt;</a:t>
            </a: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900" b="1" dirty="0">
              <a:solidFill>
                <a:schemeClr val="tx1"/>
              </a:solidFill>
              <a:latin typeface="+mn-lt"/>
            </a:endParaRPr>
          </a:p>
          <a:p>
            <a:pPr marL="342900" indent="-342900" eaLnBrk="1" hangingPunct="1"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+mn-lt"/>
              </a:rPr>
              <a:t>и наконец сразу после открытия тега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&lt; form... &gt; 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мы должны добавить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{% csrf_token %}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,    это очень важно, поскольку так мы делаем форму защищенной! </a:t>
            </a:r>
            <a:r>
              <a:rPr lang="ru-RU" sz="1400" b="1" dirty="0">
                <a:solidFill>
                  <a:schemeClr val="tx1"/>
                </a:solidFill>
                <a:latin typeface="+mn-lt"/>
              </a:rPr>
              <a:t>Django</a:t>
            </a:r>
            <a:r>
              <a:rPr lang="ru-RU" sz="1400" dirty="0">
                <a:solidFill>
                  <a:schemeClr val="tx1"/>
                </a:solidFill>
                <a:latin typeface="+mn-lt"/>
              </a:rPr>
              <a:t> выдаст предупреждение, если не указать токен</a:t>
            </a:r>
            <a:endParaRPr lang="ru-RU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0620549-FF76-406A-B3B6-52087845215C}"/>
              </a:ext>
            </a:extLst>
          </p:cNvPr>
          <p:cNvSpPr/>
          <p:nvPr/>
        </p:nvSpPr>
        <p:spPr>
          <a:xfrm>
            <a:off x="575194" y="3720110"/>
            <a:ext cx="835292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+mn-lt"/>
              </a:rPr>
              <a:t>&lt;h1&gt;</a:t>
            </a:r>
            <a:r>
              <a:rPr lang="en-US" sz="1400" b="1" dirty="0">
                <a:solidFill>
                  <a:srgbClr val="000000"/>
                </a:solidFill>
                <a:latin typeface="+mn-lt"/>
              </a:rPr>
              <a:t>New film</a:t>
            </a:r>
            <a:r>
              <a:rPr lang="en-US" sz="1400" dirty="0">
                <a:solidFill>
                  <a:srgbClr val="0000FF"/>
                </a:solidFill>
                <a:latin typeface="+mn-lt"/>
              </a:rPr>
              <a:t>&lt;/h1&gt;</a:t>
            </a:r>
            <a:r>
              <a:rPr lang="en-US" sz="14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FF"/>
                </a:solidFill>
                <a:latin typeface="+mn-lt"/>
              </a:rPr>
              <a:t>&lt;form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+mn-lt"/>
              </a:rPr>
              <a:t>method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=</a:t>
            </a:r>
            <a:r>
              <a:rPr lang="en-US" sz="1400" b="1" dirty="0">
                <a:solidFill>
                  <a:srgbClr val="8000FF"/>
                </a:solidFill>
                <a:latin typeface="+mn-lt"/>
              </a:rPr>
              <a:t>"POST"</a:t>
            </a:r>
            <a:r>
              <a:rPr lang="en-US" sz="1400" dirty="0">
                <a:solidFill>
                  <a:srgbClr val="0000FF"/>
                </a:solidFill>
                <a:latin typeface="+mn-lt"/>
              </a:rPr>
              <a:t>&gt;</a:t>
            </a:r>
            <a:r>
              <a:rPr lang="en-US" sz="1400" b="1" dirty="0">
                <a:solidFill>
                  <a:srgbClr val="000000"/>
                </a:solidFill>
                <a:latin typeface="+mn-lt"/>
              </a:rPr>
              <a:t>{% csrf_token %} </a:t>
            </a:r>
            <a:endParaRPr lang="ru-RU" sz="1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+mn-lt"/>
              </a:rPr>
              <a:t>{{ form.as_p }} </a:t>
            </a:r>
            <a:endParaRPr lang="ru-RU" sz="14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400" dirty="0">
                <a:solidFill>
                  <a:srgbClr val="0000FF"/>
                </a:solidFill>
                <a:latin typeface="+mn-lt"/>
              </a:rPr>
              <a:t>&lt;button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FF0000"/>
                </a:solidFill>
                <a:latin typeface="+mn-lt"/>
              </a:rPr>
              <a:t>type</a:t>
            </a:r>
            <a:r>
              <a:rPr lang="en-US" sz="1400" dirty="0">
                <a:solidFill>
                  <a:srgbClr val="000000"/>
                </a:solidFill>
                <a:latin typeface="+mn-lt"/>
              </a:rPr>
              <a:t>=</a:t>
            </a:r>
            <a:r>
              <a:rPr lang="en-US" sz="1400" b="1" dirty="0">
                <a:solidFill>
                  <a:srgbClr val="8000FF"/>
                </a:solidFill>
                <a:latin typeface="+mn-lt"/>
              </a:rPr>
              <a:t>"submit"</a:t>
            </a:r>
            <a:r>
              <a:rPr lang="en-US" sz="1400" dirty="0">
                <a:solidFill>
                  <a:srgbClr val="0000FF"/>
                </a:solidFill>
                <a:latin typeface="+mn-lt"/>
              </a:rPr>
              <a:t>&gt;</a:t>
            </a:r>
            <a:r>
              <a:rPr lang="en-US" sz="1400" b="1" dirty="0">
                <a:solidFill>
                  <a:srgbClr val="000000"/>
                </a:solidFill>
                <a:latin typeface="+mn-lt"/>
              </a:rPr>
              <a:t>Save</a:t>
            </a:r>
            <a:r>
              <a:rPr lang="en-US" sz="1400" dirty="0">
                <a:solidFill>
                  <a:srgbClr val="0000FF"/>
                </a:solidFill>
                <a:latin typeface="+mn-lt"/>
              </a:rPr>
              <a:t>&lt;/button&gt;</a:t>
            </a:r>
            <a:r>
              <a:rPr lang="en-US" sz="14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+mn-lt"/>
              </a:rPr>
              <a:t>&lt;/form&gt;</a:t>
            </a:r>
            <a:endParaRPr lang="en-US" sz="14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7423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DAC64E1-ED38-4F51-BB78-DCC20BA70FAA}"/>
              </a:ext>
            </a:extLst>
          </p:cNvPr>
          <p:cNvSpPr/>
          <p:nvPr/>
        </p:nvSpPr>
        <p:spPr>
          <a:xfrm>
            <a:off x="0" y="2177026"/>
            <a:ext cx="9144000" cy="8935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273EE688-2028-4695-84A1-A520D047AD68}"/>
              </a:ext>
            </a:extLst>
          </p:cNvPr>
          <p:cNvGrpSpPr/>
          <p:nvPr/>
        </p:nvGrpSpPr>
        <p:grpSpPr>
          <a:xfrm>
            <a:off x="684213" y="2310594"/>
            <a:ext cx="626386" cy="626386"/>
            <a:chOff x="560687" y="3457246"/>
            <a:chExt cx="836767" cy="836767"/>
          </a:xfrm>
        </p:grpSpPr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4988D134-1B85-4F86-BB72-7C5178CCCE97}"/>
                </a:ext>
              </a:extLst>
            </p:cNvPr>
            <p:cNvSpPr/>
            <p:nvPr/>
          </p:nvSpPr>
          <p:spPr>
            <a:xfrm>
              <a:off x="560687" y="3457246"/>
              <a:ext cx="836767" cy="83676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5" name="Picture 2" descr="C:\Users\user\Downloads\- (16).png">
              <a:extLst>
                <a:ext uri="{FF2B5EF4-FFF2-40B4-BE49-F238E27FC236}">
                  <a16:creationId xmlns:a16="http://schemas.microsoft.com/office/drawing/2014/main" id="{F4498694-5571-4BF3-A067-D87A4BA67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559" y="3599118"/>
              <a:ext cx="553021" cy="553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Формы (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forms)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C7ADC4-8B9C-481D-9615-FAF29E690C7C}"/>
              </a:ext>
            </a:extLst>
          </p:cNvPr>
          <p:cNvSpPr txBox="1"/>
          <p:nvPr/>
        </p:nvSpPr>
        <p:spPr>
          <a:xfrm>
            <a:off x="575194" y="1116627"/>
            <a:ext cx="79963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Теперь заходим на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http://127.0.0.1:8000/new/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 смотрим что получилось.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Заодно пробуем создать какой-нибудь фильм и сохранить его. И посмотреть, как он отобразится на страничке списка фильмов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B6ACD-725D-4AB5-933B-E287C9AB156E}"/>
              </a:ext>
            </a:extLst>
          </p:cNvPr>
          <p:cNvSpPr txBox="1"/>
          <p:nvPr/>
        </p:nvSpPr>
        <p:spPr>
          <a:xfrm>
            <a:off x="1538868" y="2331400"/>
            <a:ext cx="7188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Как видите, ничего не произошло.  Нужно сделать кое-что еще, чтобы новое представление заработало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7F33C4-C721-48D0-B033-F6060FC284A0}"/>
              </a:ext>
            </a:extLst>
          </p:cNvPr>
          <p:cNvSpPr txBox="1"/>
          <p:nvPr/>
        </p:nvSpPr>
        <p:spPr>
          <a:xfrm>
            <a:off x="1204395" y="3404804"/>
            <a:ext cx="72553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После отправки формы по нажатию кнопки мы возвращаемся к тому же представлению, но в этот раз с новыми данными 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request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а точнее </a:t>
            </a:r>
          </a:p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request.POST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(т.к. 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HTML-файле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, определение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&lt;form&gt;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имеет параметр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method=«POST»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).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Все поля формы теперь находятся 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request.POST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58B537D-193F-435E-ACF9-50A9A1330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3404805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79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Обработка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POST-</a:t>
            </a:r>
            <a:r>
              <a:rPr lang="ru-RU" sz="4400" b="1" dirty="0">
                <a:solidFill>
                  <a:schemeClr val="accent1"/>
                </a:solidFill>
                <a:latin typeface="+mn-lt"/>
              </a:rPr>
              <a:t>запросов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0B6BDE7C-A601-477E-9F1D-241B88E2F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95" y="996812"/>
            <a:ext cx="8085586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Получается, что в представлении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view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нам нужно обработать две разные ситуации: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1600" dirty="0">
              <a:solidFill>
                <a:schemeClr val="tx1"/>
              </a:solidFill>
              <a:latin typeface="+mn-lt"/>
            </a:endParaRPr>
          </a:p>
          <a:p>
            <a:pPr marL="534988"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accent1"/>
                </a:solidFill>
                <a:latin typeface="+mn-lt"/>
              </a:rPr>
              <a:t>Первая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: когда мы только зашли на страницу и хотим получить пустую форму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marL="534988"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accent1"/>
                </a:solidFill>
                <a:latin typeface="+mn-lt"/>
              </a:rPr>
              <a:t>Вторая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: когда мы возвращаемся к представлению со всей информацией,                                       которую мы ввели в форму. Таким образом, нам потребуется ввести условие (мы будем использовать условный оператор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if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для этой цели)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32C8003-445E-4C64-994B-5BC56F8E87B6}"/>
              </a:ext>
            </a:extLst>
          </p:cNvPr>
          <p:cNvSpPr/>
          <p:nvPr/>
        </p:nvSpPr>
        <p:spPr>
          <a:xfrm>
            <a:off x="575194" y="3227308"/>
            <a:ext cx="8352927" cy="17389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600" dirty="0">
                <a:solidFill>
                  <a:srgbClr val="008000"/>
                </a:solidFill>
                <a:latin typeface="+mn-lt"/>
              </a:rPr>
              <a:t>coolapp/views.py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endParaRPr lang="ru-RU" sz="1200" b="1" dirty="0">
              <a:solidFill>
                <a:srgbClr val="0000FF"/>
              </a:solidFill>
              <a:latin typeface="+mn-lt"/>
            </a:endParaRP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FF00FF"/>
                </a:solidFill>
                <a:latin typeface="+mn-lt"/>
              </a:rPr>
              <a:t>new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ru-RU" sz="1600" b="1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request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method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"POST"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dirty="0">
              <a:solidFill>
                <a:srgbClr val="000000"/>
              </a:solidFill>
              <a:latin typeface="+mn-lt"/>
            </a:endParaRPr>
          </a:p>
          <a:p>
            <a:r>
              <a:rPr lang="ru-RU" sz="16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[...]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dirty="0">
              <a:solidFill>
                <a:srgbClr val="000000"/>
              </a:solidFill>
              <a:latin typeface="+mn-lt"/>
            </a:endParaRPr>
          </a:p>
          <a:p>
            <a:r>
              <a:rPr lang="ru-RU" sz="1600" b="1" dirty="0">
                <a:solidFill>
                  <a:srgbClr val="0000FF"/>
                </a:solidFill>
                <a:latin typeface="+mn-lt"/>
              </a:rPr>
              <a:t>   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else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dirty="0">
              <a:solidFill>
                <a:srgbClr val="000000"/>
              </a:solidFill>
              <a:latin typeface="+mn-lt"/>
            </a:endParaRPr>
          </a:p>
          <a:p>
            <a:r>
              <a:rPr lang="ru-RU" sz="16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'coolapp/new.html'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'form'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FilmForm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()})</a:t>
            </a:r>
            <a:endParaRPr lang="en-US" sz="1600" dirty="0">
              <a:effectLst/>
              <a:latin typeface="+mn-lt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64A38AF-556E-4D4C-880B-A6C6E4F1F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432452"/>
            <a:ext cx="364793" cy="364793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5DCC23E-3B48-4A66-B3C4-6C6136DB6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940176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23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Обработка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POST-</a:t>
            </a:r>
            <a:r>
              <a:rPr lang="ru-RU" sz="4400" b="1" dirty="0">
                <a:solidFill>
                  <a:schemeClr val="accent1"/>
                </a:solidFill>
                <a:latin typeface="+mn-lt"/>
              </a:rPr>
              <a:t>запросов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AC64E1-ED38-4F51-BB78-DCC20BA70FAA}"/>
              </a:ext>
            </a:extLst>
          </p:cNvPr>
          <p:cNvSpPr/>
          <p:nvPr/>
        </p:nvSpPr>
        <p:spPr>
          <a:xfrm>
            <a:off x="0" y="1069379"/>
            <a:ext cx="9144000" cy="8935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73EE688-2028-4695-84A1-A520D047AD68}"/>
              </a:ext>
            </a:extLst>
          </p:cNvPr>
          <p:cNvGrpSpPr/>
          <p:nvPr/>
        </p:nvGrpSpPr>
        <p:grpSpPr>
          <a:xfrm>
            <a:off x="684213" y="1202947"/>
            <a:ext cx="626386" cy="626386"/>
            <a:chOff x="560687" y="3457246"/>
            <a:chExt cx="836767" cy="836767"/>
          </a:xfrm>
        </p:grpSpPr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4988D134-1B85-4F86-BB72-7C5178CCCE97}"/>
                </a:ext>
              </a:extLst>
            </p:cNvPr>
            <p:cNvSpPr/>
            <p:nvPr/>
          </p:nvSpPr>
          <p:spPr>
            <a:xfrm>
              <a:off x="560687" y="3457246"/>
              <a:ext cx="836767" cy="83676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1" name="Picture 2" descr="C:\Users\user\Downloads\- (16).png">
              <a:extLst>
                <a:ext uri="{FF2B5EF4-FFF2-40B4-BE49-F238E27FC236}">
                  <a16:creationId xmlns:a16="http://schemas.microsoft.com/office/drawing/2014/main" id="{F4498694-5571-4BF3-A067-D87A4BA675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559" y="3599118"/>
              <a:ext cx="553021" cy="553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Прямоугольник 1"/>
          <p:cNvSpPr/>
          <p:nvPr/>
        </p:nvSpPr>
        <p:spPr>
          <a:xfrm>
            <a:off x="1416801" y="1346862"/>
            <a:ext cx="64800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request.POST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будут лежать все данные, которые мы заполнили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75193" y="2123273"/>
            <a:ext cx="7698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Соответственно, вместо [...] с прошлого слайда можно использовать такой код: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Rectangle 5"/>
          <p:cNvSpPr/>
          <p:nvPr/>
        </p:nvSpPr>
        <p:spPr>
          <a:xfrm>
            <a:off x="684212" y="2520013"/>
            <a:ext cx="4344987" cy="30777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n-lt"/>
              </a:rPr>
              <a:t>form 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=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 FilmForm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(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request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.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POST</a:t>
            </a:r>
            <a:r>
              <a:rPr lang="en-US" sz="1400" b="1" dirty="0">
                <a:solidFill>
                  <a:schemeClr val="accent1"/>
                </a:solidFill>
                <a:latin typeface="+mn-lt"/>
              </a:rPr>
              <a:t>)</a:t>
            </a:r>
            <a:r>
              <a:rPr lang="en-US" sz="1400" dirty="0">
                <a:solidFill>
                  <a:schemeClr val="accent1"/>
                </a:solidFill>
                <a:latin typeface="+mn-lt"/>
              </a:rPr>
              <a:t> </a:t>
            </a:r>
            <a:endParaRPr lang="en-US" sz="1400" dirty="0">
              <a:solidFill>
                <a:schemeClr val="accent1"/>
              </a:solidFill>
              <a:effectLst/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75193" y="3093142"/>
            <a:ext cx="7698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Дальше мы проверим, корректна ли форма (все необходимые поля заполнены, сохранены только верные значения)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204394" y="3782442"/>
            <a:ext cx="57633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Мы сделаем это при помощи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form.is_valid()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 условии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if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58B537D-193F-435E-ACF9-50A9A1330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3753935"/>
            <a:ext cx="364793" cy="36479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04394" y="4382099"/>
            <a:ext cx="882414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Если форма правильная, то мы должны сохранить наш фильм с помощью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form.save()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58B537D-193F-435E-ACF9-50A9A1330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4353590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746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4BB8EFF-7A5C-4094-8198-1C8E67087186}"/>
              </a:ext>
            </a:extLst>
          </p:cNvPr>
          <p:cNvSpPr/>
          <p:nvPr/>
        </p:nvSpPr>
        <p:spPr>
          <a:xfrm>
            <a:off x="5343181" y="2650172"/>
            <a:ext cx="3800819" cy="19509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Обработка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POST-</a:t>
            </a:r>
            <a:r>
              <a:rPr lang="ru-RU" sz="4400" b="1" dirty="0">
                <a:solidFill>
                  <a:schemeClr val="accent1"/>
                </a:solidFill>
                <a:latin typeface="+mn-lt"/>
              </a:rPr>
              <a:t>запросов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75194" y="1081576"/>
            <a:ext cx="83529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Чтобы посмотреть, как выглядит фильм сразу после создания, необходимо добавить еще один импорт во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views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575194" y="1637222"/>
            <a:ext cx="83529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shortcuts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redirect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575194" y="2091445"/>
            <a:ext cx="8352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Теперь мы можем сделать переадресацию на страницу фильма для созданной записи: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Rectangle 7"/>
          <p:cNvSpPr/>
          <p:nvPr/>
        </p:nvSpPr>
        <p:spPr>
          <a:xfrm>
            <a:off x="575194" y="2471469"/>
            <a:ext cx="38895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+mn-lt"/>
              </a:rPr>
              <a:t>new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film_id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None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request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method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"POST"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form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FilmForm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POST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form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is_valid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    film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form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save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redirect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'/{}'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format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film_id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film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objects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get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film_id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dirty="0">
                <a:solidFill>
                  <a:srgbClr val="0000FF"/>
                </a:solidFill>
                <a:latin typeface="+mn-lt"/>
              </a:rPr>
              <a:t>else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dirty="0">
                <a:solidFill>
                  <a:srgbClr val="000000"/>
                </a:solidFill>
                <a:latin typeface="+mn-lt"/>
              </a:rPr>
              <a:t>        film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+mn-lt"/>
              </a:rPr>
              <a:t>    return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render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request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'coolapp/new.html'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200" b="1" dirty="0">
                <a:solidFill>
                  <a:srgbClr val="000000"/>
                </a:solidFill>
                <a:latin typeface="+mn-lt"/>
              </a:rPr>
              <a:t>                  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200" dirty="0">
                <a:solidFill>
                  <a:srgbClr val="808080"/>
                </a:solidFill>
                <a:latin typeface="+mn-lt"/>
              </a:rPr>
              <a:t>'form'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FilmForm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instance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film</a:t>
            </a:r>
            <a:r>
              <a:rPr lang="en-US" sz="1200" b="1" dirty="0">
                <a:solidFill>
                  <a:srgbClr val="000080"/>
                </a:solidFill>
                <a:latin typeface="+mn-lt"/>
              </a:rPr>
              <a:t>)})</a:t>
            </a:r>
            <a:r>
              <a:rPr lang="en-US" sz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200" dirty="0">
              <a:effectLst/>
              <a:latin typeface="+mn-lt"/>
            </a:endParaRPr>
          </a:p>
        </p:txBody>
      </p:sp>
      <p:sp>
        <p:nvSpPr>
          <p:cNvPr id="19" name="Text Box 10"/>
          <p:cNvSpPr txBox="1">
            <a:spLocks noChangeArrowheads="1"/>
          </p:cNvSpPr>
          <p:nvPr/>
        </p:nvSpPr>
        <p:spPr bwMode="auto">
          <a:xfrm>
            <a:off x="5934767" y="3333244"/>
            <a:ext cx="34671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bg1"/>
                </a:solidFill>
                <a:latin typeface="+mn-lt"/>
              </a:rPr>
              <a:t>Теперь можно посмотреть результат в браузере</a:t>
            </a:r>
            <a:endParaRPr lang="en-US" sz="1600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8859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Обработка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POST-</a:t>
            </a:r>
            <a:r>
              <a:rPr lang="ru-RU" sz="4400" b="1" dirty="0">
                <a:solidFill>
                  <a:schemeClr val="accent1"/>
                </a:solidFill>
                <a:latin typeface="+mn-lt"/>
              </a:rPr>
              <a:t>запросов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575194" y="1194306"/>
            <a:ext cx="835292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Также надо добавить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url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для передачи в форму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new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фильмов с известным </a:t>
            </a:r>
            <a:r>
              <a:rPr lang="en-US" sz="1600" b="1" dirty="0">
                <a:solidFill>
                  <a:schemeClr val="tx1"/>
                </a:solidFill>
                <a:latin typeface="+mn-lt"/>
              </a:rPr>
              <a:t>id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 (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полученными при сохранении формы</a:t>
            </a:r>
            <a:r>
              <a:rPr lang="en-US" sz="1600" dirty="0">
                <a:solidFill>
                  <a:schemeClr val="tx1"/>
                </a:solidFill>
                <a:latin typeface="+mn-lt"/>
              </a:rPr>
              <a:t>)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575194" y="2171600"/>
            <a:ext cx="835292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django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urls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path </a:t>
            </a:r>
          </a:p>
          <a:p>
            <a:r>
              <a:rPr lang="en-US" sz="1600" b="1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views </a:t>
            </a:r>
          </a:p>
          <a:p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urlpatterns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    path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'new/'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new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'new'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    path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'films/'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films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'films'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    path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index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'index'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latin typeface="+mn-lt"/>
              </a:rPr>
              <a:t>    path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'&lt;int:film_id&gt;/'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views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new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name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dirty="0">
                <a:solidFill>
                  <a:srgbClr val="808080"/>
                </a:solidFill>
                <a:latin typeface="+mn-lt"/>
              </a:rPr>
              <a:t>'new'</a:t>
            </a:r>
            <a:r>
              <a:rPr lang="en-US" sz="1600" b="1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r>
              <a:rPr lang="en-US" sz="1600" b="1" dirty="0">
                <a:solidFill>
                  <a:srgbClr val="000080"/>
                </a:solidFill>
                <a:latin typeface="+mn-lt"/>
              </a:rPr>
              <a:t>]</a:t>
            </a:r>
            <a:endParaRPr lang="en-US" sz="1600" dirty="0">
              <a:effectLst/>
              <a:latin typeface="+mn-lt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E5F87D6-27CF-4A78-81A3-E0E94183DEF1}"/>
              </a:ext>
            </a:extLst>
          </p:cNvPr>
          <p:cNvGrpSpPr/>
          <p:nvPr/>
        </p:nvGrpSpPr>
        <p:grpSpPr>
          <a:xfrm>
            <a:off x="4994518" y="1680452"/>
            <a:ext cx="3591382" cy="3290620"/>
            <a:chOff x="4789714" y="984069"/>
            <a:chExt cx="4132457" cy="3786383"/>
          </a:xfrm>
        </p:grpSpPr>
        <p:sp>
          <p:nvSpPr>
            <p:cNvPr id="12" name="Google Shape;3134;p64">
              <a:extLst>
                <a:ext uri="{FF2B5EF4-FFF2-40B4-BE49-F238E27FC236}">
                  <a16:creationId xmlns:a16="http://schemas.microsoft.com/office/drawing/2014/main" id="{1E0C7676-FA0B-48DA-8D8A-34A1FB7FB326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35;p64">
              <a:extLst>
                <a:ext uri="{FF2B5EF4-FFF2-40B4-BE49-F238E27FC236}">
                  <a16:creationId xmlns:a16="http://schemas.microsoft.com/office/drawing/2014/main" id="{4CD6ED35-8230-47B2-8407-65A6175F45E3}"/>
                </a:ext>
              </a:extLst>
            </p:cNvPr>
            <p:cNvSpPr/>
            <p:nvPr/>
          </p:nvSpPr>
          <p:spPr>
            <a:xfrm>
              <a:off x="4789714" y="984069"/>
              <a:ext cx="4132457" cy="2866106"/>
            </a:xfrm>
            <a:custGeom>
              <a:avLst/>
              <a:gdLst/>
              <a:ahLst/>
              <a:cxnLst/>
              <a:rect l="l" t="t" r="r" b="b"/>
              <a:pathLst>
                <a:path w="208788" h="144807" extrusionOk="0">
                  <a:moveTo>
                    <a:pt x="166787" y="50315"/>
                  </a:moveTo>
                  <a:cubicBezTo>
                    <a:pt x="166836" y="50315"/>
                    <a:pt x="166886" y="50317"/>
                    <a:pt x="166937" y="50322"/>
                  </a:cubicBezTo>
                  <a:cubicBezTo>
                    <a:pt x="167741" y="50397"/>
                    <a:pt x="168355" y="51073"/>
                    <a:pt x="168355" y="51882"/>
                  </a:cubicBezTo>
                  <a:cubicBezTo>
                    <a:pt x="168355" y="52690"/>
                    <a:pt x="167741" y="53366"/>
                    <a:pt x="166937" y="53441"/>
                  </a:cubicBezTo>
                  <a:cubicBezTo>
                    <a:pt x="166886" y="53446"/>
                    <a:pt x="166836" y="53449"/>
                    <a:pt x="166787" y="53449"/>
                  </a:cubicBezTo>
                  <a:cubicBezTo>
                    <a:pt x="166043" y="53449"/>
                    <a:pt x="165392" y="52920"/>
                    <a:pt x="165250" y="52176"/>
                  </a:cubicBezTo>
                  <a:lnTo>
                    <a:pt x="145519" y="52176"/>
                  </a:lnTo>
                  <a:lnTo>
                    <a:pt x="145519" y="51587"/>
                  </a:lnTo>
                  <a:lnTo>
                    <a:pt x="165250" y="51587"/>
                  </a:lnTo>
                  <a:cubicBezTo>
                    <a:pt x="165392" y="50843"/>
                    <a:pt x="166043" y="50315"/>
                    <a:pt x="166787" y="50315"/>
                  </a:cubicBezTo>
                  <a:close/>
                  <a:moveTo>
                    <a:pt x="39992" y="50314"/>
                  </a:moveTo>
                  <a:cubicBezTo>
                    <a:pt x="39997" y="50314"/>
                    <a:pt x="40002" y="50314"/>
                    <a:pt x="40006" y="50314"/>
                  </a:cubicBezTo>
                  <a:cubicBezTo>
                    <a:pt x="40814" y="50314"/>
                    <a:pt x="41471" y="50928"/>
                    <a:pt x="41557" y="51713"/>
                  </a:cubicBezTo>
                  <a:lnTo>
                    <a:pt x="70690" y="51713"/>
                  </a:lnTo>
                  <a:lnTo>
                    <a:pt x="70690" y="52302"/>
                  </a:lnTo>
                  <a:lnTo>
                    <a:pt x="41510" y="52302"/>
                  </a:lnTo>
                  <a:cubicBezTo>
                    <a:pt x="41324" y="52962"/>
                    <a:pt x="40726" y="53449"/>
                    <a:pt x="40006" y="53449"/>
                  </a:cubicBezTo>
                  <a:cubicBezTo>
                    <a:pt x="40002" y="53449"/>
                    <a:pt x="39997" y="53449"/>
                    <a:pt x="39992" y="53449"/>
                  </a:cubicBezTo>
                  <a:cubicBezTo>
                    <a:pt x="39127" y="53449"/>
                    <a:pt x="38424" y="52748"/>
                    <a:pt x="38424" y="51882"/>
                  </a:cubicBezTo>
                  <a:cubicBezTo>
                    <a:pt x="38424" y="51015"/>
                    <a:pt x="39127" y="50314"/>
                    <a:pt x="39992" y="50314"/>
                  </a:cubicBezTo>
                  <a:close/>
                  <a:moveTo>
                    <a:pt x="189267" y="65419"/>
                  </a:moveTo>
                  <a:cubicBezTo>
                    <a:pt x="190075" y="65419"/>
                    <a:pt x="190750" y="66033"/>
                    <a:pt x="190827" y="66837"/>
                  </a:cubicBezTo>
                  <a:cubicBezTo>
                    <a:pt x="190904" y="67642"/>
                    <a:pt x="190355" y="68373"/>
                    <a:pt x="189561" y="68524"/>
                  </a:cubicBezTo>
                  <a:lnTo>
                    <a:pt x="189561" y="84816"/>
                  </a:lnTo>
                  <a:lnTo>
                    <a:pt x="180120" y="84816"/>
                  </a:lnTo>
                  <a:lnTo>
                    <a:pt x="180120" y="95311"/>
                  </a:lnTo>
                  <a:lnTo>
                    <a:pt x="179530" y="95311"/>
                  </a:lnTo>
                  <a:lnTo>
                    <a:pt x="179530" y="84226"/>
                  </a:lnTo>
                  <a:lnTo>
                    <a:pt x="188972" y="84226"/>
                  </a:lnTo>
                  <a:lnTo>
                    <a:pt x="188972" y="68524"/>
                  </a:lnTo>
                  <a:cubicBezTo>
                    <a:pt x="188178" y="68373"/>
                    <a:pt x="187629" y="67642"/>
                    <a:pt x="187706" y="66837"/>
                  </a:cubicBezTo>
                  <a:cubicBezTo>
                    <a:pt x="187782" y="66033"/>
                    <a:pt x="188458" y="65419"/>
                    <a:pt x="189267" y="65419"/>
                  </a:cubicBezTo>
                  <a:close/>
                  <a:moveTo>
                    <a:pt x="15147" y="88090"/>
                  </a:moveTo>
                  <a:cubicBezTo>
                    <a:pt x="15152" y="88090"/>
                    <a:pt x="15158" y="88090"/>
                    <a:pt x="15163" y="88090"/>
                  </a:cubicBezTo>
                  <a:cubicBezTo>
                    <a:pt x="15858" y="88090"/>
                    <a:pt x="16440" y="88545"/>
                    <a:pt x="16646" y="89172"/>
                  </a:cubicBezTo>
                  <a:lnTo>
                    <a:pt x="30860" y="89172"/>
                  </a:lnTo>
                  <a:lnTo>
                    <a:pt x="30860" y="94304"/>
                  </a:lnTo>
                  <a:cubicBezTo>
                    <a:pt x="31360" y="94499"/>
                    <a:pt x="31725" y="94938"/>
                    <a:pt x="31827" y="95467"/>
                  </a:cubicBezTo>
                  <a:lnTo>
                    <a:pt x="191326" y="95467"/>
                  </a:lnTo>
                  <a:cubicBezTo>
                    <a:pt x="191468" y="94722"/>
                    <a:pt x="192120" y="94193"/>
                    <a:pt x="192864" y="94193"/>
                  </a:cubicBezTo>
                  <a:cubicBezTo>
                    <a:pt x="192913" y="94193"/>
                    <a:pt x="192963" y="94195"/>
                    <a:pt x="193012" y="94200"/>
                  </a:cubicBezTo>
                  <a:cubicBezTo>
                    <a:pt x="193817" y="94277"/>
                    <a:pt x="194431" y="94952"/>
                    <a:pt x="194431" y="95760"/>
                  </a:cubicBezTo>
                  <a:cubicBezTo>
                    <a:pt x="194431" y="96569"/>
                    <a:pt x="193817" y="97244"/>
                    <a:pt x="193012" y="97321"/>
                  </a:cubicBezTo>
                  <a:cubicBezTo>
                    <a:pt x="192962" y="97326"/>
                    <a:pt x="192912" y="97328"/>
                    <a:pt x="192862" y="97328"/>
                  </a:cubicBezTo>
                  <a:cubicBezTo>
                    <a:pt x="192119" y="97328"/>
                    <a:pt x="191468" y="96800"/>
                    <a:pt x="191326" y="96055"/>
                  </a:cubicBezTo>
                  <a:lnTo>
                    <a:pt x="31826" y="96055"/>
                  </a:lnTo>
                  <a:cubicBezTo>
                    <a:pt x="31686" y="96793"/>
                    <a:pt x="31040" y="97327"/>
                    <a:pt x="30289" y="97327"/>
                  </a:cubicBezTo>
                  <a:cubicBezTo>
                    <a:pt x="29538" y="97327"/>
                    <a:pt x="28892" y="96793"/>
                    <a:pt x="28751" y="96055"/>
                  </a:cubicBezTo>
                  <a:lnTo>
                    <a:pt x="23560" y="96055"/>
                  </a:lnTo>
                  <a:cubicBezTo>
                    <a:pt x="23418" y="96800"/>
                    <a:pt x="22767" y="97328"/>
                    <a:pt x="22023" y="97328"/>
                  </a:cubicBezTo>
                  <a:cubicBezTo>
                    <a:pt x="21973" y="97328"/>
                    <a:pt x="21923" y="97326"/>
                    <a:pt x="21873" y="97321"/>
                  </a:cubicBezTo>
                  <a:cubicBezTo>
                    <a:pt x="21069" y="97244"/>
                    <a:pt x="20455" y="96569"/>
                    <a:pt x="20455" y="95760"/>
                  </a:cubicBezTo>
                  <a:cubicBezTo>
                    <a:pt x="20455" y="94952"/>
                    <a:pt x="21069" y="94276"/>
                    <a:pt x="21873" y="94200"/>
                  </a:cubicBezTo>
                  <a:cubicBezTo>
                    <a:pt x="21923" y="94195"/>
                    <a:pt x="21973" y="94193"/>
                    <a:pt x="22023" y="94193"/>
                  </a:cubicBezTo>
                  <a:cubicBezTo>
                    <a:pt x="22767" y="94193"/>
                    <a:pt x="23418" y="94721"/>
                    <a:pt x="23560" y="95465"/>
                  </a:cubicBezTo>
                  <a:lnTo>
                    <a:pt x="28751" y="95465"/>
                  </a:lnTo>
                  <a:cubicBezTo>
                    <a:pt x="28891" y="94734"/>
                    <a:pt x="29527" y="94203"/>
                    <a:pt x="30270" y="94195"/>
                  </a:cubicBezTo>
                  <a:lnTo>
                    <a:pt x="30270" y="89761"/>
                  </a:lnTo>
                  <a:lnTo>
                    <a:pt x="16720" y="89761"/>
                  </a:lnTo>
                  <a:cubicBezTo>
                    <a:pt x="16665" y="90577"/>
                    <a:pt x="15993" y="91224"/>
                    <a:pt x="15163" y="91224"/>
                  </a:cubicBezTo>
                  <a:cubicBezTo>
                    <a:pt x="15158" y="91224"/>
                    <a:pt x="15152" y="91224"/>
                    <a:pt x="15147" y="91224"/>
                  </a:cubicBezTo>
                  <a:cubicBezTo>
                    <a:pt x="14282" y="91224"/>
                    <a:pt x="13581" y="90523"/>
                    <a:pt x="13581" y="89657"/>
                  </a:cubicBezTo>
                  <a:cubicBezTo>
                    <a:pt x="13581" y="88791"/>
                    <a:pt x="14282" y="88090"/>
                    <a:pt x="15147" y="88090"/>
                  </a:cubicBezTo>
                  <a:close/>
                  <a:moveTo>
                    <a:pt x="169604" y="115323"/>
                  </a:moveTo>
                  <a:cubicBezTo>
                    <a:pt x="170357" y="115323"/>
                    <a:pt x="171001" y="115858"/>
                    <a:pt x="171142" y="116596"/>
                  </a:cubicBezTo>
                  <a:lnTo>
                    <a:pt x="191775" y="116596"/>
                  </a:lnTo>
                  <a:cubicBezTo>
                    <a:pt x="191917" y="115852"/>
                    <a:pt x="192569" y="115323"/>
                    <a:pt x="193312" y="115323"/>
                  </a:cubicBezTo>
                  <a:cubicBezTo>
                    <a:pt x="193362" y="115323"/>
                    <a:pt x="193412" y="115326"/>
                    <a:pt x="193462" y="115330"/>
                  </a:cubicBezTo>
                  <a:cubicBezTo>
                    <a:pt x="194267" y="115407"/>
                    <a:pt x="194880" y="116083"/>
                    <a:pt x="194880" y="116891"/>
                  </a:cubicBezTo>
                  <a:cubicBezTo>
                    <a:pt x="194880" y="117699"/>
                    <a:pt x="194267" y="118374"/>
                    <a:pt x="193462" y="118450"/>
                  </a:cubicBezTo>
                  <a:cubicBezTo>
                    <a:pt x="193412" y="118455"/>
                    <a:pt x="193362" y="118457"/>
                    <a:pt x="193312" y="118457"/>
                  </a:cubicBezTo>
                  <a:cubicBezTo>
                    <a:pt x="192569" y="118457"/>
                    <a:pt x="191917" y="117929"/>
                    <a:pt x="191775" y="117186"/>
                  </a:cubicBezTo>
                  <a:lnTo>
                    <a:pt x="171143" y="117186"/>
                  </a:lnTo>
                  <a:cubicBezTo>
                    <a:pt x="171016" y="117853"/>
                    <a:pt x="170464" y="118364"/>
                    <a:pt x="169780" y="118440"/>
                  </a:cubicBezTo>
                  <a:lnTo>
                    <a:pt x="169780" y="123789"/>
                  </a:lnTo>
                  <a:lnTo>
                    <a:pt x="191767" y="123789"/>
                  </a:lnTo>
                  <a:cubicBezTo>
                    <a:pt x="191869" y="123023"/>
                    <a:pt x="192518" y="122430"/>
                    <a:pt x="193313" y="122430"/>
                  </a:cubicBezTo>
                  <a:cubicBezTo>
                    <a:pt x="194172" y="122437"/>
                    <a:pt x="194865" y="123137"/>
                    <a:pt x="194865" y="123996"/>
                  </a:cubicBezTo>
                  <a:cubicBezTo>
                    <a:pt x="194865" y="124856"/>
                    <a:pt x="194172" y="125556"/>
                    <a:pt x="193313" y="125565"/>
                  </a:cubicBezTo>
                  <a:cubicBezTo>
                    <a:pt x="192579" y="125565"/>
                    <a:pt x="191969" y="125059"/>
                    <a:pt x="191797" y="124378"/>
                  </a:cubicBezTo>
                  <a:lnTo>
                    <a:pt x="169191" y="124378"/>
                  </a:lnTo>
                  <a:lnTo>
                    <a:pt x="169191" y="118395"/>
                  </a:lnTo>
                  <a:cubicBezTo>
                    <a:pt x="168620" y="118239"/>
                    <a:pt x="168179" y="117774"/>
                    <a:pt x="168067" y="117186"/>
                  </a:cubicBezTo>
                  <a:lnTo>
                    <a:pt x="142960" y="117186"/>
                  </a:lnTo>
                  <a:lnTo>
                    <a:pt x="142960" y="116596"/>
                  </a:lnTo>
                  <a:lnTo>
                    <a:pt x="168067" y="116596"/>
                  </a:lnTo>
                  <a:cubicBezTo>
                    <a:pt x="168207" y="115858"/>
                    <a:pt x="168853" y="115323"/>
                    <a:pt x="169604" y="115323"/>
                  </a:cubicBezTo>
                  <a:close/>
                  <a:moveTo>
                    <a:pt x="14087" y="111137"/>
                  </a:moveTo>
                  <a:cubicBezTo>
                    <a:pt x="14092" y="111137"/>
                    <a:pt x="14097" y="111137"/>
                    <a:pt x="14102" y="111137"/>
                  </a:cubicBezTo>
                  <a:cubicBezTo>
                    <a:pt x="14914" y="111137"/>
                    <a:pt x="15574" y="111758"/>
                    <a:pt x="15653" y="112550"/>
                  </a:cubicBezTo>
                  <a:lnTo>
                    <a:pt x="27665" y="112550"/>
                  </a:lnTo>
                  <a:cubicBezTo>
                    <a:pt x="27744" y="111758"/>
                    <a:pt x="28404" y="111137"/>
                    <a:pt x="29216" y="111137"/>
                  </a:cubicBezTo>
                  <a:cubicBezTo>
                    <a:pt x="30029" y="111137"/>
                    <a:pt x="30689" y="111758"/>
                    <a:pt x="30768" y="112550"/>
                  </a:cubicBezTo>
                  <a:lnTo>
                    <a:pt x="39402" y="112550"/>
                  </a:lnTo>
                  <a:lnTo>
                    <a:pt x="39402" y="122440"/>
                  </a:lnTo>
                  <a:lnTo>
                    <a:pt x="57801" y="122440"/>
                  </a:lnTo>
                  <a:cubicBezTo>
                    <a:pt x="57922" y="121811"/>
                    <a:pt x="58414" y="121318"/>
                    <a:pt x="59043" y="121197"/>
                  </a:cubicBezTo>
                  <a:lnTo>
                    <a:pt x="59043" y="116486"/>
                  </a:lnTo>
                  <a:lnTo>
                    <a:pt x="69556" y="116486"/>
                  </a:lnTo>
                  <a:lnTo>
                    <a:pt x="69556" y="117075"/>
                  </a:lnTo>
                  <a:lnTo>
                    <a:pt x="59632" y="117075"/>
                  </a:lnTo>
                  <a:lnTo>
                    <a:pt x="59632" y="121198"/>
                  </a:lnTo>
                  <a:cubicBezTo>
                    <a:pt x="60202" y="121307"/>
                    <a:pt x="60665" y="121721"/>
                    <a:pt x="60836" y="122275"/>
                  </a:cubicBezTo>
                  <a:cubicBezTo>
                    <a:pt x="61006" y="122830"/>
                    <a:pt x="60857" y="123433"/>
                    <a:pt x="60447" y="123843"/>
                  </a:cubicBezTo>
                  <a:cubicBezTo>
                    <a:pt x="60149" y="124142"/>
                    <a:pt x="59749" y="124302"/>
                    <a:pt x="59339" y="124302"/>
                  </a:cubicBezTo>
                  <a:cubicBezTo>
                    <a:pt x="59185" y="124302"/>
                    <a:pt x="59030" y="124280"/>
                    <a:pt x="58879" y="124233"/>
                  </a:cubicBezTo>
                  <a:cubicBezTo>
                    <a:pt x="58324" y="124062"/>
                    <a:pt x="57910" y="123600"/>
                    <a:pt x="57801" y="123030"/>
                  </a:cubicBezTo>
                  <a:lnTo>
                    <a:pt x="38812" y="123030"/>
                  </a:lnTo>
                  <a:lnTo>
                    <a:pt x="38812" y="113140"/>
                  </a:lnTo>
                  <a:lnTo>
                    <a:pt x="30715" y="113140"/>
                  </a:lnTo>
                  <a:cubicBezTo>
                    <a:pt x="30553" y="113700"/>
                    <a:pt x="30091" y="114132"/>
                    <a:pt x="29511" y="114243"/>
                  </a:cubicBezTo>
                  <a:lnTo>
                    <a:pt x="29511" y="129324"/>
                  </a:lnTo>
                  <a:lnTo>
                    <a:pt x="20101" y="129324"/>
                  </a:lnTo>
                  <a:cubicBezTo>
                    <a:pt x="19877" y="129917"/>
                    <a:pt x="19309" y="130341"/>
                    <a:pt x="18638" y="130341"/>
                  </a:cubicBezTo>
                  <a:cubicBezTo>
                    <a:pt x="18633" y="130341"/>
                    <a:pt x="18629" y="130341"/>
                    <a:pt x="18624" y="130341"/>
                  </a:cubicBezTo>
                  <a:cubicBezTo>
                    <a:pt x="17759" y="130341"/>
                    <a:pt x="17056" y="129640"/>
                    <a:pt x="17056" y="128773"/>
                  </a:cubicBezTo>
                  <a:cubicBezTo>
                    <a:pt x="17056" y="127907"/>
                    <a:pt x="17759" y="127206"/>
                    <a:pt x="18624" y="127206"/>
                  </a:cubicBezTo>
                  <a:cubicBezTo>
                    <a:pt x="18629" y="127206"/>
                    <a:pt x="18633" y="127206"/>
                    <a:pt x="18638" y="127206"/>
                  </a:cubicBezTo>
                  <a:cubicBezTo>
                    <a:pt x="19490" y="127206"/>
                    <a:pt x="20180" y="127888"/>
                    <a:pt x="20201" y="128735"/>
                  </a:cubicBezTo>
                  <a:lnTo>
                    <a:pt x="28921" y="128735"/>
                  </a:lnTo>
                  <a:lnTo>
                    <a:pt x="28921" y="114243"/>
                  </a:lnTo>
                  <a:cubicBezTo>
                    <a:pt x="28341" y="114132"/>
                    <a:pt x="27880" y="113700"/>
                    <a:pt x="27717" y="113140"/>
                  </a:cubicBezTo>
                  <a:lnTo>
                    <a:pt x="15601" y="113140"/>
                  </a:lnTo>
                  <a:cubicBezTo>
                    <a:pt x="15411" y="113792"/>
                    <a:pt x="14815" y="114272"/>
                    <a:pt x="14102" y="114272"/>
                  </a:cubicBezTo>
                  <a:cubicBezTo>
                    <a:pt x="14097" y="114272"/>
                    <a:pt x="14092" y="114272"/>
                    <a:pt x="14087" y="114272"/>
                  </a:cubicBezTo>
                  <a:cubicBezTo>
                    <a:pt x="13223" y="114272"/>
                    <a:pt x="12519" y="113571"/>
                    <a:pt x="12519" y="112705"/>
                  </a:cubicBezTo>
                  <a:cubicBezTo>
                    <a:pt x="12519" y="111838"/>
                    <a:pt x="13223" y="111137"/>
                    <a:pt x="14087" y="111137"/>
                  </a:cubicBezTo>
                  <a:close/>
                  <a:moveTo>
                    <a:pt x="136905" y="1"/>
                  </a:moveTo>
                  <a:cubicBezTo>
                    <a:pt x="132240" y="1"/>
                    <a:pt x="127894" y="738"/>
                    <a:pt x="123858" y="1748"/>
                  </a:cubicBezTo>
                  <a:cubicBezTo>
                    <a:pt x="110020" y="5210"/>
                    <a:pt x="103470" y="13062"/>
                    <a:pt x="88405" y="20150"/>
                  </a:cubicBezTo>
                  <a:lnTo>
                    <a:pt x="88405" y="23084"/>
                  </a:lnTo>
                  <a:lnTo>
                    <a:pt x="101149" y="23084"/>
                  </a:lnTo>
                  <a:lnTo>
                    <a:pt x="101149" y="23672"/>
                  </a:lnTo>
                  <a:lnTo>
                    <a:pt x="87817" y="23672"/>
                  </a:lnTo>
                  <a:lnTo>
                    <a:pt x="87817" y="20427"/>
                  </a:lnTo>
                  <a:cubicBezTo>
                    <a:pt x="86732" y="20929"/>
                    <a:pt x="85607" y="21426"/>
                    <a:pt x="84429" y="21917"/>
                  </a:cubicBezTo>
                  <a:cubicBezTo>
                    <a:pt x="78037" y="24581"/>
                    <a:pt x="72617" y="25705"/>
                    <a:pt x="67307" y="26261"/>
                  </a:cubicBezTo>
                  <a:lnTo>
                    <a:pt x="67307" y="28418"/>
                  </a:lnTo>
                  <a:lnTo>
                    <a:pt x="48103" y="28418"/>
                  </a:lnTo>
                  <a:cubicBezTo>
                    <a:pt x="47960" y="29163"/>
                    <a:pt x="47309" y="29691"/>
                    <a:pt x="46565" y="29691"/>
                  </a:cubicBezTo>
                  <a:cubicBezTo>
                    <a:pt x="46516" y="29691"/>
                    <a:pt x="46466" y="29688"/>
                    <a:pt x="46417" y="29684"/>
                  </a:cubicBezTo>
                  <a:cubicBezTo>
                    <a:pt x="45613" y="29607"/>
                    <a:pt x="44999" y="28931"/>
                    <a:pt x="44999" y="28124"/>
                  </a:cubicBezTo>
                  <a:cubicBezTo>
                    <a:pt x="44999" y="27968"/>
                    <a:pt x="45028" y="27819"/>
                    <a:pt x="45071" y="27678"/>
                  </a:cubicBezTo>
                  <a:lnTo>
                    <a:pt x="45071" y="27678"/>
                  </a:lnTo>
                  <a:cubicBezTo>
                    <a:pt x="41448" y="28073"/>
                    <a:pt x="37848" y="28655"/>
                    <a:pt x="34286" y="29422"/>
                  </a:cubicBezTo>
                  <a:cubicBezTo>
                    <a:pt x="12428" y="34111"/>
                    <a:pt x="0" y="63661"/>
                    <a:pt x="0" y="80547"/>
                  </a:cubicBezTo>
                  <a:cubicBezTo>
                    <a:pt x="0" y="97433"/>
                    <a:pt x="1314" y="121838"/>
                    <a:pt x="20143" y="134487"/>
                  </a:cubicBezTo>
                  <a:cubicBezTo>
                    <a:pt x="24099" y="137145"/>
                    <a:pt x="29192" y="138189"/>
                    <a:pt x="34933" y="138189"/>
                  </a:cubicBezTo>
                  <a:cubicBezTo>
                    <a:pt x="55990" y="138189"/>
                    <a:pt x="85762" y="124142"/>
                    <a:pt x="100094" y="124142"/>
                  </a:cubicBezTo>
                  <a:cubicBezTo>
                    <a:pt x="100454" y="124142"/>
                    <a:pt x="100804" y="124150"/>
                    <a:pt x="101144" y="124169"/>
                  </a:cubicBezTo>
                  <a:cubicBezTo>
                    <a:pt x="118716" y="125107"/>
                    <a:pt x="138858" y="144807"/>
                    <a:pt x="164145" y="144807"/>
                  </a:cubicBezTo>
                  <a:cubicBezTo>
                    <a:pt x="199570" y="144806"/>
                    <a:pt x="208787" y="98789"/>
                    <a:pt x="202926" y="65885"/>
                  </a:cubicBezTo>
                  <a:cubicBezTo>
                    <a:pt x="200074" y="49872"/>
                    <a:pt x="192226" y="37294"/>
                    <a:pt x="182144" y="25669"/>
                  </a:cubicBezTo>
                  <a:cubicBezTo>
                    <a:pt x="180993" y="24341"/>
                    <a:pt x="179852" y="23076"/>
                    <a:pt x="178721" y="21874"/>
                  </a:cubicBezTo>
                  <a:lnTo>
                    <a:pt x="148778" y="21874"/>
                  </a:lnTo>
                  <a:cubicBezTo>
                    <a:pt x="148554" y="22468"/>
                    <a:pt x="147986" y="22893"/>
                    <a:pt x="147314" y="22893"/>
                  </a:cubicBezTo>
                  <a:cubicBezTo>
                    <a:pt x="147313" y="22893"/>
                    <a:pt x="147313" y="22893"/>
                    <a:pt x="147312" y="22893"/>
                  </a:cubicBezTo>
                  <a:cubicBezTo>
                    <a:pt x="146447" y="22893"/>
                    <a:pt x="145746" y="22190"/>
                    <a:pt x="145747" y="21326"/>
                  </a:cubicBezTo>
                  <a:cubicBezTo>
                    <a:pt x="145747" y="20512"/>
                    <a:pt x="146369" y="19852"/>
                    <a:pt x="147161" y="19773"/>
                  </a:cubicBezTo>
                  <a:lnTo>
                    <a:pt x="147161" y="12882"/>
                  </a:lnTo>
                  <a:lnTo>
                    <a:pt x="129767" y="12882"/>
                  </a:lnTo>
                  <a:lnTo>
                    <a:pt x="129767" y="21874"/>
                  </a:lnTo>
                  <a:lnTo>
                    <a:pt x="109249" y="21874"/>
                  </a:lnTo>
                  <a:lnTo>
                    <a:pt x="109249" y="38214"/>
                  </a:lnTo>
                  <a:lnTo>
                    <a:pt x="108659" y="38214"/>
                  </a:lnTo>
                  <a:lnTo>
                    <a:pt x="108659" y="21285"/>
                  </a:lnTo>
                  <a:lnTo>
                    <a:pt x="129178" y="21285"/>
                  </a:lnTo>
                  <a:lnTo>
                    <a:pt x="129178" y="12293"/>
                  </a:lnTo>
                  <a:lnTo>
                    <a:pt x="161653" y="12293"/>
                  </a:lnTo>
                  <a:cubicBezTo>
                    <a:pt x="161795" y="11549"/>
                    <a:pt x="162447" y="11021"/>
                    <a:pt x="163191" y="11021"/>
                  </a:cubicBezTo>
                  <a:cubicBezTo>
                    <a:pt x="163240" y="11021"/>
                    <a:pt x="163291" y="11023"/>
                    <a:pt x="163341" y="11028"/>
                  </a:cubicBezTo>
                  <a:cubicBezTo>
                    <a:pt x="164145" y="11104"/>
                    <a:pt x="164759" y="11779"/>
                    <a:pt x="164759" y="12588"/>
                  </a:cubicBezTo>
                  <a:cubicBezTo>
                    <a:pt x="164759" y="13397"/>
                    <a:pt x="164145" y="14072"/>
                    <a:pt x="163341" y="14149"/>
                  </a:cubicBezTo>
                  <a:cubicBezTo>
                    <a:pt x="163291" y="14154"/>
                    <a:pt x="163242" y="14156"/>
                    <a:pt x="163193" y="14156"/>
                  </a:cubicBezTo>
                  <a:cubicBezTo>
                    <a:pt x="162448" y="14156"/>
                    <a:pt x="161795" y="13627"/>
                    <a:pt x="161653" y="12882"/>
                  </a:cubicBezTo>
                  <a:lnTo>
                    <a:pt x="147750" y="12882"/>
                  </a:lnTo>
                  <a:lnTo>
                    <a:pt x="147750" y="19828"/>
                  </a:lnTo>
                  <a:cubicBezTo>
                    <a:pt x="148403" y="20016"/>
                    <a:pt x="148859" y="20605"/>
                    <a:pt x="148878" y="21285"/>
                  </a:cubicBezTo>
                  <a:lnTo>
                    <a:pt x="178162" y="21285"/>
                  </a:lnTo>
                  <a:cubicBezTo>
                    <a:pt x="162316" y="4644"/>
                    <a:pt x="148608" y="1"/>
                    <a:pt x="136905" y="1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36;p64">
              <a:extLst>
                <a:ext uri="{FF2B5EF4-FFF2-40B4-BE49-F238E27FC236}">
                  <a16:creationId xmlns:a16="http://schemas.microsoft.com/office/drawing/2014/main" id="{D005C5D2-098F-444A-8C19-C04F16E7CD25}"/>
                </a:ext>
              </a:extLst>
            </p:cNvPr>
            <p:cNvSpPr/>
            <p:nvPr/>
          </p:nvSpPr>
          <p:spPr>
            <a:xfrm>
              <a:off x="5738709" y="1505030"/>
              <a:ext cx="371507" cy="29867"/>
            </a:xfrm>
            <a:custGeom>
              <a:avLst/>
              <a:gdLst/>
              <a:ahLst/>
              <a:cxnLst/>
              <a:rect l="l" t="t" r="r" b="b"/>
              <a:pathLst>
                <a:path w="18770" h="1509" extrusionOk="0">
                  <a:moveTo>
                    <a:pt x="18770" y="1"/>
                  </a:moveTo>
                  <a:cubicBezTo>
                    <a:pt x="12824" y="577"/>
                    <a:pt x="6970" y="485"/>
                    <a:pt x="0" y="1077"/>
                  </a:cubicBezTo>
                  <a:cubicBezTo>
                    <a:pt x="74" y="1212"/>
                    <a:pt x="127" y="1357"/>
                    <a:pt x="156" y="1508"/>
                  </a:cubicBezTo>
                  <a:lnTo>
                    <a:pt x="18770" y="1508"/>
                  </a:lnTo>
                  <a:lnTo>
                    <a:pt x="1877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64;p64">
              <a:extLst>
                <a:ext uri="{FF2B5EF4-FFF2-40B4-BE49-F238E27FC236}">
                  <a16:creationId xmlns:a16="http://schemas.microsoft.com/office/drawing/2014/main" id="{64924507-E181-454B-93A3-21244DF9E12E}"/>
                </a:ext>
              </a:extLst>
            </p:cNvPr>
            <p:cNvSpPr/>
            <p:nvPr/>
          </p:nvSpPr>
          <p:spPr>
            <a:xfrm>
              <a:off x="5020060" y="3595405"/>
              <a:ext cx="3758476" cy="1175047"/>
            </a:xfrm>
            <a:custGeom>
              <a:avLst/>
              <a:gdLst/>
              <a:ahLst/>
              <a:cxnLst/>
              <a:rect l="l" t="t" r="r" b="b"/>
              <a:pathLst>
                <a:path w="189893" h="59368" extrusionOk="0">
                  <a:moveTo>
                    <a:pt x="94946" y="0"/>
                  </a:moveTo>
                  <a:cubicBezTo>
                    <a:pt x="69765" y="0"/>
                    <a:pt x="45615" y="3128"/>
                    <a:pt x="27809" y="8694"/>
                  </a:cubicBezTo>
                  <a:cubicBezTo>
                    <a:pt x="10003" y="14261"/>
                    <a:pt x="1" y="21811"/>
                    <a:pt x="1" y="29684"/>
                  </a:cubicBezTo>
                  <a:cubicBezTo>
                    <a:pt x="1" y="37556"/>
                    <a:pt x="10003" y="45106"/>
                    <a:pt x="27809" y="50673"/>
                  </a:cubicBezTo>
                  <a:cubicBezTo>
                    <a:pt x="45615" y="56240"/>
                    <a:pt x="69765" y="59367"/>
                    <a:pt x="94946" y="59367"/>
                  </a:cubicBezTo>
                  <a:cubicBezTo>
                    <a:pt x="120127" y="59367"/>
                    <a:pt x="144277" y="56240"/>
                    <a:pt x="162083" y="50673"/>
                  </a:cubicBezTo>
                  <a:cubicBezTo>
                    <a:pt x="179888" y="45106"/>
                    <a:pt x="189892" y="37556"/>
                    <a:pt x="189892" y="29684"/>
                  </a:cubicBezTo>
                  <a:cubicBezTo>
                    <a:pt x="189892" y="21811"/>
                    <a:pt x="179888" y="14261"/>
                    <a:pt x="162083" y="8694"/>
                  </a:cubicBezTo>
                  <a:cubicBezTo>
                    <a:pt x="144277" y="3128"/>
                    <a:pt x="120127" y="0"/>
                    <a:pt x="94946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5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65;p64">
              <a:extLst>
                <a:ext uri="{FF2B5EF4-FFF2-40B4-BE49-F238E27FC236}">
                  <a16:creationId xmlns:a16="http://schemas.microsoft.com/office/drawing/2014/main" id="{B02431C2-A7C9-4E65-85FD-0C28103831F1}"/>
                </a:ext>
              </a:extLst>
            </p:cNvPr>
            <p:cNvSpPr/>
            <p:nvPr/>
          </p:nvSpPr>
          <p:spPr>
            <a:xfrm>
              <a:off x="5206071" y="3600512"/>
              <a:ext cx="3424199" cy="1040081"/>
            </a:xfrm>
            <a:custGeom>
              <a:avLst/>
              <a:gdLst/>
              <a:ahLst/>
              <a:cxnLst/>
              <a:rect l="l" t="t" r="r" b="b"/>
              <a:pathLst>
                <a:path w="173004" h="52549" extrusionOk="0">
                  <a:moveTo>
                    <a:pt x="86502" y="0"/>
                  </a:moveTo>
                  <a:cubicBezTo>
                    <a:pt x="63560" y="0"/>
                    <a:pt x="41558" y="2768"/>
                    <a:pt x="25336" y="7696"/>
                  </a:cubicBezTo>
                  <a:cubicBezTo>
                    <a:pt x="9113" y="12623"/>
                    <a:pt x="0" y="19306"/>
                    <a:pt x="0" y="26275"/>
                  </a:cubicBezTo>
                  <a:cubicBezTo>
                    <a:pt x="0" y="33243"/>
                    <a:pt x="9113" y="39925"/>
                    <a:pt x="25336" y="44853"/>
                  </a:cubicBezTo>
                  <a:cubicBezTo>
                    <a:pt x="41558" y="49780"/>
                    <a:pt x="63560" y="52549"/>
                    <a:pt x="86502" y="52549"/>
                  </a:cubicBezTo>
                  <a:cubicBezTo>
                    <a:pt x="109443" y="52549"/>
                    <a:pt x="131445" y="49780"/>
                    <a:pt x="147667" y="44853"/>
                  </a:cubicBezTo>
                  <a:cubicBezTo>
                    <a:pt x="163889" y="39925"/>
                    <a:pt x="173004" y="33243"/>
                    <a:pt x="173004" y="26275"/>
                  </a:cubicBezTo>
                  <a:cubicBezTo>
                    <a:pt x="173004" y="19306"/>
                    <a:pt x="163889" y="12623"/>
                    <a:pt x="147667" y="7696"/>
                  </a:cubicBezTo>
                  <a:cubicBezTo>
                    <a:pt x="131445" y="2768"/>
                    <a:pt x="109443" y="0"/>
                    <a:pt x="865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66;p64">
              <a:extLst>
                <a:ext uri="{FF2B5EF4-FFF2-40B4-BE49-F238E27FC236}">
                  <a16:creationId xmlns:a16="http://schemas.microsoft.com/office/drawing/2014/main" id="{C807E739-A235-4B92-96A7-2307928891B2}"/>
                </a:ext>
              </a:extLst>
            </p:cNvPr>
            <p:cNvSpPr/>
            <p:nvPr/>
          </p:nvSpPr>
          <p:spPr>
            <a:xfrm>
              <a:off x="5200232" y="3594693"/>
              <a:ext cx="3435857" cy="1051739"/>
            </a:xfrm>
            <a:custGeom>
              <a:avLst/>
              <a:gdLst/>
              <a:ahLst/>
              <a:cxnLst/>
              <a:rect l="l" t="t" r="r" b="b"/>
              <a:pathLst>
                <a:path w="173593" h="53138" extrusionOk="0">
                  <a:moveTo>
                    <a:pt x="86797" y="589"/>
                  </a:moveTo>
                  <a:cubicBezTo>
                    <a:pt x="134332" y="589"/>
                    <a:pt x="173005" y="12243"/>
                    <a:pt x="173005" y="26569"/>
                  </a:cubicBezTo>
                  <a:cubicBezTo>
                    <a:pt x="173005" y="40894"/>
                    <a:pt x="134331" y="52549"/>
                    <a:pt x="86797" y="52549"/>
                  </a:cubicBezTo>
                  <a:cubicBezTo>
                    <a:pt x="39262" y="52549"/>
                    <a:pt x="589" y="40894"/>
                    <a:pt x="589" y="26569"/>
                  </a:cubicBezTo>
                  <a:cubicBezTo>
                    <a:pt x="589" y="12243"/>
                    <a:pt x="39262" y="589"/>
                    <a:pt x="86797" y="589"/>
                  </a:cubicBezTo>
                  <a:close/>
                  <a:moveTo>
                    <a:pt x="86797" y="0"/>
                  </a:moveTo>
                  <a:cubicBezTo>
                    <a:pt x="63663" y="0"/>
                    <a:pt x="41910" y="2737"/>
                    <a:pt x="25545" y="7708"/>
                  </a:cubicBezTo>
                  <a:cubicBezTo>
                    <a:pt x="9072" y="12711"/>
                    <a:pt x="0" y="19410"/>
                    <a:pt x="0" y="26569"/>
                  </a:cubicBezTo>
                  <a:cubicBezTo>
                    <a:pt x="0" y="33728"/>
                    <a:pt x="9072" y="40426"/>
                    <a:pt x="25545" y="45429"/>
                  </a:cubicBezTo>
                  <a:cubicBezTo>
                    <a:pt x="41910" y="50400"/>
                    <a:pt x="63663" y="53138"/>
                    <a:pt x="86797" y="53138"/>
                  </a:cubicBezTo>
                  <a:cubicBezTo>
                    <a:pt x="109930" y="53138"/>
                    <a:pt x="131683" y="50400"/>
                    <a:pt x="148049" y="45429"/>
                  </a:cubicBezTo>
                  <a:cubicBezTo>
                    <a:pt x="164521" y="40427"/>
                    <a:pt x="173593" y="33728"/>
                    <a:pt x="173593" y="26569"/>
                  </a:cubicBezTo>
                  <a:cubicBezTo>
                    <a:pt x="173593" y="19410"/>
                    <a:pt x="164521" y="12713"/>
                    <a:pt x="148049" y="7708"/>
                  </a:cubicBezTo>
                  <a:cubicBezTo>
                    <a:pt x="131683" y="2737"/>
                    <a:pt x="109931" y="0"/>
                    <a:pt x="867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67;p64">
              <a:extLst>
                <a:ext uri="{FF2B5EF4-FFF2-40B4-BE49-F238E27FC236}">
                  <a16:creationId xmlns:a16="http://schemas.microsoft.com/office/drawing/2014/main" id="{A8C0090F-7074-45F3-901A-30D52B8D0410}"/>
                </a:ext>
              </a:extLst>
            </p:cNvPr>
            <p:cNvSpPr/>
            <p:nvPr/>
          </p:nvSpPr>
          <p:spPr>
            <a:xfrm>
              <a:off x="5391627" y="3552416"/>
              <a:ext cx="3053067" cy="881997"/>
            </a:xfrm>
            <a:custGeom>
              <a:avLst/>
              <a:gdLst/>
              <a:ahLst/>
              <a:cxnLst/>
              <a:rect l="l" t="t" r="r" b="b"/>
              <a:pathLst>
                <a:path w="154253" h="44562" extrusionOk="0">
                  <a:moveTo>
                    <a:pt x="77127" y="0"/>
                  </a:moveTo>
                  <a:cubicBezTo>
                    <a:pt x="56671" y="0"/>
                    <a:pt x="37054" y="2348"/>
                    <a:pt x="22590" y="6526"/>
                  </a:cubicBezTo>
                  <a:cubicBezTo>
                    <a:pt x="8126" y="10705"/>
                    <a:pt x="1" y="16372"/>
                    <a:pt x="1" y="22281"/>
                  </a:cubicBezTo>
                  <a:cubicBezTo>
                    <a:pt x="1" y="28190"/>
                    <a:pt x="8126" y="33857"/>
                    <a:pt x="22590" y="38036"/>
                  </a:cubicBezTo>
                  <a:cubicBezTo>
                    <a:pt x="37054" y="42214"/>
                    <a:pt x="56671" y="44562"/>
                    <a:pt x="77127" y="44562"/>
                  </a:cubicBezTo>
                  <a:cubicBezTo>
                    <a:pt x="97582" y="44562"/>
                    <a:pt x="117199" y="42214"/>
                    <a:pt x="131662" y="38036"/>
                  </a:cubicBezTo>
                  <a:cubicBezTo>
                    <a:pt x="146127" y="33857"/>
                    <a:pt x="154252" y="28190"/>
                    <a:pt x="154252" y="22281"/>
                  </a:cubicBezTo>
                  <a:cubicBezTo>
                    <a:pt x="154252" y="16372"/>
                    <a:pt x="146127" y="10705"/>
                    <a:pt x="131662" y="6526"/>
                  </a:cubicBezTo>
                  <a:cubicBezTo>
                    <a:pt x="117199" y="2348"/>
                    <a:pt x="97582" y="0"/>
                    <a:pt x="771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68;p64">
              <a:extLst>
                <a:ext uri="{FF2B5EF4-FFF2-40B4-BE49-F238E27FC236}">
                  <a16:creationId xmlns:a16="http://schemas.microsoft.com/office/drawing/2014/main" id="{3C773840-5979-4750-851B-A4F61454AF70}"/>
                </a:ext>
              </a:extLst>
            </p:cNvPr>
            <p:cNvSpPr/>
            <p:nvPr/>
          </p:nvSpPr>
          <p:spPr>
            <a:xfrm>
              <a:off x="5385788" y="3546577"/>
              <a:ext cx="3064745" cy="893675"/>
            </a:xfrm>
            <a:custGeom>
              <a:avLst/>
              <a:gdLst/>
              <a:ahLst/>
              <a:cxnLst/>
              <a:rect l="l" t="t" r="r" b="b"/>
              <a:pathLst>
                <a:path w="154843" h="45152" extrusionOk="0">
                  <a:moveTo>
                    <a:pt x="77422" y="590"/>
                  </a:moveTo>
                  <a:cubicBezTo>
                    <a:pt x="119787" y="590"/>
                    <a:pt x="154253" y="10451"/>
                    <a:pt x="154253" y="22576"/>
                  </a:cubicBezTo>
                  <a:cubicBezTo>
                    <a:pt x="154253" y="34699"/>
                    <a:pt x="119787" y="44562"/>
                    <a:pt x="77422" y="44562"/>
                  </a:cubicBezTo>
                  <a:cubicBezTo>
                    <a:pt x="35056" y="44562"/>
                    <a:pt x="589" y="34698"/>
                    <a:pt x="589" y="22576"/>
                  </a:cubicBezTo>
                  <a:cubicBezTo>
                    <a:pt x="589" y="10453"/>
                    <a:pt x="35056" y="590"/>
                    <a:pt x="77422" y="590"/>
                  </a:cubicBezTo>
                  <a:close/>
                  <a:moveTo>
                    <a:pt x="77422" y="0"/>
                  </a:moveTo>
                  <a:cubicBezTo>
                    <a:pt x="56794" y="0"/>
                    <a:pt x="37396" y="2322"/>
                    <a:pt x="22803" y="6537"/>
                  </a:cubicBezTo>
                  <a:cubicBezTo>
                    <a:pt x="8099" y="10785"/>
                    <a:pt x="1" y="16481"/>
                    <a:pt x="1" y="22575"/>
                  </a:cubicBezTo>
                  <a:cubicBezTo>
                    <a:pt x="1" y="28669"/>
                    <a:pt x="8099" y="34365"/>
                    <a:pt x="22803" y="38613"/>
                  </a:cubicBezTo>
                  <a:cubicBezTo>
                    <a:pt x="37397" y="42829"/>
                    <a:pt x="56794" y="45152"/>
                    <a:pt x="77422" y="45152"/>
                  </a:cubicBezTo>
                  <a:cubicBezTo>
                    <a:pt x="98049" y="45152"/>
                    <a:pt x="117447" y="42829"/>
                    <a:pt x="132040" y="38613"/>
                  </a:cubicBezTo>
                  <a:cubicBezTo>
                    <a:pt x="146744" y="34365"/>
                    <a:pt x="154842" y="28669"/>
                    <a:pt x="154842" y="22575"/>
                  </a:cubicBezTo>
                  <a:cubicBezTo>
                    <a:pt x="154842" y="16481"/>
                    <a:pt x="146744" y="10785"/>
                    <a:pt x="132040" y="6537"/>
                  </a:cubicBezTo>
                  <a:cubicBezTo>
                    <a:pt x="117447" y="2322"/>
                    <a:pt x="98049" y="0"/>
                    <a:pt x="774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69;p64">
              <a:extLst>
                <a:ext uri="{FF2B5EF4-FFF2-40B4-BE49-F238E27FC236}">
                  <a16:creationId xmlns:a16="http://schemas.microsoft.com/office/drawing/2014/main" id="{848B7ADE-1B94-4240-A483-8CF02FF8F535}"/>
                </a:ext>
              </a:extLst>
            </p:cNvPr>
            <p:cNvSpPr/>
            <p:nvPr/>
          </p:nvSpPr>
          <p:spPr>
            <a:xfrm>
              <a:off x="5525820" y="3591169"/>
              <a:ext cx="2784680" cy="775394"/>
            </a:xfrm>
            <a:custGeom>
              <a:avLst/>
              <a:gdLst/>
              <a:ahLst/>
              <a:cxnLst/>
              <a:rect l="l" t="t" r="r" b="b"/>
              <a:pathLst>
                <a:path w="140693" h="39176" extrusionOk="0">
                  <a:moveTo>
                    <a:pt x="70347" y="1"/>
                  </a:moveTo>
                  <a:cubicBezTo>
                    <a:pt x="51689" y="1"/>
                    <a:pt x="33797" y="2064"/>
                    <a:pt x="20604" y="5738"/>
                  </a:cubicBezTo>
                  <a:cubicBezTo>
                    <a:pt x="7412" y="9411"/>
                    <a:pt x="0" y="14393"/>
                    <a:pt x="0" y="19588"/>
                  </a:cubicBezTo>
                  <a:cubicBezTo>
                    <a:pt x="0" y="24784"/>
                    <a:pt x="7412" y="29765"/>
                    <a:pt x="20604" y="33439"/>
                  </a:cubicBezTo>
                  <a:cubicBezTo>
                    <a:pt x="33797" y="37112"/>
                    <a:pt x="51689" y="39176"/>
                    <a:pt x="70347" y="39176"/>
                  </a:cubicBezTo>
                  <a:cubicBezTo>
                    <a:pt x="89003" y="39176"/>
                    <a:pt x="106896" y="37112"/>
                    <a:pt x="120088" y="33439"/>
                  </a:cubicBezTo>
                  <a:cubicBezTo>
                    <a:pt x="133281" y="29765"/>
                    <a:pt x="140692" y="24784"/>
                    <a:pt x="140692" y="19588"/>
                  </a:cubicBezTo>
                  <a:cubicBezTo>
                    <a:pt x="140692" y="14393"/>
                    <a:pt x="133281" y="9411"/>
                    <a:pt x="120088" y="5738"/>
                  </a:cubicBezTo>
                  <a:cubicBezTo>
                    <a:pt x="106896" y="2064"/>
                    <a:pt x="89003" y="1"/>
                    <a:pt x="70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70;p64">
              <a:extLst>
                <a:ext uri="{FF2B5EF4-FFF2-40B4-BE49-F238E27FC236}">
                  <a16:creationId xmlns:a16="http://schemas.microsoft.com/office/drawing/2014/main" id="{BAF114FB-3282-4930-9BDC-109AC929C7ED}"/>
                </a:ext>
              </a:extLst>
            </p:cNvPr>
            <p:cNvSpPr/>
            <p:nvPr/>
          </p:nvSpPr>
          <p:spPr>
            <a:xfrm>
              <a:off x="5520001" y="3585331"/>
              <a:ext cx="2796318" cy="787072"/>
            </a:xfrm>
            <a:custGeom>
              <a:avLst/>
              <a:gdLst/>
              <a:ahLst/>
              <a:cxnLst/>
              <a:rect l="l" t="t" r="r" b="b"/>
              <a:pathLst>
                <a:path w="141281" h="39766" extrusionOk="0">
                  <a:moveTo>
                    <a:pt x="70641" y="590"/>
                  </a:moveTo>
                  <a:cubicBezTo>
                    <a:pt x="109267" y="590"/>
                    <a:pt x="140691" y="9245"/>
                    <a:pt x="140691" y="19883"/>
                  </a:cubicBezTo>
                  <a:cubicBezTo>
                    <a:pt x="140691" y="30522"/>
                    <a:pt x="109267" y="39177"/>
                    <a:pt x="70641" y="39177"/>
                  </a:cubicBezTo>
                  <a:cubicBezTo>
                    <a:pt x="32014" y="39177"/>
                    <a:pt x="589" y="30522"/>
                    <a:pt x="589" y="19883"/>
                  </a:cubicBezTo>
                  <a:cubicBezTo>
                    <a:pt x="589" y="9245"/>
                    <a:pt x="32014" y="590"/>
                    <a:pt x="70641" y="590"/>
                  </a:cubicBezTo>
                  <a:close/>
                  <a:moveTo>
                    <a:pt x="70641" y="1"/>
                  </a:moveTo>
                  <a:cubicBezTo>
                    <a:pt x="51824" y="1"/>
                    <a:pt x="34132" y="2042"/>
                    <a:pt x="20820" y="5749"/>
                  </a:cubicBezTo>
                  <a:cubicBezTo>
                    <a:pt x="7395" y="9488"/>
                    <a:pt x="1" y="14507"/>
                    <a:pt x="1" y="19883"/>
                  </a:cubicBezTo>
                  <a:cubicBezTo>
                    <a:pt x="1" y="25260"/>
                    <a:pt x="7395" y="30280"/>
                    <a:pt x="20820" y="34018"/>
                  </a:cubicBezTo>
                  <a:cubicBezTo>
                    <a:pt x="34132" y="37724"/>
                    <a:pt x="51824" y="39766"/>
                    <a:pt x="70641" y="39766"/>
                  </a:cubicBezTo>
                  <a:cubicBezTo>
                    <a:pt x="89456" y="39766"/>
                    <a:pt x="107150" y="37724"/>
                    <a:pt x="120461" y="34018"/>
                  </a:cubicBezTo>
                  <a:cubicBezTo>
                    <a:pt x="133887" y="30280"/>
                    <a:pt x="141280" y="25260"/>
                    <a:pt x="141280" y="19883"/>
                  </a:cubicBezTo>
                  <a:cubicBezTo>
                    <a:pt x="141280" y="14507"/>
                    <a:pt x="133887" y="9488"/>
                    <a:pt x="120461" y="5749"/>
                  </a:cubicBezTo>
                  <a:cubicBezTo>
                    <a:pt x="107150" y="2042"/>
                    <a:pt x="89456" y="1"/>
                    <a:pt x="70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71;p64">
              <a:extLst>
                <a:ext uri="{FF2B5EF4-FFF2-40B4-BE49-F238E27FC236}">
                  <a16:creationId xmlns:a16="http://schemas.microsoft.com/office/drawing/2014/main" id="{CCA07F3D-18C9-46AA-A5A9-C3C0A941399F}"/>
                </a:ext>
              </a:extLst>
            </p:cNvPr>
            <p:cNvSpPr/>
            <p:nvPr/>
          </p:nvSpPr>
          <p:spPr>
            <a:xfrm>
              <a:off x="5544228" y="3717169"/>
              <a:ext cx="2747866" cy="649395"/>
            </a:xfrm>
            <a:custGeom>
              <a:avLst/>
              <a:gdLst/>
              <a:ahLst/>
              <a:cxnLst/>
              <a:rect l="l" t="t" r="r" b="b"/>
              <a:pathLst>
                <a:path w="138833" h="32810" extrusionOk="0">
                  <a:moveTo>
                    <a:pt x="69417" y="0"/>
                  </a:moveTo>
                  <a:cubicBezTo>
                    <a:pt x="51006" y="0"/>
                    <a:pt x="33349" y="1729"/>
                    <a:pt x="20332" y="4805"/>
                  </a:cubicBezTo>
                  <a:cubicBezTo>
                    <a:pt x="7314" y="7882"/>
                    <a:pt x="0" y="12054"/>
                    <a:pt x="0" y="16406"/>
                  </a:cubicBezTo>
                  <a:cubicBezTo>
                    <a:pt x="0" y="20756"/>
                    <a:pt x="7314" y="24929"/>
                    <a:pt x="20332" y="28005"/>
                  </a:cubicBezTo>
                  <a:cubicBezTo>
                    <a:pt x="33349" y="31082"/>
                    <a:pt x="51006" y="32810"/>
                    <a:pt x="69417" y="32810"/>
                  </a:cubicBezTo>
                  <a:cubicBezTo>
                    <a:pt x="87827" y="32810"/>
                    <a:pt x="105483" y="31082"/>
                    <a:pt x="118501" y="28005"/>
                  </a:cubicBezTo>
                  <a:cubicBezTo>
                    <a:pt x="131520" y="24929"/>
                    <a:pt x="138832" y="20756"/>
                    <a:pt x="138832" y="16406"/>
                  </a:cubicBezTo>
                  <a:cubicBezTo>
                    <a:pt x="138832" y="12054"/>
                    <a:pt x="131520" y="7882"/>
                    <a:pt x="118501" y="4805"/>
                  </a:cubicBezTo>
                  <a:cubicBezTo>
                    <a:pt x="105483" y="1729"/>
                    <a:pt x="87827" y="0"/>
                    <a:pt x="694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72;p64">
              <a:extLst>
                <a:ext uri="{FF2B5EF4-FFF2-40B4-BE49-F238E27FC236}">
                  <a16:creationId xmlns:a16="http://schemas.microsoft.com/office/drawing/2014/main" id="{9143F58D-86AA-4B99-943A-8DB2A0A7471E}"/>
                </a:ext>
              </a:extLst>
            </p:cNvPr>
            <p:cNvSpPr/>
            <p:nvPr/>
          </p:nvSpPr>
          <p:spPr>
            <a:xfrm>
              <a:off x="5537478" y="3711350"/>
              <a:ext cx="2761365" cy="661052"/>
            </a:xfrm>
            <a:custGeom>
              <a:avLst/>
              <a:gdLst/>
              <a:ahLst/>
              <a:cxnLst/>
              <a:rect l="l" t="t" r="r" b="b"/>
              <a:pathLst>
                <a:path w="139515" h="33399" extrusionOk="0">
                  <a:moveTo>
                    <a:pt x="69758" y="589"/>
                  </a:moveTo>
                  <a:cubicBezTo>
                    <a:pt x="103563" y="589"/>
                    <a:pt x="133159" y="7504"/>
                    <a:pt x="138829" y="16700"/>
                  </a:cubicBezTo>
                  <a:cubicBezTo>
                    <a:pt x="133159" y="25895"/>
                    <a:pt x="103562" y="32810"/>
                    <a:pt x="69758" y="32810"/>
                  </a:cubicBezTo>
                  <a:cubicBezTo>
                    <a:pt x="35953" y="32810"/>
                    <a:pt x="6356" y="25895"/>
                    <a:pt x="685" y="16700"/>
                  </a:cubicBezTo>
                  <a:cubicBezTo>
                    <a:pt x="6356" y="7504"/>
                    <a:pt x="35953" y="589"/>
                    <a:pt x="69758" y="589"/>
                  </a:cubicBezTo>
                  <a:close/>
                  <a:moveTo>
                    <a:pt x="69758" y="0"/>
                  </a:moveTo>
                  <a:cubicBezTo>
                    <a:pt x="35017" y="0"/>
                    <a:pt x="5717" y="6961"/>
                    <a:pt x="87" y="16550"/>
                  </a:cubicBezTo>
                  <a:lnTo>
                    <a:pt x="0" y="16700"/>
                  </a:lnTo>
                  <a:lnTo>
                    <a:pt x="87" y="16849"/>
                  </a:lnTo>
                  <a:cubicBezTo>
                    <a:pt x="5717" y="26438"/>
                    <a:pt x="35017" y="33399"/>
                    <a:pt x="69758" y="33399"/>
                  </a:cubicBezTo>
                  <a:cubicBezTo>
                    <a:pt x="104497" y="33399"/>
                    <a:pt x="133799" y="26438"/>
                    <a:pt x="139428" y="16849"/>
                  </a:cubicBezTo>
                  <a:lnTo>
                    <a:pt x="139514" y="16700"/>
                  </a:lnTo>
                  <a:lnTo>
                    <a:pt x="139428" y="16550"/>
                  </a:lnTo>
                  <a:cubicBezTo>
                    <a:pt x="133799" y="6961"/>
                    <a:pt x="104497" y="0"/>
                    <a:pt x="697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73;p64">
              <a:extLst>
                <a:ext uri="{FF2B5EF4-FFF2-40B4-BE49-F238E27FC236}">
                  <a16:creationId xmlns:a16="http://schemas.microsoft.com/office/drawing/2014/main" id="{613E32D7-0486-4BA7-B1AF-C827A0AC50A6}"/>
                </a:ext>
              </a:extLst>
            </p:cNvPr>
            <p:cNvSpPr/>
            <p:nvPr/>
          </p:nvSpPr>
          <p:spPr>
            <a:xfrm>
              <a:off x="5512976" y="4268709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0" y="933"/>
                    <a:pt x="0" y="2084"/>
                  </a:cubicBezTo>
                  <a:cubicBezTo>
                    <a:pt x="0" y="3235"/>
                    <a:pt x="1066" y="4168"/>
                    <a:pt x="2382" y="4168"/>
                  </a:cubicBezTo>
                  <a:cubicBezTo>
                    <a:pt x="3697" y="4168"/>
                    <a:pt x="4763" y="3235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74;p64">
              <a:extLst>
                <a:ext uri="{FF2B5EF4-FFF2-40B4-BE49-F238E27FC236}">
                  <a16:creationId xmlns:a16="http://schemas.microsoft.com/office/drawing/2014/main" id="{39D14EC2-0F68-43F4-9296-C201A4FC2D52}"/>
                </a:ext>
              </a:extLst>
            </p:cNvPr>
            <p:cNvSpPr/>
            <p:nvPr/>
          </p:nvSpPr>
          <p:spPr>
            <a:xfrm>
              <a:off x="5507157" y="4262890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6" y="590"/>
                    <a:pt x="4763" y="1391"/>
                    <a:pt x="4763" y="2378"/>
                  </a:cubicBezTo>
                  <a:cubicBezTo>
                    <a:pt x="4763" y="3364"/>
                    <a:pt x="3826" y="4168"/>
                    <a:pt x="2676" y="4168"/>
                  </a:cubicBezTo>
                  <a:cubicBezTo>
                    <a:pt x="1525" y="4168"/>
                    <a:pt x="589" y="3364"/>
                    <a:pt x="589" y="2378"/>
                  </a:cubicBezTo>
                  <a:cubicBezTo>
                    <a:pt x="589" y="1391"/>
                    <a:pt x="1525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0" y="1067"/>
                    <a:pt x="0" y="2378"/>
                  </a:cubicBezTo>
                  <a:cubicBezTo>
                    <a:pt x="0" y="3690"/>
                    <a:pt x="1200" y="4756"/>
                    <a:pt x="2676" y="4756"/>
                  </a:cubicBezTo>
                  <a:cubicBezTo>
                    <a:pt x="4151" y="4756"/>
                    <a:pt x="5352" y="3688"/>
                    <a:pt x="5352" y="2378"/>
                  </a:cubicBezTo>
                  <a:cubicBezTo>
                    <a:pt x="5352" y="1067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75;p64">
              <a:extLst>
                <a:ext uri="{FF2B5EF4-FFF2-40B4-BE49-F238E27FC236}">
                  <a16:creationId xmlns:a16="http://schemas.microsoft.com/office/drawing/2014/main" id="{75A7C9D9-B45F-4036-934F-79E89326EB77}"/>
                </a:ext>
              </a:extLst>
            </p:cNvPr>
            <p:cNvSpPr/>
            <p:nvPr/>
          </p:nvSpPr>
          <p:spPr>
            <a:xfrm>
              <a:off x="6191287" y="4448783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6" y="1"/>
                    <a:pt x="1" y="934"/>
                    <a:pt x="1" y="2084"/>
                  </a:cubicBezTo>
                  <a:cubicBezTo>
                    <a:pt x="1" y="3234"/>
                    <a:pt x="1066" y="4168"/>
                    <a:pt x="2382" y="4168"/>
                  </a:cubicBezTo>
                  <a:cubicBezTo>
                    <a:pt x="3697" y="4168"/>
                    <a:pt x="4763" y="3234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76;p64">
              <a:extLst>
                <a:ext uri="{FF2B5EF4-FFF2-40B4-BE49-F238E27FC236}">
                  <a16:creationId xmlns:a16="http://schemas.microsoft.com/office/drawing/2014/main" id="{6B655846-E022-460C-8179-7E4B1AFEC863}"/>
                </a:ext>
              </a:extLst>
            </p:cNvPr>
            <p:cNvSpPr/>
            <p:nvPr/>
          </p:nvSpPr>
          <p:spPr>
            <a:xfrm>
              <a:off x="6185448" y="4442944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8" y="590"/>
                    <a:pt x="4763" y="1393"/>
                    <a:pt x="4763" y="2379"/>
                  </a:cubicBezTo>
                  <a:cubicBezTo>
                    <a:pt x="4763" y="3366"/>
                    <a:pt x="3826" y="4168"/>
                    <a:pt x="2676" y="4168"/>
                  </a:cubicBezTo>
                  <a:cubicBezTo>
                    <a:pt x="1526" y="4168"/>
                    <a:pt x="589" y="3366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1" y="1069"/>
                    <a:pt x="1" y="2379"/>
                  </a:cubicBezTo>
                  <a:cubicBezTo>
                    <a:pt x="1" y="3689"/>
                    <a:pt x="1201" y="4756"/>
                    <a:pt x="2676" y="4756"/>
                  </a:cubicBezTo>
                  <a:cubicBezTo>
                    <a:pt x="4152" y="4756"/>
                    <a:pt x="5352" y="3691"/>
                    <a:pt x="5352" y="2379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77;p64">
              <a:extLst>
                <a:ext uri="{FF2B5EF4-FFF2-40B4-BE49-F238E27FC236}">
                  <a16:creationId xmlns:a16="http://schemas.microsoft.com/office/drawing/2014/main" id="{049F13C4-0389-4ACE-9EDA-9C0350B33E2A}"/>
                </a:ext>
              </a:extLst>
            </p:cNvPr>
            <p:cNvSpPr/>
            <p:nvPr/>
          </p:nvSpPr>
          <p:spPr>
            <a:xfrm>
              <a:off x="6998331" y="4478234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2" y="1"/>
                  </a:moveTo>
                  <a:cubicBezTo>
                    <a:pt x="1067" y="1"/>
                    <a:pt x="1" y="933"/>
                    <a:pt x="1" y="2084"/>
                  </a:cubicBezTo>
                  <a:cubicBezTo>
                    <a:pt x="1" y="3236"/>
                    <a:pt x="1067" y="4168"/>
                    <a:pt x="2382" y="4168"/>
                  </a:cubicBezTo>
                  <a:cubicBezTo>
                    <a:pt x="3697" y="4168"/>
                    <a:pt x="4763" y="3236"/>
                    <a:pt x="4763" y="2084"/>
                  </a:cubicBezTo>
                  <a:cubicBezTo>
                    <a:pt x="4763" y="934"/>
                    <a:pt x="3697" y="1"/>
                    <a:pt x="23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78;p64">
              <a:extLst>
                <a:ext uri="{FF2B5EF4-FFF2-40B4-BE49-F238E27FC236}">
                  <a16:creationId xmlns:a16="http://schemas.microsoft.com/office/drawing/2014/main" id="{2579ACFC-47ED-45E2-8FFA-8EC298D07129}"/>
                </a:ext>
              </a:extLst>
            </p:cNvPr>
            <p:cNvSpPr/>
            <p:nvPr/>
          </p:nvSpPr>
          <p:spPr>
            <a:xfrm>
              <a:off x="6992512" y="4472415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cubicBezTo>
                    <a:pt x="3827" y="590"/>
                    <a:pt x="4763" y="1391"/>
                    <a:pt x="4763" y="2378"/>
                  </a:cubicBezTo>
                  <a:cubicBezTo>
                    <a:pt x="4763" y="3365"/>
                    <a:pt x="3827" y="4168"/>
                    <a:pt x="2676" y="4168"/>
                  </a:cubicBezTo>
                  <a:cubicBezTo>
                    <a:pt x="1526" y="4168"/>
                    <a:pt x="590" y="3364"/>
                    <a:pt x="590" y="2378"/>
                  </a:cubicBezTo>
                  <a:cubicBezTo>
                    <a:pt x="590" y="1392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0" y="1"/>
                    <a:pt x="1" y="1067"/>
                    <a:pt x="1" y="2378"/>
                  </a:cubicBezTo>
                  <a:cubicBezTo>
                    <a:pt x="1" y="3690"/>
                    <a:pt x="1200" y="4757"/>
                    <a:pt x="2676" y="4757"/>
                  </a:cubicBezTo>
                  <a:cubicBezTo>
                    <a:pt x="4151" y="4757"/>
                    <a:pt x="5352" y="3689"/>
                    <a:pt x="5352" y="2378"/>
                  </a:cubicBezTo>
                  <a:cubicBezTo>
                    <a:pt x="5352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79;p64">
              <a:extLst>
                <a:ext uri="{FF2B5EF4-FFF2-40B4-BE49-F238E27FC236}">
                  <a16:creationId xmlns:a16="http://schemas.microsoft.com/office/drawing/2014/main" id="{504BC807-192F-4E9D-94A5-074BEEDEEA84}"/>
                </a:ext>
              </a:extLst>
            </p:cNvPr>
            <p:cNvSpPr/>
            <p:nvPr/>
          </p:nvSpPr>
          <p:spPr>
            <a:xfrm>
              <a:off x="7799496" y="4407555"/>
              <a:ext cx="94272" cy="82496"/>
            </a:xfrm>
            <a:custGeom>
              <a:avLst/>
              <a:gdLst/>
              <a:ahLst/>
              <a:cxnLst/>
              <a:rect l="l" t="t" r="r" b="b"/>
              <a:pathLst>
                <a:path w="4763" h="4168" extrusionOk="0">
                  <a:moveTo>
                    <a:pt x="2381" y="0"/>
                  </a:moveTo>
                  <a:cubicBezTo>
                    <a:pt x="1066" y="0"/>
                    <a:pt x="0" y="933"/>
                    <a:pt x="0" y="2084"/>
                  </a:cubicBezTo>
                  <a:cubicBezTo>
                    <a:pt x="0" y="3234"/>
                    <a:pt x="1066" y="4167"/>
                    <a:pt x="2381" y="4167"/>
                  </a:cubicBezTo>
                  <a:cubicBezTo>
                    <a:pt x="3697" y="4167"/>
                    <a:pt x="4763" y="3234"/>
                    <a:pt x="4763" y="2084"/>
                  </a:cubicBezTo>
                  <a:cubicBezTo>
                    <a:pt x="4763" y="933"/>
                    <a:pt x="3697" y="0"/>
                    <a:pt x="2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80;p64">
              <a:extLst>
                <a:ext uri="{FF2B5EF4-FFF2-40B4-BE49-F238E27FC236}">
                  <a16:creationId xmlns:a16="http://schemas.microsoft.com/office/drawing/2014/main" id="{C06523F1-9B36-4BD7-A424-F9815ACC1470}"/>
                </a:ext>
              </a:extLst>
            </p:cNvPr>
            <p:cNvSpPr/>
            <p:nvPr/>
          </p:nvSpPr>
          <p:spPr>
            <a:xfrm>
              <a:off x="7793677" y="4401716"/>
              <a:ext cx="105930" cy="94174"/>
            </a:xfrm>
            <a:custGeom>
              <a:avLst/>
              <a:gdLst/>
              <a:ahLst/>
              <a:cxnLst/>
              <a:rect l="l" t="t" r="r" b="b"/>
              <a:pathLst>
                <a:path w="5352" h="4758" extrusionOk="0">
                  <a:moveTo>
                    <a:pt x="2676" y="590"/>
                  </a:moveTo>
                  <a:cubicBezTo>
                    <a:pt x="3826" y="590"/>
                    <a:pt x="4763" y="1392"/>
                    <a:pt x="4763" y="2379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9"/>
                  </a:cubicBezTo>
                  <a:cubicBezTo>
                    <a:pt x="589" y="1392"/>
                    <a:pt x="1526" y="590"/>
                    <a:pt x="2676" y="590"/>
                  </a:cubicBezTo>
                  <a:close/>
                  <a:moveTo>
                    <a:pt x="2676" y="0"/>
                  </a:moveTo>
                  <a:cubicBezTo>
                    <a:pt x="1201" y="0"/>
                    <a:pt x="0" y="1067"/>
                    <a:pt x="0" y="2379"/>
                  </a:cubicBezTo>
                  <a:cubicBezTo>
                    <a:pt x="0" y="3690"/>
                    <a:pt x="1201" y="4757"/>
                    <a:pt x="2676" y="4757"/>
                  </a:cubicBezTo>
                  <a:cubicBezTo>
                    <a:pt x="4151" y="4757"/>
                    <a:pt x="5352" y="3689"/>
                    <a:pt x="5352" y="2379"/>
                  </a:cubicBezTo>
                  <a:cubicBezTo>
                    <a:pt x="5352" y="1067"/>
                    <a:pt x="4151" y="0"/>
                    <a:pt x="2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81;p64">
              <a:extLst>
                <a:ext uri="{FF2B5EF4-FFF2-40B4-BE49-F238E27FC236}">
                  <a16:creationId xmlns:a16="http://schemas.microsoft.com/office/drawing/2014/main" id="{3D24A69E-A4A6-4854-85A0-11DBEE488453}"/>
                </a:ext>
              </a:extLst>
            </p:cNvPr>
            <p:cNvSpPr/>
            <p:nvPr/>
          </p:nvSpPr>
          <p:spPr>
            <a:xfrm>
              <a:off x="8317903" y="4219030"/>
              <a:ext cx="94252" cy="82496"/>
            </a:xfrm>
            <a:custGeom>
              <a:avLst/>
              <a:gdLst/>
              <a:ahLst/>
              <a:cxnLst/>
              <a:rect l="l" t="t" r="r" b="b"/>
              <a:pathLst>
                <a:path w="4762" h="4168" extrusionOk="0">
                  <a:moveTo>
                    <a:pt x="2381" y="1"/>
                  </a:moveTo>
                  <a:cubicBezTo>
                    <a:pt x="1066" y="1"/>
                    <a:pt x="0" y="934"/>
                    <a:pt x="0" y="2084"/>
                  </a:cubicBezTo>
                  <a:cubicBezTo>
                    <a:pt x="0" y="3235"/>
                    <a:pt x="1066" y="4168"/>
                    <a:pt x="2381" y="4168"/>
                  </a:cubicBezTo>
                  <a:cubicBezTo>
                    <a:pt x="3696" y="4168"/>
                    <a:pt x="4762" y="3235"/>
                    <a:pt x="4762" y="2084"/>
                  </a:cubicBezTo>
                  <a:cubicBezTo>
                    <a:pt x="4762" y="934"/>
                    <a:pt x="3696" y="1"/>
                    <a:pt x="23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82;p64">
              <a:extLst>
                <a:ext uri="{FF2B5EF4-FFF2-40B4-BE49-F238E27FC236}">
                  <a16:creationId xmlns:a16="http://schemas.microsoft.com/office/drawing/2014/main" id="{5BA6ABC9-52B9-44A8-94C4-F4563B52A9EB}"/>
                </a:ext>
              </a:extLst>
            </p:cNvPr>
            <p:cNvSpPr/>
            <p:nvPr/>
          </p:nvSpPr>
          <p:spPr>
            <a:xfrm>
              <a:off x="8312064" y="4213211"/>
              <a:ext cx="105930" cy="94154"/>
            </a:xfrm>
            <a:custGeom>
              <a:avLst/>
              <a:gdLst/>
              <a:ahLst/>
              <a:cxnLst/>
              <a:rect l="l" t="t" r="r" b="b"/>
              <a:pathLst>
                <a:path w="5352" h="4757" extrusionOk="0">
                  <a:moveTo>
                    <a:pt x="2676" y="590"/>
                  </a:moveTo>
                  <a:lnTo>
                    <a:pt x="2676" y="591"/>
                  </a:lnTo>
                  <a:cubicBezTo>
                    <a:pt x="3826" y="591"/>
                    <a:pt x="4763" y="1391"/>
                    <a:pt x="4763" y="2378"/>
                  </a:cubicBezTo>
                  <a:cubicBezTo>
                    <a:pt x="4763" y="3364"/>
                    <a:pt x="3826" y="4167"/>
                    <a:pt x="2676" y="4167"/>
                  </a:cubicBezTo>
                  <a:cubicBezTo>
                    <a:pt x="1526" y="4167"/>
                    <a:pt x="589" y="3364"/>
                    <a:pt x="589" y="2378"/>
                  </a:cubicBezTo>
                  <a:cubicBezTo>
                    <a:pt x="589" y="1391"/>
                    <a:pt x="1526" y="590"/>
                    <a:pt x="2676" y="590"/>
                  </a:cubicBezTo>
                  <a:close/>
                  <a:moveTo>
                    <a:pt x="2676" y="1"/>
                  </a:moveTo>
                  <a:cubicBezTo>
                    <a:pt x="1201" y="1"/>
                    <a:pt x="0" y="1068"/>
                    <a:pt x="0" y="2378"/>
                  </a:cubicBezTo>
                  <a:cubicBezTo>
                    <a:pt x="0" y="3690"/>
                    <a:pt x="1201" y="4756"/>
                    <a:pt x="2676" y="4756"/>
                  </a:cubicBezTo>
                  <a:cubicBezTo>
                    <a:pt x="4151" y="4756"/>
                    <a:pt x="5351" y="3690"/>
                    <a:pt x="5351" y="2378"/>
                  </a:cubicBezTo>
                  <a:cubicBezTo>
                    <a:pt x="5351" y="1068"/>
                    <a:pt x="4151" y="1"/>
                    <a:pt x="2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83;p64">
              <a:extLst>
                <a:ext uri="{FF2B5EF4-FFF2-40B4-BE49-F238E27FC236}">
                  <a16:creationId xmlns:a16="http://schemas.microsoft.com/office/drawing/2014/main" id="{6B666871-68FD-4D70-84B8-AE6E6000C8AA}"/>
                </a:ext>
              </a:extLst>
            </p:cNvPr>
            <p:cNvSpPr/>
            <p:nvPr/>
          </p:nvSpPr>
          <p:spPr>
            <a:xfrm>
              <a:off x="8474759" y="3972474"/>
              <a:ext cx="109018" cy="72778"/>
            </a:xfrm>
            <a:custGeom>
              <a:avLst/>
              <a:gdLst/>
              <a:ahLst/>
              <a:cxnLst/>
              <a:rect l="l" t="t" r="r" b="b"/>
              <a:pathLst>
                <a:path w="5508" h="3677" extrusionOk="0">
                  <a:moveTo>
                    <a:pt x="1702" y="1"/>
                  </a:moveTo>
                  <a:cubicBezTo>
                    <a:pt x="1092" y="1"/>
                    <a:pt x="602" y="206"/>
                    <a:pt x="393" y="608"/>
                  </a:cubicBezTo>
                  <a:cubicBezTo>
                    <a:pt x="0" y="1363"/>
                    <a:pt x="738" y="2525"/>
                    <a:pt x="2042" y="3204"/>
                  </a:cubicBezTo>
                  <a:cubicBezTo>
                    <a:pt x="2650" y="3521"/>
                    <a:pt x="3273" y="3676"/>
                    <a:pt x="3805" y="3676"/>
                  </a:cubicBezTo>
                  <a:cubicBezTo>
                    <a:pt x="4415" y="3676"/>
                    <a:pt x="4905" y="3471"/>
                    <a:pt x="5114" y="3069"/>
                  </a:cubicBezTo>
                  <a:cubicBezTo>
                    <a:pt x="5508" y="2315"/>
                    <a:pt x="4769" y="1152"/>
                    <a:pt x="3465" y="473"/>
                  </a:cubicBezTo>
                  <a:cubicBezTo>
                    <a:pt x="2857" y="157"/>
                    <a:pt x="2234" y="1"/>
                    <a:pt x="17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84;p64">
              <a:extLst>
                <a:ext uri="{FF2B5EF4-FFF2-40B4-BE49-F238E27FC236}">
                  <a16:creationId xmlns:a16="http://schemas.microsoft.com/office/drawing/2014/main" id="{DA1F9128-29B4-4A38-ADAD-50AE5AA02AEA}"/>
                </a:ext>
              </a:extLst>
            </p:cNvPr>
            <p:cNvSpPr/>
            <p:nvPr/>
          </p:nvSpPr>
          <p:spPr>
            <a:xfrm>
              <a:off x="8472582" y="3966635"/>
              <a:ext cx="113352" cy="84475"/>
            </a:xfrm>
            <a:custGeom>
              <a:avLst/>
              <a:gdLst/>
              <a:ahLst/>
              <a:cxnLst/>
              <a:rect l="l" t="t" r="r" b="b"/>
              <a:pathLst>
                <a:path w="5727" h="4268" extrusionOk="0">
                  <a:moveTo>
                    <a:pt x="1800" y="588"/>
                  </a:moveTo>
                  <a:cubicBezTo>
                    <a:pt x="2286" y="588"/>
                    <a:pt x="2874" y="736"/>
                    <a:pt x="3439" y="1029"/>
                  </a:cubicBezTo>
                  <a:cubicBezTo>
                    <a:pt x="4025" y="1334"/>
                    <a:pt x="4504" y="1750"/>
                    <a:pt x="4788" y="2196"/>
                  </a:cubicBezTo>
                  <a:cubicBezTo>
                    <a:pt x="4935" y="2426"/>
                    <a:pt x="5152" y="2867"/>
                    <a:pt x="4964" y="3228"/>
                  </a:cubicBezTo>
                  <a:cubicBezTo>
                    <a:pt x="4807" y="3529"/>
                    <a:pt x="4419" y="3680"/>
                    <a:pt x="3928" y="3680"/>
                  </a:cubicBezTo>
                  <a:cubicBezTo>
                    <a:pt x="3442" y="3680"/>
                    <a:pt x="2854" y="3532"/>
                    <a:pt x="2289" y="3238"/>
                  </a:cubicBezTo>
                  <a:cubicBezTo>
                    <a:pt x="1703" y="2933"/>
                    <a:pt x="1224" y="2519"/>
                    <a:pt x="940" y="2072"/>
                  </a:cubicBezTo>
                  <a:cubicBezTo>
                    <a:pt x="793" y="1841"/>
                    <a:pt x="576" y="1401"/>
                    <a:pt x="764" y="1040"/>
                  </a:cubicBezTo>
                  <a:cubicBezTo>
                    <a:pt x="920" y="739"/>
                    <a:pt x="1308" y="588"/>
                    <a:pt x="1800" y="588"/>
                  </a:cubicBezTo>
                  <a:close/>
                  <a:moveTo>
                    <a:pt x="1816" y="0"/>
                  </a:moveTo>
                  <a:cubicBezTo>
                    <a:pt x="1093" y="0"/>
                    <a:pt x="505" y="261"/>
                    <a:pt x="241" y="767"/>
                  </a:cubicBezTo>
                  <a:cubicBezTo>
                    <a:pt x="0" y="1229"/>
                    <a:pt x="72" y="1805"/>
                    <a:pt x="442" y="2388"/>
                  </a:cubicBezTo>
                  <a:cubicBezTo>
                    <a:pt x="781" y="2921"/>
                    <a:pt x="1340" y="3409"/>
                    <a:pt x="2016" y="3761"/>
                  </a:cubicBezTo>
                  <a:cubicBezTo>
                    <a:pt x="2669" y="4101"/>
                    <a:pt x="3334" y="4268"/>
                    <a:pt x="3912" y="4268"/>
                  </a:cubicBezTo>
                  <a:cubicBezTo>
                    <a:pt x="4634" y="4268"/>
                    <a:pt x="5222" y="4007"/>
                    <a:pt x="5485" y="3500"/>
                  </a:cubicBezTo>
                  <a:cubicBezTo>
                    <a:pt x="5727" y="3038"/>
                    <a:pt x="5654" y="2463"/>
                    <a:pt x="5285" y="1880"/>
                  </a:cubicBezTo>
                  <a:cubicBezTo>
                    <a:pt x="4946" y="1346"/>
                    <a:pt x="4388" y="860"/>
                    <a:pt x="3711" y="508"/>
                  </a:cubicBezTo>
                  <a:cubicBezTo>
                    <a:pt x="3058" y="167"/>
                    <a:pt x="2394" y="0"/>
                    <a:pt x="18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85;p64">
              <a:extLst>
                <a:ext uri="{FF2B5EF4-FFF2-40B4-BE49-F238E27FC236}">
                  <a16:creationId xmlns:a16="http://schemas.microsoft.com/office/drawing/2014/main" id="{94DAB500-C8CD-467A-A425-04EA0BCF4514}"/>
                </a:ext>
              </a:extLst>
            </p:cNvPr>
            <p:cNvSpPr/>
            <p:nvPr/>
          </p:nvSpPr>
          <p:spPr>
            <a:xfrm>
              <a:off x="5252544" y="3972474"/>
              <a:ext cx="109038" cy="72778"/>
            </a:xfrm>
            <a:custGeom>
              <a:avLst/>
              <a:gdLst/>
              <a:ahLst/>
              <a:cxnLst/>
              <a:rect l="l" t="t" r="r" b="b"/>
              <a:pathLst>
                <a:path w="5509" h="3677" extrusionOk="0">
                  <a:moveTo>
                    <a:pt x="3807" y="1"/>
                  </a:moveTo>
                  <a:cubicBezTo>
                    <a:pt x="3275" y="1"/>
                    <a:pt x="2651" y="157"/>
                    <a:pt x="2044" y="473"/>
                  </a:cubicBezTo>
                  <a:cubicBezTo>
                    <a:pt x="739" y="1152"/>
                    <a:pt x="1" y="2315"/>
                    <a:pt x="393" y="3069"/>
                  </a:cubicBezTo>
                  <a:cubicBezTo>
                    <a:pt x="603" y="3471"/>
                    <a:pt x="1094" y="3676"/>
                    <a:pt x="1704" y="3676"/>
                  </a:cubicBezTo>
                  <a:cubicBezTo>
                    <a:pt x="2236" y="3676"/>
                    <a:pt x="2859" y="3521"/>
                    <a:pt x="3466" y="3204"/>
                  </a:cubicBezTo>
                  <a:cubicBezTo>
                    <a:pt x="4771" y="2525"/>
                    <a:pt x="5509" y="1363"/>
                    <a:pt x="5116" y="608"/>
                  </a:cubicBezTo>
                  <a:cubicBezTo>
                    <a:pt x="4907" y="206"/>
                    <a:pt x="4417" y="1"/>
                    <a:pt x="38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86;p64">
              <a:extLst>
                <a:ext uri="{FF2B5EF4-FFF2-40B4-BE49-F238E27FC236}">
                  <a16:creationId xmlns:a16="http://schemas.microsoft.com/office/drawing/2014/main" id="{09079BFC-1DF0-419D-A582-BAEA8CDAC839}"/>
                </a:ext>
              </a:extLst>
            </p:cNvPr>
            <p:cNvSpPr/>
            <p:nvPr/>
          </p:nvSpPr>
          <p:spPr>
            <a:xfrm>
              <a:off x="5250387" y="3966615"/>
              <a:ext cx="113352" cy="84495"/>
            </a:xfrm>
            <a:custGeom>
              <a:avLst/>
              <a:gdLst/>
              <a:ahLst/>
              <a:cxnLst/>
              <a:rect l="l" t="t" r="r" b="b"/>
              <a:pathLst>
                <a:path w="5727" h="4269" extrusionOk="0">
                  <a:moveTo>
                    <a:pt x="3927" y="589"/>
                  </a:moveTo>
                  <a:cubicBezTo>
                    <a:pt x="4419" y="589"/>
                    <a:pt x="4806" y="740"/>
                    <a:pt x="4964" y="1041"/>
                  </a:cubicBezTo>
                  <a:cubicBezTo>
                    <a:pt x="5152" y="1401"/>
                    <a:pt x="4935" y="1842"/>
                    <a:pt x="4788" y="2073"/>
                  </a:cubicBezTo>
                  <a:cubicBezTo>
                    <a:pt x="4504" y="2520"/>
                    <a:pt x="4025" y="2934"/>
                    <a:pt x="3439" y="3239"/>
                  </a:cubicBezTo>
                  <a:cubicBezTo>
                    <a:pt x="2873" y="3534"/>
                    <a:pt x="2286" y="3681"/>
                    <a:pt x="1800" y="3681"/>
                  </a:cubicBezTo>
                  <a:cubicBezTo>
                    <a:pt x="1309" y="3681"/>
                    <a:pt x="921" y="3530"/>
                    <a:pt x="763" y="3229"/>
                  </a:cubicBezTo>
                  <a:cubicBezTo>
                    <a:pt x="576" y="2868"/>
                    <a:pt x="793" y="2427"/>
                    <a:pt x="940" y="2197"/>
                  </a:cubicBezTo>
                  <a:cubicBezTo>
                    <a:pt x="1224" y="1750"/>
                    <a:pt x="1703" y="1335"/>
                    <a:pt x="2289" y="1030"/>
                  </a:cubicBezTo>
                  <a:cubicBezTo>
                    <a:pt x="2853" y="737"/>
                    <a:pt x="3441" y="589"/>
                    <a:pt x="3927" y="589"/>
                  </a:cubicBezTo>
                  <a:close/>
                  <a:moveTo>
                    <a:pt x="3912" y="1"/>
                  </a:moveTo>
                  <a:cubicBezTo>
                    <a:pt x="3334" y="1"/>
                    <a:pt x="2670" y="167"/>
                    <a:pt x="2017" y="507"/>
                  </a:cubicBezTo>
                  <a:cubicBezTo>
                    <a:pt x="1340" y="859"/>
                    <a:pt x="781" y="1347"/>
                    <a:pt x="442" y="1880"/>
                  </a:cubicBezTo>
                  <a:cubicBezTo>
                    <a:pt x="73" y="2464"/>
                    <a:pt x="0" y="3039"/>
                    <a:pt x="241" y="3501"/>
                  </a:cubicBezTo>
                  <a:cubicBezTo>
                    <a:pt x="506" y="4009"/>
                    <a:pt x="1093" y="4269"/>
                    <a:pt x="1816" y="4269"/>
                  </a:cubicBezTo>
                  <a:cubicBezTo>
                    <a:pt x="2394" y="4269"/>
                    <a:pt x="3057" y="4102"/>
                    <a:pt x="3711" y="3761"/>
                  </a:cubicBezTo>
                  <a:cubicBezTo>
                    <a:pt x="4386" y="3409"/>
                    <a:pt x="4946" y="2922"/>
                    <a:pt x="5284" y="2388"/>
                  </a:cubicBezTo>
                  <a:cubicBezTo>
                    <a:pt x="5655" y="1806"/>
                    <a:pt x="5726" y="1230"/>
                    <a:pt x="5486" y="768"/>
                  </a:cubicBezTo>
                  <a:cubicBezTo>
                    <a:pt x="5222" y="261"/>
                    <a:pt x="4634" y="1"/>
                    <a:pt x="3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87;p64">
              <a:extLst>
                <a:ext uri="{FF2B5EF4-FFF2-40B4-BE49-F238E27FC236}">
                  <a16:creationId xmlns:a16="http://schemas.microsoft.com/office/drawing/2014/main" id="{A1F19338-64BF-426E-87EF-9403768C92E0}"/>
                </a:ext>
              </a:extLst>
            </p:cNvPr>
            <p:cNvSpPr/>
            <p:nvPr/>
          </p:nvSpPr>
          <p:spPr>
            <a:xfrm>
              <a:off x="5517845" y="3496561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1" y="1"/>
                  </a:moveTo>
                  <a:lnTo>
                    <a:pt x="1" y="20098"/>
                  </a:lnTo>
                  <a:lnTo>
                    <a:pt x="590" y="20098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88;p64">
              <a:extLst>
                <a:ext uri="{FF2B5EF4-FFF2-40B4-BE49-F238E27FC236}">
                  <a16:creationId xmlns:a16="http://schemas.microsoft.com/office/drawing/2014/main" id="{3F41EB59-1EA0-4566-8F1A-1547CC5044BE}"/>
                </a:ext>
              </a:extLst>
            </p:cNvPr>
            <p:cNvSpPr/>
            <p:nvPr/>
          </p:nvSpPr>
          <p:spPr>
            <a:xfrm>
              <a:off x="5774733" y="3985478"/>
              <a:ext cx="11678" cy="198916"/>
            </a:xfrm>
            <a:custGeom>
              <a:avLst/>
              <a:gdLst/>
              <a:ahLst/>
              <a:cxnLst/>
              <a:rect l="l" t="t" r="r" b="b"/>
              <a:pathLst>
                <a:path w="590" h="10050" extrusionOk="0">
                  <a:moveTo>
                    <a:pt x="1" y="1"/>
                  </a:moveTo>
                  <a:lnTo>
                    <a:pt x="1" y="10049"/>
                  </a:lnTo>
                  <a:lnTo>
                    <a:pt x="590" y="10049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89;p64">
              <a:extLst>
                <a:ext uri="{FF2B5EF4-FFF2-40B4-BE49-F238E27FC236}">
                  <a16:creationId xmlns:a16="http://schemas.microsoft.com/office/drawing/2014/main" id="{3E226360-A2F3-4122-82F1-B88CBB069FB4}"/>
                </a:ext>
              </a:extLst>
            </p:cNvPr>
            <p:cNvSpPr/>
            <p:nvPr/>
          </p:nvSpPr>
          <p:spPr>
            <a:xfrm>
              <a:off x="5774733" y="3538007"/>
              <a:ext cx="11678" cy="397772"/>
            </a:xfrm>
            <a:custGeom>
              <a:avLst/>
              <a:gdLst/>
              <a:ahLst/>
              <a:cxnLst/>
              <a:rect l="l" t="t" r="r" b="b"/>
              <a:pathLst>
                <a:path w="590" h="20097" extrusionOk="0">
                  <a:moveTo>
                    <a:pt x="1" y="0"/>
                  </a:moveTo>
                  <a:lnTo>
                    <a:pt x="1" y="20097"/>
                  </a:lnTo>
                  <a:lnTo>
                    <a:pt x="590" y="20097"/>
                  </a:lnTo>
                  <a:lnTo>
                    <a:pt x="59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90;p64">
              <a:extLst>
                <a:ext uri="{FF2B5EF4-FFF2-40B4-BE49-F238E27FC236}">
                  <a16:creationId xmlns:a16="http://schemas.microsoft.com/office/drawing/2014/main" id="{A257970B-0D64-4E5E-927B-66B03A389218}"/>
                </a:ext>
              </a:extLst>
            </p:cNvPr>
            <p:cNvSpPr/>
            <p:nvPr/>
          </p:nvSpPr>
          <p:spPr>
            <a:xfrm>
              <a:off x="8070139" y="3803168"/>
              <a:ext cx="11678" cy="397812"/>
            </a:xfrm>
            <a:custGeom>
              <a:avLst/>
              <a:gdLst/>
              <a:ahLst/>
              <a:cxnLst/>
              <a:rect l="l" t="t" r="r" b="b"/>
              <a:pathLst>
                <a:path w="590" h="20099" extrusionOk="0">
                  <a:moveTo>
                    <a:pt x="0" y="1"/>
                  </a:moveTo>
                  <a:lnTo>
                    <a:pt x="0" y="20098"/>
                  </a:lnTo>
                  <a:lnTo>
                    <a:pt x="589" y="200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91;p64">
              <a:extLst>
                <a:ext uri="{FF2B5EF4-FFF2-40B4-BE49-F238E27FC236}">
                  <a16:creationId xmlns:a16="http://schemas.microsoft.com/office/drawing/2014/main" id="{E006F4EE-16F1-47B2-A451-09402D0259B3}"/>
                </a:ext>
              </a:extLst>
            </p:cNvPr>
            <p:cNvSpPr/>
            <p:nvPr/>
          </p:nvSpPr>
          <p:spPr>
            <a:xfrm>
              <a:off x="7828551" y="3395283"/>
              <a:ext cx="11678" cy="874714"/>
            </a:xfrm>
            <a:custGeom>
              <a:avLst/>
              <a:gdLst/>
              <a:ahLst/>
              <a:cxnLst/>
              <a:rect l="l" t="t" r="r" b="b"/>
              <a:pathLst>
                <a:path w="590" h="44194" extrusionOk="0">
                  <a:moveTo>
                    <a:pt x="1" y="0"/>
                  </a:moveTo>
                  <a:lnTo>
                    <a:pt x="1" y="44193"/>
                  </a:lnTo>
                  <a:lnTo>
                    <a:pt x="589" y="44193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92;p64">
              <a:extLst>
                <a:ext uri="{FF2B5EF4-FFF2-40B4-BE49-F238E27FC236}">
                  <a16:creationId xmlns:a16="http://schemas.microsoft.com/office/drawing/2014/main" id="{8159F5FF-DED0-43AB-B0D6-C0065A6CEC7E}"/>
                </a:ext>
              </a:extLst>
            </p:cNvPr>
            <p:cNvSpPr/>
            <p:nvPr/>
          </p:nvSpPr>
          <p:spPr>
            <a:xfrm>
              <a:off x="6827144" y="4176080"/>
              <a:ext cx="11658" cy="182330"/>
            </a:xfrm>
            <a:custGeom>
              <a:avLst/>
              <a:gdLst/>
              <a:ahLst/>
              <a:cxnLst/>
              <a:rect l="l" t="t" r="r" b="b"/>
              <a:pathLst>
                <a:path w="589" h="9212" extrusionOk="0">
                  <a:moveTo>
                    <a:pt x="0" y="1"/>
                  </a:moveTo>
                  <a:lnTo>
                    <a:pt x="0" y="9212"/>
                  </a:lnTo>
                  <a:lnTo>
                    <a:pt x="589" y="9212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93;p64">
              <a:extLst>
                <a:ext uri="{FF2B5EF4-FFF2-40B4-BE49-F238E27FC236}">
                  <a16:creationId xmlns:a16="http://schemas.microsoft.com/office/drawing/2014/main" id="{79A5B94D-FFE8-4776-B0F0-5FFDF3B81461}"/>
                </a:ext>
              </a:extLst>
            </p:cNvPr>
            <p:cNvSpPr/>
            <p:nvPr/>
          </p:nvSpPr>
          <p:spPr>
            <a:xfrm>
              <a:off x="6062477" y="3846415"/>
              <a:ext cx="11678" cy="445946"/>
            </a:xfrm>
            <a:custGeom>
              <a:avLst/>
              <a:gdLst/>
              <a:ahLst/>
              <a:cxnLst/>
              <a:rect l="l" t="t" r="r" b="b"/>
              <a:pathLst>
                <a:path w="590" h="22531" extrusionOk="0">
                  <a:moveTo>
                    <a:pt x="1" y="0"/>
                  </a:moveTo>
                  <a:lnTo>
                    <a:pt x="1" y="22531"/>
                  </a:lnTo>
                  <a:lnTo>
                    <a:pt x="589" y="2253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94;p64">
              <a:extLst>
                <a:ext uri="{FF2B5EF4-FFF2-40B4-BE49-F238E27FC236}">
                  <a16:creationId xmlns:a16="http://schemas.microsoft.com/office/drawing/2014/main" id="{92ECA84A-918A-4471-9239-C717F2B50921}"/>
                </a:ext>
              </a:extLst>
            </p:cNvPr>
            <p:cNvSpPr/>
            <p:nvPr/>
          </p:nvSpPr>
          <p:spPr>
            <a:xfrm>
              <a:off x="7421635" y="4256538"/>
              <a:ext cx="11678" cy="90116"/>
            </a:xfrm>
            <a:custGeom>
              <a:avLst/>
              <a:gdLst/>
              <a:ahLst/>
              <a:cxnLst/>
              <a:rect l="l" t="t" r="r" b="b"/>
              <a:pathLst>
                <a:path w="590" h="4553" extrusionOk="0">
                  <a:moveTo>
                    <a:pt x="1" y="0"/>
                  </a:moveTo>
                  <a:lnTo>
                    <a:pt x="1" y="4552"/>
                  </a:lnTo>
                  <a:lnTo>
                    <a:pt x="589" y="4552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95;p64">
              <a:extLst>
                <a:ext uri="{FF2B5EF4-FFF2-40B4-BE49-F238E27FC236}">
                  <a16:creationId xmlns:a16="http://schemas.microsoft.com/office/drawing/2014/main" id="{73978720-E486-476D-BDFF-412C8E2534BB}"/>
                </a:ext>
              </a:extLst>
            </p:cNvPr>
            <p:cNvSpPr/>
            <p:nvPr/>
          </p:nvSpPr>
          <p:spPr>
            <a:xfrm>
              <a:off x="7421635" y="4044519"/>
              <a:ext cx="11678" cy="183953"/>
            </a:xfrm>
            <a:custGeom>
              <a:avLst/>
              <a:gdLst/>
              <a:ahLst/>
              <a:cxnLst/>
              <a:rect l="l" t="t" r="r" b="b"/>
              <a:pathLst>
                <a:path w="590" h="9294" extrusionOk="0">
                  <a:moveTo>
                    <a:pt x="1" y="0"/>
                  </a:moveTo>
                  <a:lnTo>
                    <a:pt x="1" y="9294"/>
                  </a:lnTo>
                  <a:lnTo>
                    <a:pt x="589" y="9294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96;p64">
              <a:extLst>
                <a:ext uri="{FF2B5EF4-FFF2-40B4-BE49-F238E27FC236}">
                  <a16:creationId xmlns:a16="http://schemas.microsoft.com/office/drawing/2014/main" id="{D4195280-B258-4EE6-9FFE-2F87F8DC1477}"/>
                </a:ext>
              </a:extLst>
            </p:cNvPr>
            <p:cNvSpPr/>
            <p:nvPr/>
          </p:nvSpPr>
          <p:spPr>
            <a:xfrm>
              <a:off x="6827144" y="3993771"/>
              <a:ext cx="11658" cy="99458"/>
            </a:xfrm>
            <a:custGeom>
              <a:avLst/>
              <a:gdLst/>
              <a:ahLst/>
              <a:cxnLst/>
              <a:rect l="l" t="t" r="r" b="b"/>
              <a:pathLst>
                <a:path w="589" h="5025" extrusionOk="0">
                  <a:moveTo>
                    <a:pt x="0" y="1"/>
                  </a:moveTo>
                  <a:lnTo>
                    <a:pt x="0" y="5025"/>
                  </a:lnTo>
                  <a:lnTo>
                    <a:pt x="589" y="5025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97;p64">
              <a:extLst>
                <a:ext uri="{FF2B5EF4-FFF2-40B4-BE49-F238E27FC236}">
                  <a16:creationId xmlns:a16="http://schemas.microsoft.com/office/drawing/2014/main" id="{9F87CA1C-9155-4FD1-8AF5-DFD454865BE9}"/>
                </a:ext>
              </a:extLst>
            </p:cNvPr>
            <p:cNvSpPr/>
            <p:nvPr/>
          </p:nvSpPr>
          <p:spPr>
            <a:xfrm>
              <a:off x="8070139" y="3529734"/>
              <a:ext cx="11678" cy="182330"/>
            </a:xfrm>
            <a:custGeom>
              <a:avLst/>
              <a:gdLst/>
              <a:ahLst/>
              <a:cxnLst/>
              <a:rect l="l" t="t" r="r" b="b"/>
              <a:pathLst>
                <a:path w="590" h="9212" extrusionOk="0">
                  <a:moveTo>
                    <a:pt x="0" y="0"/>
                  </a:moveTo>
                  <a:lnTo>
                    <a:pt x="0" y="9211"/>
                  </a:lnTo>
                  <a:lnTo>
                    <a:pt x="589" y="9211"/>
                  </a:lnTo>
                  <a:lnTo>
                    <a:pt x="5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98;p64">
              <a:extLst>
                <a:ext uri="{FF2B5EF4-FFF2-40B4-BE49-F238E27FC236}">
                  <a16:creationId xmlns:a16="http://schemas.microsoft.com/office/drawing/2014/main" id="{F32283ED-9BB8-481B-A26D-6B547F258823}"/>
                </a:ext>
              </a:extLst>
            </p:cNvPr>
            <p:cNvSpPr/>
            <p:nvPr/>
          </p:nvSpPr>
          <p:spPr>
            <a:xfrm>
              <a:off x="8302168" y="3140254"/>
              <a:ext cx="11678" cy="886669"/>
            </a:xfrm>
            <a:custGeom>
              <a:avLst/>
              <a:gdLst/>
              <a:ahLst/>
              <a:cxnLst/>
              <a:rect l="l" t="t" r="r" b="b"/>
              <a:pathLst>
                <a:path w="590" h="44798" extrusionOk="0">
                  <a:moveTo>
                    <a:pt x="0" y="1"/>
                  </a:moveTo>
                  <a:lnTo>
                    <a:pt x="0" y="44798"/>
                  </a:lnTo>
                  <a:lnTo>
                    <a:pt x="589" y="44798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99;p64">
              <a:extLst>
                <a:ext uri="{FF2B5EF4-FFF2-40B4-BE49-F238E27FC236}">
                  <a16:creationId xmlns:a16="http://schemas.microsoft.com/office/drawing/2014/main" id="{7A8BABA6-BB61-4289-81C1-06548658D86A}"/>
                </a:ext>
              </a:extLst>
            </p:cNvPr>
            <p:cNvSpPr/>
            <p:nvPr/>
          </p:nvSpPr>
          <p:spPr>
            <a:xfrm>
              <a:off x="5517845" y="3223384"/>
              <a:ext cx="11678" cy="215205"/>
            </a:xfrm>
            <a:custGeom>
              <a:avLst/>
              <a:gdLst/>
              <a:ahLst/>
              <a:cxnLst/>
              <a:rect l="l" t="t" r="r" b="b"/>
              <a:pathLst>
                <a:path w="590" h="10873" extrusionOk="0">
                  <a:moveTo>
                    <a:pt x="1" y="1"/>
                  </a:moveTo>
                  <a:lnTo>
                    <a:pt x="1" y="10873"/>
                  </a:lnTo>
                  <a:lnTo>
                    <a:pt x="590" y="10873"/>
                  </a:lnTo>
                  <a:lnTo>
                    <a:pt x="59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200;p64">
              <a:extLst>
                <a:ext uri="{FF2B5EF4-FFF2-40B4-BE49-F238E27FC236}">
                  <a16:creationId xmlns:a16="http://schemas.microsoft.com/office/drawing/2014/main" id="{7D9AA84F-3355-4CD9-A774-38226384F635}"/>
                </a:ext>
              </a:extLst>
            </p:cNvPr>
            <p:cNvSpPr/>
            <p:nvPr/>
          </p:nvSpPr>
          <p:spPr>
            <a:xfrm>
              <a:off x="7628091" y="2784858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201;p64">
              <a:extLst>
                <a:ext uri="{FF2B5EF4-FFF2-40B4-BE49-F238E27FC236}">
                  <a16:creationId xmlns:a16="http://schemas.microsoft.com/office/drawing/2014/main" id="{B57DD934-C52D-401F-B522-22C8FBB24E06}"/>
                </a:ext>
              </a:extLst>
            </p:cNvPr>
            <p:cNvSpPr/>
            <p:nvPr/>
          </p:nvSpPr>
          <p:spPr>
            <a:xfrm>
              <a:off x="7622293" y="2779040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90"/>
                  </a:moveTo>
                  <a:lnTo>
                    <a:pt x="2797" y="7395"/>
                  </a:lnTo>
                  <a:lnTo>
                    <a:pt x="589" y="7395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202;p64">
              <a:extLst>
                <a:ext uri="{FF2B5EF4-FFF2-40B4-BE49-F238E27FC236}">
                  <a16:creationId xmlns:a16="http://schemas.microsoft.com/office/drawing/2014/main" id="{C87C54CF-FDC9-452D-B31C-A8D9A259071C}"/>
                </a:ext>
              </a:extLst>
            </p:cNvPr>
            <p:cNvSpPr/>
            <p:nvPr/>
          </p:nvSpPr>
          <p:spPr>
            <a:xfrm>
              <a:off x="6188833" y="1697731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203;p64">
              <a:extLst>
                <a:ext uri="{FF2B5EF4-FFF2-40B4-BE49-F238E27FC236}">
                  <a16:creationId xmlns:a16="http://schemas.microsoft.com/office/drawing/2014/main" id="{CC354ECA-61DD-46AB-9B73-0C2525DF7A02}"/>
                </a:ext>
              </a:extLst>
            </p:cNvPr>
            <p:cNvSpPr/>
            <p:nvPr/>
          </p:nvSpPr>
          <p:spPr>
            <a:xfrm>
              <a:off x="6183014" y="1691912"/>
              <a:ext cx="1469086" cy="327389"/>
            </a:xfrm>
            <a:custGeom>
              <a:avLst/>
              <a:gdLst/>
              <a:ahLst/>
              <a:cxnLst/>
              <a:rect l="l" t="t" r="r" b="b"/>
              <a:pathLst>
                <a:path w="74224" h="16541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40"/>
                  </a:lnTo>
                  <a:lnTo>
                    <a:pt x="74224" y="16540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204;p64">
              <a:extLst>
                <a:ext uri="{FF2B5EF4-FFF2-40B4-BE49-F238E27FC236}">
                  <a16:creationId xmlns:a16="http://schemas.microsoft.com/office/drawing/2014/main" id="{05C03119-E648-4763-BEE2-CE66827B9676}"/>
                </a:ext>
              </a:extLst>
            </p:cNvPr>
            <p:cNvSpPr/>
            <p:nvPr/>
          </p:nvSpPr>
          <p:spPr>
            <a:xfrm>
              <a:off x="7628091" y="3648607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205;p64">
              <a:extLst>
                <a:ext uri="{FF2B5EF4-FFF2-40B4-BE49-F238E27FC236}">
                  <a16:creationId xmlns:a16="http://schemas.microsoft.com/office/drawing/2014/main" id="{CC1A5D15-EF1F-439B-97E5-62D0E6011492}"/>
                </a:ext>
              </a:extLst>
            </p:cNvPr>
            <p:cNvSpPr/>
            <p:nvPr/>
          </p:nvSpPr>
          <p:spPr>
            <a:xfrm>
              <a:off x="7622293" y="3642788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7" y="588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8"/>
                  </a:lnTo>
                  <a:close/>
                  <a:moveTo>
                    <a:pt x="0" y="0"/>
                  </a:moveTo>
                  <a:lnTo>
                    <a:pt x="0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206;p64">
              <a:extLst>
                <a:ext uri="{FF2B5EF4-FFF2-40B4-BE49-F238E27FC236}">
                  <a16:creationId xmlns:a16="http://schemas.microsoft.com/office/drawing/2014/main" id="{657BB457-55E6-4AF6-A35E-74932DEFB04D}"/>
                </a:ext>
              </a:extLst>
            </p:cNvPr>
            <p:cNvSpPr/>
            <p:nvPr/>
          </p:nvSpPr>
          <p:spPr>
            <a:xfrm>
              <a:off x="6146793" y="3648607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207;p64">
              <a:extLst>
                <a:ext uri="{FF2B5EF4-FFF2-40B4-BE49-F238E27FC236}">
                  <a16:creationId xmlns:a16="http://schemas.microsoft.com/office/drawing/2014/main" id="{CF5D8BA6-AC02-4161-8E36-CAE1798BDC6F}"/>
                </a:ext>
              </a:extLst>
            </p:cNvPr>
            <p:cNvSpPr/>
            <p:nvPr/>
          </p:nvSpPr>
          <p:spPr>
            <a:xfrm>
              <a:off x="6140955" y="3642788"/>
              <a:ext cx="67057" cy="158044"/>
            </a:xfrm>
            <a:custGeom>
              <a:avLst/>
              <a:gdLst/>
              <a:ahLst/>
              <a:cxnLst/>
              <a:rect l="l" t="t" r="r" b="b"/>
              <a:pathLst>
                <a:path w="3388" h="7985" extrusionOk="0">
                  <a:moveTo>
                    <a:pt x="2799" y="588"/>
                  </a:moveTo>
                  <a:lnTo>
                    <a:pt x="2799" y="7394"/>
                  </a:lnTo>
                  <a:lnTo>
                    <a:pt x="590" y="7394"/>
                  </a:lnTo>
                  <a:lnTo>
                    <a:pt x="591" y="588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8" y="7984"/>
                  </a:lnTo>
                  <a:lnTo>
                    <a:pt x="33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3208;p64">
              <a:extLst>
                <a:ext uri="{FF2B5EF4-FFF2-40B4-BE49-F238E27FC236}">
                  <a16:creationId xmlns:a16="http://schemas.microsoft.com/office/drawing/2014/main" id="{4042FDFF-A24C-4868-920F-F22027023B74}"/>
                </a:ext>
              </a:extLst>
            </p:cNvPr>
            <p:cNvSpPr/>
            <p:nvPr/>
          </p:nvSpPr>
          <p:spPr>
            <a:xfrm>
              <a:off x="6138718" y="1937736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3209;p64">
              <a:extLst>
                <a:ext uri="{FF2B5EF4-FFF2-40B4-BE49-F238E27FC236}">
                  <a16:creationId xmlns:a16="http://schemas.microsoft.com/office/drawing/2014/main" id="{2D944489-E14E-43AE-B7E7-49AD032DF4E1}"/>
                </a:ext>
              </a:extLst>
            </p:cNvPr>
            <p:cNvSpPr/>
            <p:nvPr/>
          </p:nvSpPr>
          <p:spPr>
            <a:xfrm>
              <a:off x="6132899" y="193191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89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3210;p64">
              <a:extLst>
                <a:ext uri="{FF2B5EF4-FFF2-40B4-BE49-F238E27FC236}">
                  <a16:creationId xmlns:a16="http://schemas.microsoft.com/office/drawing/2014/main" id="{38E2011A-BE98-4274-9063-D15A861F32CF}"/>
                </a:ext>
              </a:extLst>
            </p:cNvPr>
            <p:cNvSpPr/>
            <p:nvPr/>
          </p:nvSpPr>
          <p:spPr>
            <a:xfrm>
              <a:off x="6138718" y="3222255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3211;p64">
              <a:extLst>
                <a:ext uri="{FF2B5EF4-FFF2-40B4-BE49-F238E27FC236}">
                  <a16:creationId xmlns:a16="http://schemas.microsoft.com/office/drawing/2014/main" id="{198ACDEF-90A1-408B-A145-5E20EE57BC94}"/>
                </a:ext>
              </a:extLst>
            </p:cNvPr>
            <p:cNvSpPr/>
            <p:nvPr/>
          </p:nvSpPr>
          <p:spPr>
            <a:xfrm>
              <a:off x="6132899" y="3216437"/>
              <a:ext cx="67018" cy="158044"/>
            </a:xfrm>
            <a:custGeom>
              <a:avLst/>
              <a:gdLst/>
              <a:ahLst/>
              <a:cxnLst/>
              <a:rect l="l" t="t" r="r" b="b"/>
              <a:pathLst>
                <a:path w="3386" h="7985" extrusionOk="0">
                  <a:moveTo>
                    <a:pt x="2797" y="590"/>
                  </a:moveTo>
                  <a:lnTo>
                    <a:pt x="2797" y="7396"/>
                  </a:lnTo>
                  <a:lnTo>
                    <a:pt x="589" y="7396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3212;p64">
              <a:extLst>
                <a:ext uri="{FF2B5EF4-FFF2-40B4-BE49-F238E27FC236}">
                  <a16:creationId xmlns:a16="http://schemas.microsoft.com/office/drawing/2014/main" id="{A5D94A20-120F-43B6-8EE9-6EB4637DE67F}"/>
                </a:ext>
              </a:extLst>
            </p:cNvPr>
            <p:cNvSpPr/>
            <p:nvPr/>
          </p:nvSpPr>
          <p:spPr>
            <a:xfrm>
              <a:off x="6138718" y="2783969"/>
              <a:ext cx="55399" cy="146406"/>
            </a:xfrm>
            <a:custGeom>
              <a:avLst/>
              <a:gdLst/>
              <a:ahLst/>
              <a:cxnLst/>
              <a:rect l="l" t="t" r="r" b="b"/>
              <a:pathLst>
                <a:path w="2799" h="7397" extrusionOk="0">
                  <a:moveTo>
                    <a:pt x="1" y="1"/>
                  </a:moveTo>
                  <a:lnTo>
                    <a:pt x="1" y="7396"/>
                  </a:lnTo>
                  <a:lnTo>
                    <a:pt x="2798" y="7396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3213;p64">
              <a:extLst>
                <a:ext uri="{FF2B5EF4-FFF2-40B4-BE49-F238E27FC236}">
                  <a16:creationId xmlns:a16="http://schemas.microsoft.com/office/drawing/2014/main" id="{85BC15C2-54AE-4E77-8C3D-0AED0E2C740E}"/>
                </a:ext>
              </a:extLst>
            </p:cNvPr>
            <p:cNvSpPr/>
            <p:nvPr/>
          </p:nvSpPr>
          <p:spPr>
            <a:xfrm>
              <a:off x="6132899" y="2778169"/>
              <a:ext cx="67018" cy="158024"/>
            </a:xfrm>
            <a:custGeom>
              <a:avLst/>
              <a:gdLst/>
              <a:ahLst/>
              <a:cxnLst/>
              <a:rect l="l" t="t" r="r" b="b"/>
              <a:pathLst>
                <a:path w="3386" h="7984" extrusionOk="0">
                  <a:moveTo>
                    <a:pt x="2797" y="589"/>
                  </a:moveTo>
                  <a:lnTo>
                    <a:pt x="2797" y="7394"/>
                  </a:lnTo>
                  <a:lnTo>
                    <a:pt x="589" y="7394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4"/>
                  </a:lnTo>
                  <a:lnTo>
                    <a:pt x="3386" y="7984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3214;p64">
              <a:extLst>
                <a:ext uri="{FF2B5EF4-FFF2-40B4-BE49-F238E27FC236}">
                  <a16:creationId xmlns:a16="http://schemas.microsoft.com/office/drawing/2014/main" id="{736D9C79-8377-48A0-B0F9-C847D4EEA0AE}"/>
                </a:ext>
              </a:extLst>
            </p:cNvPr>
            <p:cNvSpPr/>
            <p:nvPr/>
          </p:nvSpPr>
          <p:spPr>
            <a:xfrm>
              <a:off x="7642203" y="1937736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0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3215;p64">
              <a:extLst>
                <a:ext uri="{FF2B5EF4-FFF2-40B4-BE49-F238E27FC236}">
                  <a16:creationId xmlns:a16="http://schemas.microsoft.com/office/drawing/2014/main" id="{BE627FEA-06FC-4EFC-B86C-D0152D5DA5CF}"/>
                </a:ext>
              </a:extLst>
            </p:cNvPr>
            <p:cNvSpPr/>
            <p:nvPr/>
          </p:nvSpPr>
          <p:spPr>
            <a:xfrm>
              <a:off x="7636384" y="193191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89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216;p64">
              <a:extLst>
                <a:ext uri="{FF2B5EF4-FFF2-40B4-BE49-F238E27FC236}">
                  <a16:creationId xmlns:a16="http://schemas.microsoft.com/office/drawing/2014/main" id="{62F16AF2-A4AD-4D85-9B39-90D0527B1384}"/>
                </a:ext>
              </a:extLst>
            </p:cNvPr>
            <p:cNvSpPr/>
            <p:nvPr/>
          </p:nvSpPr>
          <p:spPr>
            <a:xfrm>
              <a:off x="7642203" y="3222255"/>
              <a:ext cx="55380" cy="146406"/>
            </a:xfrm>
            <a:custGeom>
              <a:avLst/>
              <a:gdLst/>
              <a:ahLst/>
              <a:cxnLst/>
              <a:rect l="l" t="t" r="r" b="b"/>
              <a:pathLst>
                <a:path w="2798" h="7397" extrusionOk="0">
                  <a:moveTo>
                    <a:pt x="1" y="1"/>
                  </a:moveTo>
                  <a:lnTo>
                    <a:pt x="1" y="7397"/>
                  </a:lnTo>
                  <a:lnTo>
                    <a:pt x="2798" y="7397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217;p64">
              <a:extLst>
                <a:ext uri="{FF2B5EF4-FFF2-40B4-BE49-F238E27FC236}">
                  <a16:creationId xmlns:a16="http://schemas.microsoft.com/office/drawing/2014/main" id="{D855C47B-F258-47D9-AA04-BB74E5B03A0B}"/>
                </a:ext>
              </a:extLst>
            </p:cNvPr>
            <p:cNvSpPr/>
            <p:nvPr/>
          </p:nvSpPr>
          <p:spPr>
            <a:xfrm>
              <a:off x="7636384" y="3216437"/>
              <a:ext cx="67038" cy="158044"/>
            </a:xfrm>
            <a:custGeom>
              <a:avLst/>
              <a:gdLst/>
              <a:ahLst/>
              <a:cxnLst/>
              <a:rect l="l" t="t" r="r" b="b"/>
              <a:pathLst>
                <a:path w="3387" h="7985" extrusionOk="0">
                  <a:moveTo>
                    <a:pt x="2798" y="590"/>
                  </a:moveTo>
                  <a:lnTo>
                    <a:pt x="2798" y="7396"/>
                  </a:lnTo>
                  <a:lnTo>
                    <a:pt x="590" y="7396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18;p64">
              <a:extLst>
                <a:ext uri="{FF2B5EF4-FFF2-40B4-BE49-F238E27FC236}">
                  <a16:creationId xmlns:a16="http://schemas.microsoft.com/office/drawing/2014/main" id="{61E89345-9E8F-4785-AE07-8203097C3BB9}"/>
                </a:ext>
              </a:extLst>
            </p:cNvPr>
            <p:cNvSpPr/>
            <p:nvPr/>
          </p:nvSpPr>
          <p:spPr>
            <a:xfrm>
              <a:off x="6138718" y="2360109"/>
              <a:ext cx="55399" cy="146386"/>
            </a:xfrm>
            <a:custGeom>
              <a:avLst/>
              <a:gdLst/>
              <a:ahLst/>
              <a:cxnLst/>
              <a:rect l="l" t="t" r="r" b="b"/>
              <a:pathLst>
                <a:path w="2799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219;p64">
              <a:extLst>
                <a:ext uri="{FF2B5EF4-FFF2-40B4-BE49-F238E27FC236}">
                  <a16:creationId xmlns:a16="http://schemas.microsoft.com/office/drawing/2014/main" id="{A8EDD7C8-1802-44F7-B9E8-C22039D1D5BB}"/>
                </a:ext>
              </a:extLst>
            </p:cNvPr>
            <p:cNvSpPr/>
            <p:nvPr/>
          </p:nvSpPr>
          <p:spPr>
            <a:xfrm>
              <a:off x="6132899" y="2354271"/>
              <a:ext cx="67018" cy="158064"/>
            </a:xfrm>
            <a:custGeom>
              <a:avLst/>
              <a:gdLst/>
              <a:ahLst/>
              <a:cxnLst/>
              <a:rect l="l" t="t" r="r" b="b"/>
              <a:pathLst>
                <a:path w="3386" h="7986" extrusionOk="0">
                  <a:moveTo>
                    <a:pt x="2797" y="589"/>
                  </a:moveTo>
                  <a:lnTo>
                    <a:pt x="2797" y="7397"/>
                  </a:lnTo>
                  <a:lnTo>
                    <a:pt x="589" y="7397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6" y="7985"/>
                  </a:lnTo>
                  <a:lnTo>
                    <a:pt x="338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220;p64">
              <a:extLst>
                <a:ext uri="{FF2B5EF4-FFF2-40B4-BE49-F238E27FC236}">
                  <a16:creationId xmlns:a16="http://schemas.microsoft.com/office/drawing/2014/main" id="{FFC3AE06-A4F4-41C6-B8AC-4BD1A362054F}"/>
                </a:ext>
              </a:extLst>
            </p:cNvPr>
            <p:cNvSpPr/>
            <p:nvPr/>
          </p:nvSpPr>
          <p:spPr>
            <a:xfrm>
              <a:off x="7642203" y="2360109"/>
              <a:ext cx="55380" cy="146386"/>
            </a:xfrm>
            <a:custGeom>
              <a:avLst/>
              <a:gdLst/>
              <a:ahLst/>
              <a:cxnLst/>
              <a:rect l="l" t="t" r="r" b="b"/>
              <a:pathLst>
                <a:path w="2798" h="7396" extrusionOk="0">
                  <a:moveTo>
                    <a:pt x="1" y="0"/>
                  </a:moveTo>
                  <a:lnTo>
                    <a:pt x="1" y="7395"/>
                  </a:lnTo>
                  <a:lnTo>
                    <a:pt x="2798" y="7395"/>
                  </a:lnTo>
                  <a:lnTo>
                    <a:pt x="2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3221;p64">
              <a:extLst>
                <a:ext uri="{FF2B5EF4-FFF2-40B4-BE49-F238E27FC236}">
                  <a16:creationId xmlns:a16="http://schemas.microsoft.com/office/drawing/2014/main" id="{5FE4C7B2-E035-4894-8392-BB2443F4BE90}"/>
                </a:ext>
              </a:extLst>
            </p:cNvPr>
            <p:cNvSpPr/>
            <p:nvPr/>
          </p:nvSpPr>
          <p:spPr>
            <a:xfrm>
              <a:off x="7636384" y="2354271"/>
              <a:ext cx="67038" cy="158064"/>
            </a:xfrm>
            <a:custGeom>
              <a:avLst/>
              <a:gdLst/>
              <a:ahLst/>
              <a:cxnLst/>
              <a:rect l="l" t="t" r="r" b="b"/>
              <a:pathLst>
                <a:path w="3387" h="7986" extrusionOk="0">
                  <a:moveTo>
                    <a:pt x="2798" y="589"/>
                  </a:moveTo>
                  <a:lnTo>
                    <a:pt x="2798" y="7397"/>
                  </a:lnTo>
                  <a:lnTo>
                    <a:pt x="590" y="7397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7985"/>
                  </a:lnTo>
                  <a:lnTo>
                    <a:pt x="3387" y="7985"/>
                  </a:lnTo>
                  <a:lnTo>
                    <a:pt x="338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3222;p64">
              <a:extLst>
                <a:ext uri="{FF2B5EF4-FFF2-40B4-BE49-F238E27FC236}">
                  <a16:creationId xmlns:a16="http://schemas.microsoft.com/office/drawing/2014/main" id="{90767493-79EC-4A39-97E4-A2A666F690D1}"/>
                </a:ext>
              </a:extLst>
            </p:cNvPr>
            <p:cNvSpPr/>
            <p:nvPr/>
          </p:nvSpPr>
          <p:spPr>
            <a:xfrm>
              <a:off x="6188833" y="1856765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3223;p64">
              <a:extLst>
                <a:ext uri="{FF2B5EF4-FFF2-40B4-BE49-F238E27FC236}">
                  <a16:creationId xmlns:a16="http://schemas.microsoft.com/office/drawing/2014/main" id="{244A95F3-6A68-4708-A7E5-3566415453A2}"/>
                </a:ext>
              </a:extLst>
            </p:cNvPr>
            <p:cNvSpPr/>
            <p:nvPr/>
          </p:nvSpPr>
          <p:spPr>
            <a:xfrm>
              <a:off x="6183014" y="1850926"/>
              <a:ext cx="1469086" cy="327369"/>
            </a:xfrm>
            <a:custGeom>
              <a:avLst/>
              <a:gdLst/>
              <a:ahLst/>
              <a:cxnLst/>
              <a:rect l="l" t="t" r="r" b="b"/>
              <a:pathLst>
                <a:path w="74224" h="16540" extrusionOk="0">
                  <a:moveTo>
                    <a:pt x="73635" y="589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3224;p64">
              <a:extLst>
                <a:ext uri="{FF2B5EF4-FFF2-40B4-BE49-F238E27FC236}">
                  <a16:creationId xmlns:a16="http://schemas.microsoft.com/office/drawing/2014/main" id="{280E887D-AAEB-4941-9A0B-078ECDF5F191}"/>
                </a:ext>
              </a:extLst>
            </p:cNvPr>
            <p:cNvSpPr/>
            <p:nvPr/>
          </p:nvSpPr>
          <p:spPr>
            <a:xfrm>
              <a:off x="6497202" y="1937300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3225;p64">
              <a:extLst>
                <a:ext uri="{FF2B5EF4-FFF2-40B4-BE49-F238E27FC236}">
                  <a16:creationId xmlns:a16="http://schemas.microsoft.com/office/drawing/2014/main" id="{981313DB-6041-4C91-99C2-BEEB97DEE658}"/>
                </a:ext>
              </a:extLst>
            </p:cNvPr>
            <p:cNvSpPr/>
            <p:nvPr/>
          </p:nvSpPr>
          <p:spPr>
            <a:xfrm>
              <a:off x="6491383" y="1931461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3226;p64">
              <a:extLst>
                <a:ext uri="{FF2B5EF4-FFF2-40B4-BE49-F238E27FC236}">
                  <a16:creationId xmlns:a16="http://schemas.microsoft.com/office/drawing/2014/main" id="{AD0B48AD-3745-40C9-8D30-1CF710DEE9B8}"/>
                </a:ext>
              </a:extLst>
            </p:cNvPr>
            <p:cNvSpPr/>
            <p:nvPr/>
          </p:nvSpPr>
          <p:spPr>
            <a:xfrm>
              <a:off x="6369599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3227;p64">
              <a:extLst>
                <a:ext uri="{FF2B5EF4-FFF2-40B4-BE49-F238E27FC236}">
                  <a16:creationId xmlns:a16="http://schemas.microsoft.com/office/drawing/2014/main" id="{9D02002F-F927-4697-BD00-AFD0561C6398}"/>
                </a:ext>
              </a:extLst>
            </p:cNvPr>
            <p:cNvSpPr/>
            <p:nvPr/>
          </p:nvSpPr>
          <p:spPr>
            <a:xfrm>
              <a:off x="6363760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3228;p64">
              <a:extLst>
                <a:ext uri="{FF2B5EF4-FFF2-40B4-BE49-F238E27FC236}">
                  <a16:creationId xmlns:a16="http://schemas.microsoft.com/office/drawing/2014/main" id="{9F055743-A31E-4C68-8998-A883CBB1E22E}"/>
                </a:ext>
              </a:extLst>
            </p:cNvPr>
            <p:cNvSpPr/>
            <p:nvPr/>
          </p:nvSpPr>
          <p:spPr>
            <a:xfrm>
              <a:off x="6258938" y="1937300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3229;p64">
              <a:extLst>
                <a:ext uri="{FF2B5EF4-FFF2-40B4-BE49-F238E27FC236}">
                  <a16:creationId xmlns:a16="http://schemas.microsoft.com/office/drawing/2014/main" id="{FA7E47AB-18B8-4167-B448-13C27771576A}"/>
                </a:ext>
              </a:extLst>
            </p:cNvPr>
            <p:cNvSpPr/>
            <p:nvPr/>
          </p:nvSpPr>
          <p:spPr>
            <a:xfrm>
              <a:off x="6253099" y="1931461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3230;p64">
              <a:extLst>
                <a:ext uri="{FF2B5EF4-FFF2-40B4-BE49-F238E27FC236}">
                  <a16:creationId xmlns:a16="http://schemas.microsoft.com/office/drawing/2014/main" id="{D4286F0F-6F95-44CE-BE7F-83175B6295DE}"/>
                </a:ext>
              </a:extLst>
            </p:cNvPr>
            <p:cNvSpPr/>
            <p:nvPr/>
          </p:nvSpPr>
          <p:spPr>
            <a:xfrm>
              <a:off x="6624825" y="1937300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3231;p64">
              <a:extLst>
                <a:ext uri="{FF2B5EF4-FFF2-40B4-BE49-F238E27FC236}">
                  <a16:creationId xmlns:a16="http://schemas.microsoft.com/office/drawing/2014/main" id="{1B9C5F8A-1F07-4305-B229-FCD812A46387}"/>
                </a:ext>
              </a:extLst>
            </p:cNvPr>
            <p:cNvSpPr/>
            <p:nvPr/>
          </p:nvSpPr>
          <p:spPr>
            <a:xfrm>
              <a:off x="6618986" y="1931461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3232;p64">
              <a:extLst>
                <a:ext uri="{FF2B5EF4-FFF2-40B4-BE49-F238E27FC236}">
                  <a16:creationId xmlns:a16="http://schemas.microsoft.com/office/drawing/2014/main" id="{A5FEC9F7-95A7-4471-9CA6-F5A811A0E20D}"/>
                </a:ext>
              </a:extLst>
            </p:cNvPr>
            <p:cNvSpPr/>
            <p:nvPr/>
          </p:nvSpPr>
          <p:spPr>
            <a:xfrm>
              <a:off x="6752407" y="1937300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3233;p64">
              <a:extLst>
                <a:ext uri="{FF2B5EF4-FFF2-40B4-BE49-F238E27FC236}">
                  <a16:creationId xmlns:a16="http://schemas.microsoft.com/office/drawing/2014/main" id="{C527A347-7777-43C3-8AB4-B1AFD62F9AF0}"/>
                </a:ext>
              </a:extLst>
            </p:cNvPr>
            <p:cNvSpPr/>
            <p:nvPr/>
          </p:nvSpPr>
          <p:spPr>
            <a:xfrm>
              <a:off x="6746588" y="1931461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3234;p64">
              <a:extLst>
                <a:ext uri="{FF2B5EF4-FFF2-40B4-BE49-F238E27FC236}">
                  <a16:creationId xmlns:a16="http://schemas.microsoft.com/office/drawing/2014/main" id="{F5556403-5F5A-4C50-AFAF-E235818B8DCE}"/>
                </a:ext>
              </a:extLst>
            </p:cNvPr>
            <p:cNvSpPr/>
            <p:nvPr/>
          </p:nvSpPr>
          <p:spPr>
            <a:xfrm>
              <a:off x="7360475" y="1968929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8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8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3235;p64">
              <a:extLst>
                <a:ext uri="{FF2B5EF4-FFF2-40B4-BE49-F238E27FC236}">
                  <a16:creationId xmlns:a16="http://schemas.microsoft.com/office/drawing/2014/main" id="{970CF88A-DA04-4221-B1AB-D0CF6FEC67F2}"/>
                </a:ext>
              </a:extLst>
            </p:cNvPr>
            <p:cNvSpPr/>
            <p:nvPr/>
          </p:nvSpPr>
          <p:spPr>
            <a:xfrm>
              <a:off x="7354656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cubicBezTo>
                    <a:pt x="3187" y="590"/>
                    <a:pt x="3936" y="1339"/>
                    <a:pt x="3936" y="2263"/>
                  </a:cubicBezTo>
                  <a:cubicBezTo>
                    <a:pt x="3936" y="2940"/>
                    <a:pt x="3529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7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3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3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3236;p64">
              <a:extLst>
                <a:ext uri="{FF2B5EF4-FFF2-40B4-BE49-F238E27FC236}">
                  <a16:creationId xmlns:a16="http://schemas.microsoft.com/office/drawing/2014/main" id="{CBC8CDF8-33DB-4E85-A2E9-6A782DEA41F6}"/>
                </a:ext>
              </a:extLst>
            </p:cNvPr>
            <p:cNvSpPr/>
            <p:nvPr/>
          </p:nvSpPr>
          <p:spPr>
            <a:xfrm>
              <a:off x="7509989" y="1968909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0"/>
                  </a:moveTo>
                  <a:cubicBezTo>
                    <a:pt x="1612" y="0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3237;p64">
              <a:extLst>
                <a:ext uri="{FF2B5EF4-FFF2-40B4-BE49-F238E27FC236}">
                  <a16:creationId xmlns:a16="http://schemas.microsoft.com/office/drawing/2014/main" id="{53C86CFC-D77D-48F7-B86D-BAECBB0DEB1F}"/>
                </a:ext>
              </a:extLst>
            </p:cNvPr>
            <p:cNvSpPr/>
            <p:nvPr/>
          </p:nvSpPr>
          <p:spPr>
            <a:xfrm>
              <a:off x="7507237" y="1963090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cubicBezTo>
                    <a:pt x="3187" y="590"/>
                    <a:pt x="3935" y="1339"/>
                    <a:pt x="3936" y="2262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7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0" y="1016"/>
                    <a:pt x="0" y="2263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3238;p64">
              <a:extLst>
                <a:ext uri="{FF2B5EF4-FFF2-40B4-BE49-F238E27FC236}">
                  <a16:creationId xmlns:a16="http://schemas.microsoft.com/office/drawing/2014/main" id="{240C2434-2DB5-4F1B-AF42-AB8019233C40}"/>
                </a:ext>
              </a:extLst>
            </p:cNvPr>
            <p:cNvSpPr/>
            <p:nvPr/>
          </p:nvSpPr>
          <p:spPr>
            <a:xfrm>
              <a:off x="7133257" y="1968929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8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8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3239;p64">
              <a:extLst>
                <a:ext uri="{FF2B5EF4-FFF2-40B4-BE49-F238E27FC236}">
                  <a16:creationId xmlns:a16="http://schemas.microsoft.com/office/drawing/2014/main" id="{8F326A9D-9F80-4675-ABEA-5A07947010E6}"/>
                </a:ext>
              </a:extLst>
            </p:cNvPr>
            <p:cNvSpPr/>
            <p:nvPr/>
          </p:nvSpPr>
          <p:spPr>
            <a:xfrm>
              <a:off x="7127438" y="1963090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2" y="589"/>
                  </a:moveTo>
                  <a:cubicBezTo>
                    <a:pt x="3186" y="590"/>
                    <a:pt x="3935" y="1339"/>
                    <a:pt x="3936" y="2263"/>
                  </a:cubicBezTo>
                  <a:cubicBezTo>
                    <a:pt x="3936" y="2940"/>
                    <a:pt x="3528" y="3550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1" y="2967"/>
                    <a:pt x="457" y="2248"/>
                    <a:pt x="716" y="1623"/>
                  </a:cubicBezTo>
                  <a:cubicBezTo>
                    <a:pt x="975" y="997"/>
                    <a:pt x="1585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5" y="0"/>
                    <a:pt x="1" y="1016"/>
                    <a:pt x="1" y="2263"/>
                  </a:cubicBezTo>
                  <a:cubicBezTo>
                    <a:pt x="1" y="3510"/>
                    <a:pt x="1015" y="4526"/>
                    <a:pt x="2262" y="4526"/>
                  </a:cubicBezTo>
                  <a:cubicBezTo>
                    <a:pt x="3510" y="4526"/>
                    <a:pt x="4525" y="3510"/>
                    <a:pt x="4525" y="2263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3240;p64">
              <a:extLst>
                <a:ext uri="{FF2B5EF4-FFF2-40B4-BE49-F238E27FC236}">
                  <a16:creationId xmlns:a16="http://schemas.microsoft.com/office/drawing/2014/main" id="{DB445C15-EA7F-4E2D-8D48-8565D1C623DD}"/>
                </a:ext>
              </a:extLst>
            </p:cNvPr>
            <p:cNvSpPr/>
            <p:nvPr/>
          </p:nvSpPr>
          <p:spPr>
            <a:xfrm>
              <a:off x="6244154" y="2172436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3241;p64">
              <a:extLst>
                <a:ext uri="{FF2B5EF4-FFF2-40B4-BE49-F238E27FC236}">
                  <a16:creationId xmlns:a16="http://schemas.microsoft.com/office/drawing/2014/main" id="{00D8D6DE-B15C-4183-A374-8061BB7EB6AA}"/>
                </a:ext>
              </a:extLst>
            </p:cNvPr>
            <p:cNvSpPr/>
            <p:nvPr/>
          </p:nvSpPr>
          <p:spPr>
            <a:xfrm>
              <a:off x="6238315" y="2166617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3242;p64">
              <a:extLst>
                <a:ext uri="{FF2B5EF4-FFF2-40B4-BE49-F238E27FC236}">
                  <a16:creationId xmlns:a16="http://schemas.microsoft.com/office/drawing/2014/main" id="{3397699A-0017-4E9A-A6AA-361F21242B2A}"/>
                </a:ext>
              </a:extLst>
            </p:cNvPr>
            <p:cNvSpPr/>
            <p:nvPr/>
          </p:nvSpPr>
          <p:spPr>
            <a:xfrm>
              <a:off x="6188833" y="2280544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50"/>
                  </a:lnTo>
                  <a:lnTo>
                    <a:pt x="73636" y="15950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3243;p64">
              <a:extLst>
                <a:ext uri="{FF2B5EF4-FFF2-40B4-BE49-F238E27FC236}">
                  <a16:creationId xmlns:a16="http://schemas.microsoft.com/office/drawing/2014/main" id="{F11BEECC-36F7-46A1-B772-03A5F99BD572}"/>
                </a:ext>
              </a:extLst>
            </p:cNvPr>
            <p:cNvSpPr/>
            <p:nvPr/>
          </p:nvSpPr>
          <p:spPr>
            <a:xfrm>
              <a:off x="6183014" y="2274725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3244;p64">
              <a:extLst>
                <a:ext uri="{FF2B5EF4-FFF2-40B4-BE49-F238E27FC236}">
                  <a16:creationId xmlns:a16="http://schemas.microsoft.com/office/drawing/2014/main" id="{80573FB4-B36A-4725-9DF8-2E08FEA292E5}"/>
                </a:ext>
              </a:extLst>
            </p:cNvPr>
            <p:cNvSpPr/>
            <p:nvPr/>
          </p:nvSpPr>
          <p:spPr>
            <a:xfrm>
              <a:off x="6369599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3245;p64">
              <a:extLst>
                <a:ext uri="{FF2B5EF4-FFF2-40B4-BE49-F238E27FC236}">
                  <a16:creationId xmlns:a16="http://schemas.microsoft.com/office/drawing/2014/main" id="{90AACB02-909E-4CE7-B70A-0076B4AB14FC}"/>
                </a:ext>
              </a:extLst>
            </p:cNvPr>
            <p:cNvSpPr/>
            <p:nvPr/>
          </p:nvSpPr>
          <p:spPr>
            <a:xfrm>
              <a:off x="6363760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6" y="588"/>
                  </a:moveTo>
                  <a:lnTo>
                    <a:pt x="4206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3246;p64">
              <a:extLst>
                <a:ext uri="{FF2B5EF4-FFF2-40B4-BE49-F238E27FC236}">
                  <a16:creationId xmlns:a16="http://schemas.microsoft.com/office/drawing/2014/main" id="{49FF2410-EEF2-4793-BC59-D1C3E352FE95}"/>
                </a:ext>
              </a:extLst>
            </p:cNvPr>
            <p:cNvSpPr/>
            <p:nvPr/>
          </p:nvSpPr>
          <p:spPr>
            <a:xfrm>
              <a:off x="6624825" y="2361079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247;p64">
              <a:extLst>
                <a:ext uri="{FF2B5EF4-FFF2-40B4-BE49-F238E27FC236}">
                  <a16:creationId xmlns:a16="http://schemas.microsoft.com/office/drawing/2014/main" id="{C66090C1-F6B4-4C13-9CE1-6B25CD7FEF50}"/>
                </a:ext>
              </a:extLst>
            </p:cNvPr>
            <p:cNvSpPr/>
            <p:nvPr/>
          </p:nvSpPr>
          <p:spPr>
            <a:xfrm>
              <a:off x="6618986" y="2355240"/>
              <a:ext cx="94906" cy="166297"/>
            </a:xfrm>
            <a:custGeom>
              <a:avLst/>
              <a:gdLst/>
              <a:ahLst/>
              <a:cxnLst/>
              <a:rect l="l" t="t" r="r" b="b"/>
              <a:pathLst>
                <a:path w="4795" h="8402" extrusionOk="0">
                  <a:moveTo>
                    <a:pt x="4204" y="588"/>
                  </a:moveTo>
                  <a:lnTo>
                    <a:pt x="4204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248;p64">
              <a:extLst>
                <a:ext uri="{FF2B5EF4-FFF2-40B4-BE49-F238E27FC236}">
                  <a16:creationId xmlns:a16="http://schemas.microsoft.com/office/drawing/2014/main" id="{3AF7A5CF-D02A-4D83-A69C-98ED8AE6744A}"/>
                </a:ext>
              </a:extLst>
            </p:cNvPr>
            <p:cNvSpPr/>
            <p:nvPr/>
          </p:nvSpPr>
          <p:spPr>
            <a:xfrm>
              <a:off x="6497202" y="2361079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249;p64">
              <a:extLst>
                <a:ext uri="{FF2B5EF4-FFF2-40B4-BE49-F238E27FC236}">
                  <a16:creationId xmlns:a16="http://schemas.microsoft.com/office/drawing/2014/main" id="{36EB3F8F-D243-46F5-8539-CF8016E7679A}"/>
                </a:ext>
              </a:extLst>
            </p:cNvPr>
            <p:cNvSpPr/>
            <p:nvPr/>
          </p:nvSpPr>
          <p:spPr>
            <a:xfrm>
              <a:off x="6491383" y="2355240"/>
              <a:ext cx="94886" cy="166297"/>
            </a:xfrm>
            <a:custGeom>
              <a:avLst/>
              <a:gdLst/>
              <a:ahLst/>
              <a:cxnLst/>
              <a:rect l="l" t="t" r="r" b="b"/>
              <a:pathLst>
                <a:path w="4794" h="8402" extrusionOk="0">
                  <a:moveTo>
                    <a:pt x="4205" y="588"/>
                  </a:moveTo>
                  <a:lnTo>
                    <a:pt x="4205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250;p64">
              <a:extLst>
                <a:ext uri="{FF2B5EF4-FFF2-40B4-BE49-F238E27FC236}">
                  <a16:creationId xmlns:a16="http://schemas.microsoft.com/office/drawing/2014/main" id="{13368B15-9C63-4944-99D1-82BF084215F2}"/>
                </a:ext>
              </a:extLst>
            </p:cNvPr>
            <p:cNvSpPr/>
            <p:nvPr/>
          </p:nvSpPr>
          <p:spPr>
            <a:xfrm>
              <a:off x="6258938" y="2361079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251;p64">
              <a:extLst>
                <a:ext uri="{FF2B5EF4-FFF2-40B4-BE49-F238E27FC236}">
                  <a16:creationId xmlns:a16="http://schemas.microsoft.com/office/drawing/2014/main" id="{B50280D5-1131-4CB8-A837-D9FA444A7746}"/>
                </a:ext>
              </a:extLst>
            </p:cNvPr>
            <p:cNvSpPr/>
            <p:nvPr/>
          </p:nvSpPr>
          <p:spPr>
            <a:xfrm>
              <a:off x="6253099" y="2355240"/>
              <a:ext cx="77963" cy="166297"/>
            </a:xfrm>
            <a:custGeom>
              <a:avLst/>
              <a:gdLst/>
              <a:ahLst/>
              <a:cxnLst/>
              <a:rect l="l" t="t" r="r" b="b"/>
              <a:pathLst>
                <a:path w="3939" h="8402" extrusionOk="0">
                  <a:moveTo>
                    <a:pt x="3349" y="588"/>
                  </a:moveTo>
                  <a:lnTo>
                    <a:pt x="3349" y="7813"/>
                  </a:lnTo>
                  <a:lnTo>
                    <a:pt x="589" y="7813"/>
                  </a:lnTo>
                  <a:lnTo>
                    <a:pt x="589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252;p64">
              <a:extLst>
                <a:ext uri="{FF2B5EF4-FFF2-40B4-BE49-F238E27FC236}">
                  <a16:creationId xmlns:a16="http://schemas.microsoft.com/office/drawing/2014/main" id="{6CC4CE26-FBF4-492A-BD6B-FD9C663369C4}"/>
                </a:ext>
              </a:extLst>
            </p:cNvPr>
            <p:cNvSpPr/>
            <p:nvPr/>
          </p:nvSpPr>
          <p:spPr>
            <a:xfrm>
              <a:off x="6752407" y="2361079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253;p64">
              <a:extLst>
                <a:ext uri="{FF2B5EF4-FFF2-40B4-BE49-F238E27FC236}">
                  <a16:creationId xmlns:a16="http://schemas.microsoft.com/office/drawing/2014/main" id="{3129B64B-1C77-45E4-8234-32DCBAC8B612}"/>
                </a:ext>
              </a:extLst>
            </p:cNvPr>
            <p:cNvSpPr/>
            <p:nvPr/>
          </p:nvSpPr>
          <p:spPr>
            <a:xfrm>
              <a:off x="6746588" y="2355240"/>
              <a:ext cx="522643" cy="166297"/>
            </a:xfrm>
            <a:custGeom>
              <a:avLst/>
              <a:gdLst/>
              <a:ahLst/>
              <a:cxnLst/>
              <a:rect l="l" t="t" r="r" b="b"/>
              <a:pathLst>
                <a:path w="26406" h="8402" extrusionOk="0">
                  <a:moveTo>
                    <a:pt x="25817" y="588"/>
                  </a:moveTo>
                  <a:lnTo>
                    <a:pt x="25817" y="7813"/>
                  </a:lnTo>
                  <a:lnTo>
                    <a:pt x="590" y="7813"/>
                  </a:lnTo>
                  <a:lnTo>
                    <a:pt x="590" y="588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254;p64">
              <a:extLst>
                <a:ext uri="{FF2B5EF4-FFF2-40B4-BE49-F238E27FC236}">
                  <a16:creationId xmlns:a16="http://schemas.microsoft.com/office/drawing/2014/main" id="{FAAE7889-3444-40F1-95E3-0C50D5180BEF}"/>
                </a:ext>
              </a:extLst>
            </p:cNvPr>
            <p:cNvSpPr/>
            <p:nvPr/>
          </p:nvSpPr>
          <p:spPr>
            <a:xfrm>
              <a:off x="7360475" y="2392708"/>
              <a:ext cx="77944" cy="77903"/>
            </a:xfrm>
            <a:custGeom>
              <a:avLst/>
              <a:gdLst/>
              <a:ahLst/>
              <a:cxnLst/>
              <a:rect l="l" t="t" r="r" b="b"/>
              <a:pathLst>
                <a:path w="3938" h="3936" extrusionOk="0">
                  <a:moveTo>
                    <a:pt x="1969" y="0"/>
                  </a:moveTo>
                  <a:cubicBezTo>
                    <a:pt x="882" y="0"/>
                    <a:pt x="0" y="881"/>
                    <a:pt x="0" y="1969"/>
                  </a:cubicBezTo>
                  <a:cubicBezTo>
                    <a:pt x="0" y="3055"/>
                    <a:pt x="882" y="3936"/>
                    <a:pt x="1969" y="3936"/>
                  </a:cubicBezTo>
                  <a:cubicBezTo>
                    <a:pt x="3057" y="3936"/>
                    <a:pt x="3937" y="3055"/>
                    <a:pt x="3937" y="1969"/>
                  </a:cubicBezTo>
                  <a:cubicBezTo>
                    <a:pt x="3937" y="881"/>
                    <a:pt x="3057" y="0"/>
                    <a:pt x="196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255;p64">
              <a:extLst>
                <a:ext uri="{FF2B5EF4-FFF2-40B4-BE49-F238E27FC236}">
                  <a16:creationId xmlns:a16="http://schemas.microsoft.com/office/drawing/2014/main" id="{DF235201-B331-4E7D-81A6-DC16E6DE8D12}"/>
                </a:ext>
              </a:extLst>
            </p:cNvPr>
            <p:cNvSpPr/>
            <p:nvPr/>
          </p:nvSpPr>
          <p:spPr>
            <a:xfrm>
              <a:off x="7354656" y="2386869"/>
              <a:ext cx="89582" cy="89581"/>
            </a:xfrm>
            <a:custGeom>
              <a:avLst/>
              <a:gdLst/>
              <a:ahLst/>
              <a:cxnLst/>
              <a:rect l="l" t="t" r="r" b="b"/>
              <a:pathLst>
                <a:path w="4526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7" y="2264"/>
                  </a:cubicBezTo>
                  <a:cubicBezTo>
                    <a:pt x="3936" y="2940"/>
                    <a:pt x="3529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0" y="2968"/>
                    <a:pt x="458" y="2248"/>
                    <a:pt x="717" y="1622"/>
                  </a:cubicBezTo>
                  <a:cubicBezTo>
                    <a:pt x="975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256;p64">
              <a:extLst>
                <a:ext uri="{FF2B5EF4-FFF2-40B4-BE49-F238E27FC236}">
                  <a16:creationId xmlns:a16="http://schemas.microsoft.com/office/drawing/2014/main" id="{E97E8881-7A17-4843-BC5C-4A0B7A408C32}"/>
                </a:ext>
              </a:extLst>
            </p:cNvPr>
            <p:cNvSpPr/>
            <p:nvPr/>
          </p:nvSpPr>
          <p:spPr>
            <a:xfrm>
              <a:off x="7509989" y="2392688"/>
              <a:ext cx="80991" cy="77924"/>
            </a:xfrm>
            <a:custGeom>
              <a:avLst/>
              <a:gdLst/>
              <a:ahLst/>
              <a:cxnLst/>
              <a:rect l="l" t="t" r="r" b="b"/>
              <a:pathLst>
                <a:path w="4092" h="3937" extrusionOk="0">
                  <a:moveTo>
                    <a:pt x="2124" y="1"/>
                  </a:moveTo>
                  <a:cubicBezTo>
                    <a:pt x="1612" y="1"/>
                    <a:pt x="1108" y="201"/>
                    <a:pt x="732" y="577"/>
                  </a:cubicBezTo>
                  <a:cubicBezTo>
                    <a:pt x="168" y="1141"/>
                    <a:pt x="1" y="1987"/>
                    <a:pt x="305" y="2723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70"/>
                  </a:cubicBezTo>
                  <a:cubicBezTo>
                    <a:pt x="4092" y="1174"/>
                    <a:pt x="3611" y="455"/>
                    <a:pt x="2877" y="150"/>
                  </a:cubicBezTo>
                  <a:cubicBezTo>
                    <a:pt x="2633" y="50"/>
                    <a:pt x="2378" y="1"/>
                    <a:pt x="2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257;p64">
              <a:extLst>
                <a:ext uri="{FF2B5EF4-FFF2-40B4-BE49-F238E27FC236}">
                  <a16:creationId xmlns:a16="http://schemas.microsoft.com/office/drawing/2014/main" id="{02CA7F84-9073-4DBA-B584-81631ECA1BBD}"/>
                </a:ext>
              </a:extLst>
            </p:cNvPr>
            <p:cNvSpPr/>
            <p:nvPr/>
          </p:nvSpPr>
          <p:spPr>
            <a:xfrm>
              <a:off x="7507237" y="2386869"/>
              <a:ext cx="89561" cy="89581"/>
            </a:xfrm>
            <a:custGeom>
              <a:avLst/>
              <a:gdLst/>
              <a:ahLst/>
              <a:cxnLst/>
              <a:rect l="l" t="t" r="r" b="b"/>
              <a:pathLst>
                <a:path w="4525" h="4526" extrusionOk="0">
                  <a:moveTo>
                    <a:pt x="2262" y="589"/>
                  </a:moveTo>
                  <a:lnTo>
                    <a:pt x="2262" y="590"/>
                  </a:lnTo>
                  <a:cubicBezTo>
                    <a:pt x="3186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6" y="3895"/>
                    <a:pt x="2479" y="3937"/>
                    <a:pt x="2264" y="3937"/>
                  </a:cubicBezTo>
                  <a:cubicBezTo>
                    <a:pt x="1828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0"/>
                  </a:moveTo>
                  <a:cubicBezTo>
                    <a:pt x="1016" y="0"/>
                    <a:pt x="0" y="1016"/>
                    <a:pt x="0" y="2264"/>
                  </a:cubicBezTo>
                  <a:cubicBezTo>
                    <a:pt x="0" y="3510"/>
                    <a:pt x="1016" y="4526"/>
                    <a:pt x="2262" y="4526"/>
                  </a:cubicBezTo>
                  <a:cubicBezTo>
                    <a:pt x="3510" y="4526"/>
                    <a:pt x="4525" y="3510"/>
                    <a:pt x="4525" y="2264"/>
                  </a:cubicBezTo>
                  <a:cubicBezTo>
                    <a:pt x="4525" y="1016"/>
                    <a:pt x="3510" y="0"/>
                    <a:pt x="22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258;p64">
              <a:extLst>
                <a:ext uri="{FF2B5EF4-FFF2-40B4-BE49-F238E27FC236}">
                  <a16:creationId xmlns:a16="http://schemas.microsoft.com/office/drawing/2014/main" id="{E329FD58-29CB-4D6B-B2AD-496F2DAA8966}"/>
                </a:ext>
              </a:extLst>
            </p:cNvPr>
            <p:cNvSpPr/>
            <p:nvPr/>
          </p:nvSpPr>
          <p:spPr>
            <a:xfrm>
              <a:off x="7133257" y="2392708"/>
              <a:ext cx="77924" cy="77903"/>
            </a:xfrm>
            <a:custGeom>
              <a:avLst/>
              <a:gdLst/>
              <a:ahLst/>
              <a:cxnLst/>
              <a:rect l="l" t="t" r="r" b="b"/>
              <a:pathLst>
                <a:path w="3937" h="3936" extrusionOk="0">
                  <a:moveTo>
                    <a:pt x="1969" y="0"/>
                  </a:moveTo>
                  <a:cubicBezTo>
                    <a:pt x="881" y="0"/>
                    <a:pt x="1" y="881"/>
                    <a:pt x="1" y="1969"/>
                  </a:cubicBezTo>
                  <a:cubicBezTo>
                    <a:pt x="1" y="3055"/>
                    <a:pt x="881" y="3936"/>
                    <a:pt x="1969" y="3936"/>
                  </a:cubicBezTo>
                  <a:cubicBezTo>
                    <a:pt x="3056" y="3936"/>
                    <a:pt x="3936" y="3055"/>
                    <a:pt x="3936" y="1969"/>
                  </a:cubicBezTo>
                  <a:cubicBezTo>
                    <a:pt x="3936" y="881"/>
                    <a:pt x="3056" y="0"/>
                    <a:pt x="19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259;p64">
              <a:extLst>
                <a:ext uri="{FF2B5EF4-FFF2-40B4-BE49-F238E27FC236}">
                  <a16:creationId xmlns:a16="http://schemas.microsoft.com/office/drawing/2014/main" id="{873CA2C3-6CE0-4507-BCDE-66E22B2B6DF3}"/>
                </a:ext>
              </a:extLst>
            </p:cNvPr>
            <p:cNvSpPr/>
            <p:nvPr/>
          </p:nvSpPr>
          <p:spPr>
            <a:xfrm>
              <a:off x="7127418" y="2386869"/>
              <a:ext cx="89602" cy="89581"/>
            </a:xfrm>
            <a:custGeom>
              <a:avLst/>
              <a:gdLst/>
              <a:ahLst/>
              <a:cxnLst/>
              <a:rect l="l" t="t" r="r" b="b"/>
              <a:pathLst>
                <a:path w="4527" h="4526" extrusionOk="0">
                  <a:moveTo>
                    <a:pt x="2263" y="589"/>
                  </a:moveTo>
                  <a:lnTo>
                    <a:pt x="2263" y="590"/>
                  </a:lnTo>
                  <a:cubicBezTo>
                    <a:pt x="3187" y="590"/>
                    <a:pt x="3935" y="1339"/>
                    <a:pt x="3936" y="2264"/>
                  </a:cubicBezTo>
                  <a:cubicBezTo>
                    <a:pt x="3936" y="2940"/>
                    <a:pt x="3528" y="3551"/>
                    <a:pt x="2903" y="3810"/>
                  </a:cubicBezTo>
                  <a:cubicBezTo>
                    <a:pt x="2697" y="3895"/>
                    <a:pt x="2479" y="3937"/>
                    <a:pt x="2264" y="3937"/>
                  </a:cubicBezTo>
                  <a:cubicBezTo>
                    <a:pt x="1828" y="3937"/>
                    <a:pt x="1400" y="3767"/>
                    <a:pt x="1080" y="3447"/>
                  </a:cubicBezTo>
                  <a:cubicBezTo>
                    <a:pt x="601" y="2968"/>
                    <a:pt x="458" y="2248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0"/>
                  </a:moveTo>
                  <a:cubicBezTo>
                    <a:pt x="1016" y="0"/>
                    <a:pt x="1" y="1016"/>
                    <a:pt x="1" y="2264"/>
                  </a:cubicBezTo>
                  <a:cubicBezTo>
                    <a:pt x="1" y="3510"/>
                    <a:pt x="1016" y="4526"/>
                    <a:pt x="2263" y="4526"/>
                  </a:cubicBezTo>
                  <a:cubicBezTo>
                    <a:pt x="3511" y="4526"/>
                    <a:pt x="4526" y="3510"/>
                    <a:pt x="4526" y="2264"/>
                  </a:cubicBezTo>
                  <a:cubicBezTo>
                    <a:pt x="4526" y="1016"/>
                    <a:pt x="3511" y="0"/>
                    <a:pt x="2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260;p64">
              <a:extLst>
                <a:ext uri="{FF2B5EF4-FFF2-40B4-BE49-F238E27FC236}">
                  <a16:creationId xmlns:a16="http://schemas.microsoft.com/office/drawing/2014/main" id="{2976C5E3-7F05-401D-AD72-B8C8C7149589}"/>
                </a:ext>
              </a:extLst>
            </p:cNvPr>
            <p:cNvSpPr/>
            <p:nvPr/>
          </p:nvSpPr>
          <p:spPr>
            <a:xfrm>
              <a:off x="6244154" y="259621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261;p64">
              <a:extLst>
                <a:ext uri="{FF2B5EF4-FFF2-40B4-BE49-F238E27FC236}">
                  <a16:creationId xmlns:a16="http://schemas.microsoft.com/office/drawing/2014/main" id="{E791A351-CA8C-4BE9-A622-7D1B7F7B8D03}"/>
                </a:ext>
              </a:extLst>
            </p:cNvPr>
            <p:cNvSpPr/>
            <p:nvPr/>
          </p:nvSpPr>
          <p:spPr>
            <a:xfrm>
              <a:off x="6238315" y="259039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2"/>
                  </a:lnTo>
                  <a:lnTo>
                    <a:pt x="590" y="546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262;p64">
              <a:extLst>
                <a:ext uri="{FF2B5EF4-FFF2-40B4-BE49-F238E27FC236}">
                  <a16:creationId xmlns:a16="http://schemas.microsoft.com/office/drawing/2014/main" id="{BEB96247-1C8B-431A-973B-760E34878B4E}"/>
                </a:ext>
              </a:extLst>
            </p:cNvPr>
            <p:cNvSpPr/>
            <p:nvPr/>
          </p:nvSpPr>
          <p:spPr>
            <a:xfrm>
              <a:off x="6188833" y="2704323"/>
              <a:ext cx="1457448" cy="315711"/>
            </a:xfrm>
            <a:custGeom>
              <a:avLst/>
              <a:gdLst/>
              <a:ahLst/>
              <a:cxnLst/>
              <a:rect l="l" t="t" r="r" b="b"/>
              <a:pathLst>
                <a:path w="73636" h="15951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263;p64">
              <a:extLst>
                <a:ext uri="{FF2B5EF4-FFF2-40B4-BE49-F238E27FC236}">
                  <a16:creationId xmlns:a16="http://schemas.microsoft.com/office/drawing/2014/main" id="{3351C3AF-8F36-49A1-8E73-4520540057A4}"/>
                </a:ext>
              </a:extLst>
            </p:cNvPr>
            <p:cNvSpPr/>
            <p:nvPr/>
          </p:nvSpPr>
          <p:spPr>
            <a:xfrm>
              <a:off x="6183014" y="2698504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264;p64">
              <a:extLst>
                <a:ext uri="{FF2B5EF4-FFF2-40B4-BE49-F238E27FC236}">
                  <a16:creationId xmlns:a16="http://schemas.microsoft.com/office/drawing/2014/main" id="{3B2ACA28-3F94-473D-B2FA-64183993E3C9}"/>
                </a:ext>
              </a:extLst>
            </p:cNvPr>
            <p:cNvSpPr/>
            <p:nvPr/>
          </p:nvSpPr>
          <p:spPr>
            <a:xfrm>
              <a:off x="6497202" y="2784858"/>
              <a:ext cx="83248" cy="154639"/>
            </a:xfrm>
            <a:custGeom>
              <a:avLst/>
              <a:gdLst/>
              <a:ahLst/>
              <a:cxnLst/>
              <a:rect l="l" t="t" r="r" b="b"/>
              <a:pathLst>
                <a:path w="4206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6" y="7813"/>
                  </a:lnTo>
                  <a:lnTo>
                    <a:pt x="4206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265;p64">
              <a:extLst>
                <a:ext uri="{FF2B5EF4-FFF2-40B4-BE49-F238E27FC236}">
                  <a16:creationId xmlns:a16="http://schemas.microsoft.com/office/drawing/2014/main" id="{63A41BDD-A054-430D-BBB1-E53E681346FC}"/>
                </a:ext>
              </a:extLst>
            </p:cNvPr>
            <p:cNvSpPr/>
            <p:nvPr/>
          </p:nvSpPr>
          <p:spPr>
            <a:xfrm>
              <a:off x="6491383" y="2779040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90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266;p64">
              <a:extLst>
                <a:ext uri="{FF2B5EF4-FFF2-40B4-BE49-F238E27FC236}">
                  <a16:creationId xmlns:a16="http://schemas.microsoft.com/office/drawing/2014/main" id="{1791A357-8E77-4661-ACA7-89271327940D}"/>
                </a:ext>
              </a:extLst>
            </p:cNvPr>
            <p:cNvSpPr/>
            <p:nvPr/>
          </p:nvSpPr>
          <p:spPr>
            <a:xfrm>
              <a:off x="6624825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0" y="1"/>
                  </a:moveTo>
                  <a:lnTo>
                    <a:pt x="0" y="7813"/>
                  </a:lnTo>
                  <a:lnTo>
                    <a:pt x="4204" y="7813"/>
                  </a:lnTo>
                  <a:lnTo>
                    <a:pt x="4204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267;p64">
              <a:extLst>
                <a:ext uri="{FF2B5EF4-FFF2-40B4-BE49-F238E27FC236}">
                  <a16:creationId xmlns:a16="http://schemas.microsoft.com/office/drawing/2014/main" id="{B6C5E9B4-3F1D-48B7-9861-57BF27328E8F}"/>
                </a:ext>
              </a:extLst>
            </p:cNvPr>
            <p:cNvSpPr/>
            <p:nvPr/>
          </p:nvSpPr>
          <p:spPr>
            <a:xfrm>
              <a:off x="6618986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90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0" y="1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268;p64">
              <a:extLst>
                <a:ext uri="{FF2B5EF4-FFF2-40B4-BE49-F238E27FC236}">
                  <a16:creationId xmlns:a16="http://schemas.microsoft.com/office/drawing/2014/main" id="{A23F9236-1336-4D30-8BAF-5783648B709E}"/>
                </a:ext>
              </a:extLst>
            </p:cNvPr>
            <p:cNvSpPr/>
            <p:nvPr/>
          </p:nvSpPr>
          <p:spPr>
            <a:xfrm>
              <a:off x="6369599" y="2784858"/>
              <a:ext cx="83228" cy="154639"/>
            </a:xfrm>
            <a:custGeom>
              <a:avLst/>
              <a:gdLst/>
              <a:ahLst/>
              <a:cxnLst/>
              <a:rect l="l" t="t" r="r" b="b"/>
              <a:pathLst>
                <a:path w="4205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4205" y="7813"/>
                  </a:lnTo>
                  <a:lnTo>
                    <a:pt x="420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269;p64">
              <a:extLst>
                <a:ext uri="{FF2B5EF4-FFF2-40B4-BE49-F238E27FC236}">
                  <a16:creationId xmlns:a16="http://schemas.microsoft.com/office/drawing/2014/main" id="{39359345-9894-448C-B599-5A52DEC6C753}"/>
                </a:ext>
              </a:extLst>
            </p:cNvPr>
            <p:cNvSpPr/>
            <p:nvPr/>
          </p:nvSpPr>
          <p:spPr>
            <a:xfrm>
              <a:off x="6363760" y="2779040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90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270;p64">
              <a:extLst>
                <a:ext uri="{FF2B5EF4-FFF2-40B4-BE49-F238E27FC236}">
                  <a16:creationId xmlns:a16="http://schemas.microsoft.com/office/drawing/2014/main" id="{D9BC52DF-3DD9-41A1-B7D2-96F759E4B10B}"/>
                </a:ext>
              </a:extLst>
            </p:cNvPr>
            <p:cNvSpPr/>
            <p:nvPr/>
          </p:nvSpPr>
          <p:spPr>
            <a:xfrm>
              <a:off x="6752407" y="2784858"/>
              <a:ext cx="510985" cy="154639"/>
            </a:xfrm>
            <a:custGeom>
              <a:avLst/>
              <a:gdLst/>
              <a:ahLst/>
              <a:cxnLst/>
              <a:rect l="l" t="t" r="r" b="b"/>
              <a:pathLst>
                <a:path w="25817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25817" y="7813"/>
                  </a:lnTo>
                  <a:lnTo>
                    <a:pt x="2581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271;p64">
              <a:extLst>
                <a:ext uri="{FF2B5EF4-FFF2-40B4-BE49-F238E27FC236}">
                  <a16:creationId xmlns:a16="http://schemas.microsoft.com/office/drawing/2014/main" id="{2EE44D2A-AF4E-45F6-B345-165E89AB90A5}"/>
                </a:ext>
              </a:extLst>
            </p:cNvPr>
            <p:cNvSpPr/>
            <p:nvPr/>
          </p:nvSpPr>
          <p:spPr>
            <a:xfrm>
              <a:off x="6746588" y="2779040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90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272;p64">
              <a:extLst>
                <a:ext uri="{FF2B5EF4-FFF2-40B4-BE49-F238E27FC236}">
                  <a16:creationId xmlns:a16="http://schemas.microsoft.com/office/drawing/2014/main" id="{CAAE3775-0D32-4550-805D-45353F29B025}"/>
                </a:ext>
              </a:extLst>
            </p:cNvPr>
            <p:cNvSpPr/>
            <p:nvPr/>
          </p:nvSpPr>
          <p:spPr>
            <a:xfrm>
              <a:off x="6258938" y="2784858"/>
              <a:ext cx="66306" cy="154639"/>
            </a:xfrm>
            <a:custGeom>
              <a:avLst/>
              <a:gdLst/>
              <a:ahLst/>
              <a:cxnLst/>
              <a:rect l="l" t="t" r="r" b="b"/>
              <a:pathLst>
                <a:path w="3350" h="7813" extrusionOk="0">
                  <a:moveTo>
                    <a:pt x="1" y="1"/>
                  </a:moveTo>
                  <a:lnTo>
                    <a:pt x="1" y="7813"/>
                  </a:lnTo>
                  <a:lnTo>
                    <a:pt x="3349" y="7813"/>
                  </a:lnTo>
                  <a:lnTo>
                    <a:pt x="3349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273;p64">
              <a:extLst>
                <a:ext uri="{FF2B5EF4-FFF2-40B4-BE49-F238E27FC236}">
                  <a16:creationId xmlns:a16="http://schemas.microsoft.com/office/drawing/2014/main" id="{1556EE6E-4385-4862-AA52-FF3CC2E215F7}"/>
                </a:ext>
              </a:extLst>
            </p:cNvPr>
            <p:cNvSpPr/>
            <p:nvPr/>
          </p:nvSpPr>
          <p:spPr>
            <a:xfrm>
              <a:off x="6253099" y="2779040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90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90"/>
                  </a:lnTo>
                  <a:close/>
                  <a:moveTo>
                    <a:pt x="1" y="1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274;p64">
              <a:extLst>
                <a:ext uri="{FF2B5EF4-FFF2-40B4-BE49-F238E27FC236}">
                  <a16:creationId xmlns:a16="http://schemas.microsoft.com/office/drawing/2014/main" id="{F572753B-50F7-44DF-A795-1C7E837CA8DE}"/>
                </a:ext>
              </a:extLst>
            </p:cNvPr>
            <p:cNvSpPr/>
            <p:nvPr/>
          </p:nvSpPr>
          <p:spPr>
            <a:xfrm>
              <a:off x="7360475" y="281648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1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1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275;p64">
              <a:extLst>
                <a:ext uri="{FF2B5EF4-FFF2-40B4-BE49-F238E27FC236}">
                  <a16:creationId xmlns:a16="http://schemas.microsoft.com/office/drawing/2014/main" id="{9F08D454-4B81-4695-809E-BF0AF30108B4}"/>
                </a:ext>
              </a:extLst>
            </p:cNvPr>
            <p:cNvSpPr/>
            <p:nvPr/>
          </p:nvSpPr>
          <p:spPr>
            <a:xfrm>
              <a:off x="7354656" y="2810668"/>
              <a:ext cx="89582" cy="89561"/>
            </a:xfrm>
            <a:custGeom>
              <a:avLst/>
              <a:gdLst/>
              <a:ahLst/>
              <a:cxnLst/>
              <a:rect l="l" t="t" r="r" b="b"/>
              <a:pathLst>
                <a:path w="4526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7" y="2263"/>
                  </a:cubicBezTo>
                  <a:cubicBezTo>
                    <a:pt x="3936" y="2939"/>
                    <a:pt x="3529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1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276;p64">
              <a:extLst>
                <a:ext uri="{FF2B5EF4-FFF2-40B4-BE49-F238E27FC236}">
                  <a16:creationId xmlns:a16="http://schemas.microsoft.com/office/drawing/2014/main" id="{1C240038-567D-43D4-B755-B892B50910AF}"/>
                </a:ext>
              </a:extLst>
            </p:cNvPr>
            <p:cNvSpPr/>
            <p:nvPr/>
          </p:nvSpPr>
          <p:spPr>
            <a:xfrm>
              <a:off x="7509989" y="281648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4" y="0"/>
                  </a:moveTo>
                  <a:cubicBezTo>
                    <a:pt x="1612" y="0"/>
                    <a:pt x="1108" y="200"/>
                    <a:pt x="732" y="577"/>
                  </a:cubicBezTo>
                  <a:cubicBezTo>
                    <a:pt x="168" y="1140"/>
                    <a:pt x="1" y="1986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6"/>
                    <a:pt x="4092" y="3056"/>
                    <a:pt x="4092" y="1969"/>
                  </a:cubicBezTo>
                  <a:cubicBezTo>
                    <a:pt x="4092" y="1173"/>
                    <a:pt x="3611" y="454"/>
                    <a:pt x="2877" y="150"/>
                  </a:cubicBezTo>
                  <a:cubicBezTo>
                    <a:pt x="2633" y="49"/>
                    <a:pt x="2378" y="0"/>
                    <a:pt x="21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277;p64">
              <a:extLst>
                <a:ext uri="{FF2B5EF4-FFF2-40B4-BE49-F238E27FC236}">
                  <a16:creationId xmlns:a16="http://schemas.microsoft.com/office/drawing/2014/main" id="{2E1FC3CD-D8A8-457D-99E0-0EF467E6856B}"/>
                </a:ext>
              </a:extLst>
            </p:cNvPr>
            <p:cNvSpPr/>
            <p:nvPr/>
          </p:nvSpPr>
          <p:spPr>
            <a:xfrm>
              <a:off x="7507237" y="2810668"/>
              <a:ext cx="89561" cy="89561"/>
            </a:xfrm>
            <a:custGeom>
              <a:avLst/>
              <a:gdLst/>
              <a:ahLst/>
              <a:cxnLst/>
              <a:rect l="l" t="t" r="r" b="b"/>
              <a:pathLst>
                <a:path w="4525" h="4525" extrusionOk="0">
                  <a:moveTo>
                    <a:pt x="2262" y="589"/>
                  </a:moveTo>
                  <a:cubicBezTo>
                    <a:pt x="3187" y="589"/>
                    <a:pt x="3935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6" y="3895"/>
                    <a:pt x="2479" y="3936"/>
                    <a:pt x="2264" y="3936"/>
                  </a:cubicBezTo>
                  <a:cubicBezTo>
                    <a:pt x="1828" y="3936"/>
                    <a:pt x="1399" y="3766"/>
                    <a:pt x="1079" y="3446"/>
                  </a:cubicBezTo>
                  <a:cubicBezTo>
                    <a:pt x="601" y="2967"/>
                    <a:pt x="458" y="2247"/>
                    <a:pt x="716" y="1622"/>
                  </a:cubicBezTo>
                  <a:cubicBezTo>
                    <a:pt x="975" y="997"/>
                    <a:pt x="1586" y="589"/>
                    <a:pt x="2262" y="589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5"/>
                    <a:pt x="2262" y="4525"/>
                  </a:cubicBezTo>
                  <a:cubicBezTo>
                    <a:pt x="3510" y="4525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278;p64">
              <a:extLst>
                <a:ext uri="{FF2B5EF4-FFF2-40B4-BE49-F238E27FC236}">
                  <a16:creationId xmlns:a16="http://schemas.microsoft.com/office/drawing/2014/main" id="{7A77EE22-1160-41AF-8E1B-84A54458D335}"/>
                </a:ext>
              </a:extLst>
            </p:cNvPr>
            <p:cNvSpPr/>
            <p:nvPr/>
          </p:nvSpPr>
          <p:spPr>
            <a:xfrm>
              <a:off x="7133257" y="281648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1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1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279;p64">
              <a:extLst>
                <a:ext uri="{FF2B5EF4-FFF2-40B4-BE49-F238E27FC236}">
                  <a16:creationId xmlns:a16="http://schemas.microsoft.com/office/drawing/2014/main" id="{B1530485-A263-424B-93AC-A97F19F48D5E}"/>
                </a:ext>
              </a:extLst>
            </p:cNvPr>
            <p:cNvSpPr/>
            <p:nvPr/>
          </p:nvSpPr>
          <p:spPr>
            <a:xfrm>
              <a:off x="7127418" y="2810668"/>
              <a:ext cx="89602" cy="89561"/>
            </a:xfrm>
            <a:custGeom>
              <a:avLst/>
              <a:gdLst/>
              <a:ahLst/>
              <a:cxnLst/>
              <a:rect l="l" t="t" r="r" b="b"/>
              <a:pathLst>
                <a:path w="4527" h="4525" extrusionOk="0">
                  <a:moveTo>
                    <a:pt x="2263" y="589"/>
                  </a:moveTo>
                  <a:cubicBezTo>
                    <a:pt x="3187" y="589"/>
                    <a:pt x="3936" y="1338"/>
                    <a:pt x="3936" y="2263"/>
                  </a:cubicBezTo>
                  <a:cubicBezTo>
                    <a:pt x="3936" y="2939"/>
                    <a:pt x="3528" y="3550"/>
                    <a:pt x="2903" y="3809"/>
                  </a:cubicBezTo>
                  <a:cubicBezTo>
                    <a:pt x="2697" y="3895"/>
                    <a:pt x="2480" y="3936"/>
                    <a:pt x="2264" y="3936"/>
                  </a:cubicBezTo>
                  <a:cubicBezTo>
                    <a:pt x="1829" y="3936"/>
                    <a:pt x="1400" y="3766"/>
                    <a:pt x="1080" y="3446"/>
                  </a:cubicBezTo>
                  <a:cubicBezTo>
                    <a:pt x="602" y="2967"/>
                    <a:pt x="458" y="2247"/>
                    <a:pt x="717" y="1622"/>
                  </a:cubicBezTo>
                  <a:cubicBezTo>
                    <a:pt x="976" y="997"/>
                    <a:pt x="1586" y="589"/>
                    <a:pt x="2263" y="589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5"/>
                    <a:pt x="2263" y="4525"/>
                  </a:cubicBezTo>
                  <a:cubicBezTo>
                    <a:pt x="3511" y="4525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280;p64">
              <a:extLst>
                <a:ext uri="{FF2B5EF4-FFF2-40B4-BE49-F238E27FC236}">
                  <a16:creationId xmlns:a16="http://schemas.microsoft.com/office/drawing/2014/main" id="{F40DA7C5-18D3-4177-A8F1-44C87CDACACD}"/>
                </a:ext>
              </a:extLst>
            </p:cNvPr>
            <p:cNvSpPr/>
            <p:nvPr/>
          </p:nvSpPr>
          <p:spPr>
            <a:xfrm>
              <a:off x="6244154" y="3019995"/>
              <a:ext cx="1346827" cy="108127"/>
            </a:xfrm>
            <a:custGeom>
              <a:avLst/>
              <a:gdLst/>
              <a:ahLst/>
              <a:cxnLst/>
              <a:rect l="l" t="t" r="r" b="b"/>
              <a:pathLst>
                <a:path w="68047" h="5463" extrusionOk="0">
                  <a:moveTo>
                    <a:pt x="1" y="1"/>
                  </a:moveTo>
                  <a:lnTo>
                    <a:pt x="1" y="5463"/>
                  </a:lnTo>
                  <a:lnTo>
                    <a:pt x="68047" y="5463"/>
                  </a:lnTo>
                  <a:lnTo>
                    <a:pt x="680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281;p64">
              <a:extLst>
                <a:ext uri="{FF2B5EF4-FFF2-40B4-BE49-F238E27FC236}">
                  <a16:creationId xmlns:a16="http://schemas.microsoft.com/office/drawing/2014/main" id="{C5453D9A-44A4-4CBC-92F5-CC02E0794D02}"/>
                </a:ext>
              </a:extLst>
            </p:cNvPr>
            <p:cNvSpPr/>
            <p:nvPr/>
          </p:nvSpPr>
          <p:spPr>
            <a:xfrm>
              <a:off x="6238315" y="3014176"/>
              <a:ext cx="1358484" cy="119785"/>
            </a:xfrm>
            <a:custGeom>
              <a:avLst/>
              <a:gdLst/>
              <a:ahLst/>
              <a:cxnLst/>
              <a:rect l="l" t="t" r="r" b="b"/>
              <a:pathLst>
                <a:path w="68636" h="6052" extrusionOk="0">
                  <a:moveTo>
                    <a:pt x="68047" y="590"/>
                  </a:moveTo>
                  <a:lnTo>
                    <a:pt x="68047" y="5463"/>
                  </a:lnTo>
                  <a:lnTo>
                    <a:pt x="590" y="5463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6052"/>
                  </a:lnTo>
                  <a:lnTo>
                    <a:pt x="68636" y="6052"/>
                  </a:lnTo>
                  <a:lnTo>
                    <a:pt x="6863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282;p64">
              <a:extLst>
                <a:ext uri="{FF2B5EF4-FFF2-40B4-BE49-F238E27FC236}">
                  <a16:creationId xmlns:a16="http://schemas.microsoft.com/office/drawing/2014/main" id="{8AFBACD2-F591-4A2A-834C-81DF3EB4EDB8}"/>
                </a:ext>
              </a:extLst>
            </p:cNvPr>
            <p:cNvSpPr/>
            <p:nvPr/>
          </p:nvSpPr>
          <p:spPr>
            <a:xfrm>
              <a:off x="6188833" y="3128102"/>
              <a:ext cx="1457448" cy="315732"/>
            </a:xfrm>
            <a:custGeom>
              <a:avLst/>
              <a:gdLst/>
              <a:ahLst/>
              <a:cxnLst/>
              <a:rect l="l" t="t" r="r" b="b"/>
              <a:pathLst>
                <a:path w="73636" h="15952" extrusionOk="0">
                  <a:moveTo>
                    <a:pt x="1" y="1"/>
                  </a:moveTo>
                  <a:lnTo>
                    <a:pt x="1" y="15951"/>
                  </a:lnTo>
                  <a:lnTo>
                    <a:pt x="73636" y="15951"/>
                  </a:lnTo>
                  <a:lnTo>
                    <a:pt x="736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283;p64">
              <a:extLst>
                <a:ext uri="{FF2B5EF4-FFF2-40B4-BE49-F238E27FC236}">
                  <a16:creationId xmlns:a16="http://schemas.microsoft.com/office/drawing/2014/main" id="{A88DBACA-1EBF-472F-9272-238BE7F3A03A}"/>
                </a:ext>
              </a:extLst>
            </p:cNvPr>
            <p:cNvSpPr/>
            <p:nvPr/>
          </p:nvSpPr>
          <p:spPr>
            <a:xfrm>
              <a:off x="6183014" y="3122283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90"/>
                  </a:moveTo>
                  <a:lnTo>
                    <a:pt x="73635" y="15950"/>
                  </a:lnTo>
                  <a:lnTo>
                    <a:pt x="590" y="15950"/>
                  </a:lnTo>
                  <a:lnTo>
                    <a:pt x="590" y="590"/>
                  </a:lnTo>
                  <a:close/>
                  <a:moveTo>
                    <a:pt x="1" y="1"/>
                  </a:moveTo>
                  <a:lnTo>
                    <a:pt x="1" y="16539"/>
                  </a:lnTo>
                  <a:lnTo>
                    <a:pt x="74224" y="16539"/>
                  </a:lnTo>
                  <a:lnTo>
                    <a:pt x="7422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284;p64">
              <a:extLst>
                <a:ext uri="{FF2B5EF4-FFF2-40B4-BE49-F238E27FC236}">
                  <a16:creationId xmlns:a16="http://schemas.microsoft.com/office/drawing/2014/main" id="{AFA9FABF-1470-4A67-806C-87088D05F11C}"/>
                </a:ext>
              </a:extLst>
            </p:cNvPr>
            <p:cNvSpPr/>
            <p:nvPr/>
          </p:nvSpPr>
          <p:spPr>
            <a:xfrm>
              <a:off x="6624825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285;p64">
              <a:extLst>
                <a:ext uri="{FF2B5EF4-FFF2-40B4-BE49-F238E27FC236}">
                  <a16:creationId xmlns:a16="http://schemas.microsoft.com/office/drawing/2014/main" id="{5B45965C-7CE7-430C-BB76-2D86374086F2}"/>
                </a:ext>
              </a:extLst>
            </p:cNvPr>
            <p:cNvSpPr/>
            <p:nvPr/>
          </p:nvSpPr>
          <p:spPr>
            <a:xfrm>
              <a:off x="6618986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286;p64">
              <a:extLst>
                <a:ext uri="{FF2B5EF4-FFF2-40B4-BE49-F238E27FC236}">
                  <a16:creationId xmlns:a16="http://schemas.microsoft.com/office/drawing/2014/main" id="{A324C140-1F22-40BF-8204-232E7F907762}"/>
                </a:ext>
              </a:extLst>
            </p:cNvPr>
            <p:cNvSpPr/>
            <p:nvPr/>
          </p:nvSpPr>
          <p:spPr>
            <a:xfrm>
              <a:off x="6369599" y="3208659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287;p64">
              <a:extLst>
                <a:ext uri="{FF2B5EF4-FFF2-40B4-BE49-F238E27FC236}">
                  <a16:creationId xmlns:a16="http://schemas.microsoft.com/office/drawing/2014/main" id="{037D607A-1B9A-4773-854E-FFB5D70D243C}"/>
                </a:ext>
              </a:extLst>
            </p:cNvPr>
            <p:cNvSpPr/>
            <p:nvPr/>
          </p:nvSpPr>
          <p:spPr>
            <a:xfrm>
              <a:off x="6363760" y="32028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288;p64">
              <a:extLst>
                <a:ext uri="{FF2B5EF4-FFF2-40B4-BE49-F238E27FC236}">
                  <a16:creationId xmlns:a16="http://schemas.microsoft.com/office/drawing/2014/main" id="{81810D6B-D777-4269-8C54-0EB53CCEB3E7}"/>
                </a:ext>
              </a:extLst>
            </p:cNvPr>
            <p:cNvSpPr/>
            <p:nvPr/>
          </p:nvSpPr>
          <p:spPr>
            <a:xfrm>
              <a:off x="6497202" y="3208659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289;p64">
              <a:extLst>
                <a:ext uri="{FF2B5EF4-FFF2-40B4-BE49-F238E27FC236}">
                  <a16:creationId xmlns:a16="http://schemas.microsoft.com/office/drawing/2014/main" id="{99B9564F-D957-4275-8F53-9581C3F361DA}"/>
                </a:ext>
              </a:extLst>
            </p:cNvPr>
            <p:cNvSpPr/>
            <p:nvPr/>
          </p:nvSpPr>
          <p:spPr>
            <a:xfrm>
              <a:off x="6491383" y="32028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290;p64">
              <a:extLst>
                <a:ext uri="{FF2B5EF4-FFF2-40B4-BE49-F238E27FC236}">
                  <a16:creationId xmlns:a16="http://schemas.microsoft.com/office/drawing/2014/main" id="{D8E9D783-F5F2-46A0-82A0-EECAA4CDECDE}"/>
                </a:ext>
              </a:extLst>
            </p:cNvPr>
            <p:cNvSpPr/>
            <p:nvPr/>
          </p:nvSpPr>
          <p:spPr>
            <a:xfrm>
              <a:off x="6258938" y="3208659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291;p64">
              <a:extLst>
                <a:ext uri="{FF2B5EF4-FFF2-40B4-BE49-F238E27FC236}">
                  <a16:creationId xmlns:a16="http://schemas.microsoft.com/office/drawing/2014/main" id="{B42CE517-8915-44EB-82C8-33ADB6FC823F}"/>
                </a:ext>
              </a:extLst>
            </p:cNvPr>
            <p:cNvSpPr/>
            <p:nvPr/>
          </p:nvSpPr>
          <p:spPr>
            <a:xfrm>
              <a:off x="6253099" y="32028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2"/>
                  </a:lnTo>
                  <a:lnTo>
                    <a:pt x="589" y="7812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292;p64">
              <a:extLst>
                <a:ext uri="{FF2B5EF4-FFF2-40B4-BE49-F238E27FC236}">
                  <a16:creationId xmlns:a16="http://schemas.microsoft.com/office/drawing/2014/main" id="{91009138-D894-405F-BAEC-98C3FA9668A8}"/>
                </a:ext>
              </a:extLst>
            </p:cNvPr>
            <p:cNvSpPr/>
            <p:nvPr/>
          </p:nvSpPr>
          <p:spPr>
            <a:xfrm>
              <a:off x="6752407" y="3208659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293;p64">
              <a:extLst>
                <a:ext uri="{FF2B5EF4-FFF2-40B4-BE49-F238E27FC236}">
                  <a16:creationId xmlns:a16="http://schemas.microsoft.com/office/drawing/2014/main" id="{32661FC0-DF90-4BE5-B7F8-9A25AF369717}"/>
                </a:ext>
              </a:extLst>
            </p:cNvPr>
            <p:cNvSpPr/>
            <p:nvPr/>
          </p:nvSpPr>
          <p:spPr>
            <a:xfrm>
              <a:off x="6746588" y="32028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2"/>
                  </a:lnTo>
                  <a:lnTo>
                    <a:pt x="590" y="7812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294;p64">
              <a:extLst>
                <a:ext uri="{FF2B5EF4-FFF2-40B4-BE49-F238E27FC236}">
                  <a16:creationId xmlns:a16="http://schemas.microsoft.com/office/drawing/2014/main" id="{3554C3C6-54AE-4952-8CD9-552525A6F922}"/>
                </a:ext>
              </a:extLst>
            </p:cNvPr>
            <p:cNvSpPr/>
            <p:nvPr/>
          </p:nvSpPr>
          <p:spPr>
            <a:xfrm>
              <a:off x="7360475" y="3240267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295;p64">
              <a:extLst>
                <a:ext uri="{FF2B5EF4-FFF2-40B4-BE49-F238E27FC236}">
                  <a16:creationId xmlns:a16="http://schemas.microsoft.com/office/drawing/2014/main" id="{44A6C44D-572E-47B5-85DF-AD638F954975}"/>
                </a:ext>
              </a:extLst>
            </p:cNvPr>
            <p:cNvSpPr/>
            <p:nvPr/>
          </p:nvSpPr>
          <p:spPr>
            <a:xfrm>
              <a:off x="7354656" y="3234428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3" y="591"/>
                  </a:cubicBezTo>
                  <a:cubicBezTo>
                    <a:pt x="3187" y="591"/>
                    <a:pt x="3936" y="1340"/>
                    <a:pt x="3937" y="2264"/>
                  </a:cubicBezTo>
                  <a:cubicBezTo>
                    <a:pt x="3937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7" y="3938"/>
                    <a:pt x="1399" y="3768"/>
                    <a:pt x="1080" y="3447"/>
                  </a:cubicBezTo>
                  <a:cubicBezTo>
                    <a:pt x="600" y="2969"/>
                    <a:pt x="458" y="2249"/>
                    <a:pt x="717" y="1624"/>
                  </a:cubicBezTo>
                  <a:cubicBezTo>
                    <a:pt x="975" y="998"/>
                    <a:pt x="1585" y="591"/>
                    <a:pt x="2260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296;p64">
              <a:extLst>
                <a:ext uri="{FF2B5EF4-FFF2-40B4-BE49-F238E27FC236}">
                  <a16:creationId xmlns:a16="http://schemas.microsoft.com/office/drawing/2014/main" id="{0E790CAC-F8FD-44A9-BFD5-C857DA9F80A6}"/>
                </a:ext>
              </a:extLst>
            </p:cNvPr>
            <p:cNvSpPr/>
            <p:nvPr/>
          </p:nvSpPr>
          <p:spPr>
            <a:xfrm>
              <a:off x="7509989" y="3240267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7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7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297;p64">
              <a:extLst>
                <a:ext uri="{FF2B5EF4-FFF2-40B4-BE49-F238E27FC236}">
                  <a16:creationId xmlns:a16="http://schemas.microsoft.com/office/drawing/2014/main" id="{AA9BC4A1-F06E-4560-A318-7CE17EFD1B39}"/>
                </a:ext>
              </a:extLst>
            </p:cNvPr>
            <p:cNvSpPr/>
            <p:nvPr/>
          </p:nvSpPr>
          <p:spPr>
            <a:xfrm>
              <a:off x="7507237" y="3234428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0" y="591"/>
                  </a:moveTo>
                  <a:cubicBezTo>
                    <a:pt x="2261" y="591"/>
                    <a:pt x="2262" y="591"/>
                    <a:pt x="2262" y="591"/>
                  </a:cubicBezTo>
                  <a:cubicBezTo>
                    <a:pt x="3187" y="591"/>
                    <a:pt x="3935" y="1340"/>
                    <a:pt x="3936" y="2264"/>
                  </a:cubicBezTo>
                  <a:cubicBezTo>
                    <a:pt x="3936" y="2941"/>
                    <a:pt x="3528" y="3551"/>
                    <a:pt x="2903" y="3810"/>
                  </a:cubicBezTo>
                  <a:cubicBezTo>
                    <a:pt x="2696" y="3896"/>
                    <a:pt x="2478" y="3938"/>
                    <a:pt x="2263" y="3938"/>
                  </a:cubicBezTo>
                  <a:cubicBezTo>
                    <a:pt x="1827" y="3938"/>
                    <a:pt x="1399" y="3768"/>
                    <a:pt x="1079" y="3447"/>
                  </a:cubicBezTo>
                  <a:cubicBezTo>
                    <a:pt x="600" y="2969"/>
                    <a:pt x="456" y="2249"/>
                    <a:pt x="716" y="1624"/>
                  </a:cubicBezTo>
                  <a:cubicBezTo>
                    <a:pt x="975" y="998"/>
                    <a:pt x="1584" y="591"/>
                    <a:pt x="2260" y="591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4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4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298;p64">
              <a:extLst>
                <a:ext uri="{FF2B5EF4-FFF2-40B4-BE49-F238E27FC236}">
                  <a16:creationId xmlns:a16="http://schemas.microsoft.com/office/drawing/2014/main" id="{2BA3908B-96BD-4938-8D3A-0B4EE9EFCD5C}"/>
                </a:ext>
              </a:extLst>
            </p:cNvPr>
            <p:cNvSpPr/>
            <p:nvPr/>
          </p:nvSpPr>
          <p:spPr>
            <a:xfrm>
              <a:off x="7133257" y="3240267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299;p64">
              <a:extLst>
                <a:ext uri="{FF2B5EF4-FFF2-40B4-BE49-F238E27FC236}">
                  <a16:creationId xmlns:a16="http://schemas.microsoft.com/office/drawing/2014/main" id="{41CBC961-F9D4-4678-B3D4-65991F2542EE}"/>
                </a:ext>
              </a:extLst>
            </p:cNvPr>
            <p:cNvSpPr/>
            <p:nvPr/>
          </p:nvSpPr>
          <p:spPr>
            <a:xfrm>
              <a:off x="7127418" y="3234428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1"/>
                  </a:moveTo>
                  <a:cubicBezTo>
                    <a:pt x="3187" y="591"/>
                    <a:pt x="3936" y="1340"/>
                    <a:pt x="3936" y="2264"/>
                  </a:cubicBezTo>
                  <a:cubicBezTo>
                    <a:pt x="3936" y="2941"/>
                    <a:pt x="3529" y="3551"/>
                    <a:pt x="2903" y="3810"/>
                  </a:cubicBezTo>
                  <a:cubicBezTo>
                    <a:pt x="2696" y="3896"/>
                    <a:pt x="2479" y="3938"/>
                    <a:pt x="2263" y="3938"/>
                  </a:cubicBezTo>
                  <a:cubicBezTo>
                    <a:pt x="1828" y="3938"/>
                    <a:pt x="1399" y="3768"/>
                    <a:pt x="1080" y="3447"/>
                  </a:cubicBezTo>
                  <a:cubicBezTo>
                    <a:pt x="601" y="2969"/>
                    <a:pt x="458" y="2249"/>
                    <a:pt x="717" y="1624"/>
                  </a:cubicBezTo>
                  <a:cubicBezTo>
                    <a:pt x="976" y="997"/>
                    <a:pt x="1586" y="591"/>
                    <a:pt x="2263" y="591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4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4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300;p64">
              <a:extLst>
                <a:ext uri="{FF2B5EF4-FFF2-40B4-BE49-F238E27FC236}">
                  <a16:creationId xmlns:a16="http://schemas.microsoft.com/office/drawing/2014/main" id="{2263ACA1-F4BB-4319-AA18-5CE3C07E26FB}"/>
                </a:ext>
              </a:extLst>
            </p:cNvPr>
            <p:cNvSpPr/>
            <p:nvPr/>
          </p:nvSpPr>
          <p:spPr>
            <a:xfrm>
              <a:off x="6244154" y="3443794"/>
              <a:ext cx="1346827" cy="108108"/>
            </a:xfrm>
            <a:custGeom>
              <a:avLst/>
              <a:gdLst/>
              <a:ahLst/>
              <a:cxnLst/>
              <a:rect l="l" t="t" r="r" b="b"/>
              <a:pathLst>
                <a:path w="68047" h="5462" extrusionOk="0">
                  <a:moveTo>
                    <a:pt x="1" y="0"/>
                  </a:moveTo>
                  <a:lnTo>
                    <a:pt x="1" y="5462"/>
                  </a:lnTo>
                  <a:lnTo>
                    <a:pt x="68047" y="5462"/>
                  </a:lnTo>
                  <a:lnTo>
                    <a:pt x="680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301;p64">
              <a:extLst>
                <a:ext uri="{FF2B5EF4-FFF2-40B4-BE49-F238E27FC236}">
                  <a16:creationId xmlns:a16="http://schemas.microsoft.com/office/drawing/2014/main" id="{E941F34C-E998-4050-8939-E6251006D71D}"/>
                </a:ext>
              </a:extLst>
            </p:cNvPr>
            <p:cNvSpPr/>
            <p:nvPr/>
          </p:nvSpPr>
          <p:spPr>
            <a:xfrm>
              <a:off x="6238315" y="3437975"/>
              <a:ext cx="1358484" cy="119765"/>
            </a:xfrm>
            <a:custGeom>
              <a:avLst/>
              <a:gdLst/>
              <a:ahLst/>
              <a:cxnLst/>
              <a:rect l="l" t="t" r="r" b="b"/>
              <a:pathLst>
                <a:path w="68636" h="6051" extrusionOk="0">
                  <a:moveTo>
                    <a:pt x="68047" y="589"/>
                  </a:moveTo>
                  <a:lnTo>
                    <a:pt x="68047" y="5461"/>
                  </a:lnTo>
                  <a:lnTo>
                    <a:pt x="590" y="546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6051"/>
                  </a:lnTo>
                  <a:lnTo>
                    <a:pt x="68636" y="6051"/>
                  </a:lnTo>
                  <a:lnTo>
                    <a:pt x="6863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302;p64">
              <a:extLst>
                <a:ext uri="{FF2B5EF4-FFF2-40B4-BE49-F238E27FC236}">
                  <a16:creationId xmlns:a16="http://schemas.microsoft.com/office/drawing/2014/main" id="{6A15B360-761E-473E-B6E3-520438A6BD41}"/>
                </a:ext>
              </a:extLst>
            </p:cNvPr>
            <p:cNvSpPr/>
            <p:nvPr/>
          </p:nvSpPr>
          <p:spPr>
            <a:xfrm>
              <a:off x="6188833" y="3551921"/>
              <a:ext cx="1457448" cy="315691"/>
            </a:xfrm>
            <a:custGeom>
              <a:avLst/>
              <a:gdLst/>
              <a:ahLst/>
              <a:cxnLst/>
              <a:rect l="l" t="t" r="r" b="b"/>
              <a:pathLst>
                <a:path w="73636" h="15950" extrusionOk="0">
                  <a:moveTo>
                    <a:pt x="1" y="0"/>
                  </a:moveTo>
                  <a:lnTo>
                    <a:pt x="1" y="15949"/>
                  </a:lnTo>
                  <a:lnTo>
                    <a:pt x="73636" y="15949"/>
                  </a:lnTo>
                  <a:lnTo>
                    <a:pt x="73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303;p64">
              <a:extLst>
                <a:ext uri="{FF2B5EF4-FFF2-40B4-BE49-F238E27FC236}">
                  <a16:creationId xmlns:a16="http://schemas.microsoft.com/office/drawing/2014/main" id="{E38C0413-1260-4F0A-BB60-B95E6A075430}"/>
                </a:ext>
              </a:extLst>
            </p:cNvPr>
            <p:cNvSpPr/>
            <p:nvPr/>
          </p:nvSpPr>
          <p:spPr>
            <a:xfrm>
              <a:off x="6183014" y="3546082"/>
              <a:ext cx="1469086" cy="327349"/>
            </a:xfrm>
            <a:custGeom>
              <a:avLst/>
              <a:gdLst/>
              <a:ahLst/>
              <a:cxnLst/>
              <a:rect l="l" t="t" r="r" b="b"/>
              <a:pathLst>
                <a:path w="74224" h="16539" extrusionOk="0">
                  <a:moveTo>
                    <a:pt x="73635" y="589"/>
                  </a:moveTo>
                  <a:lnTo>
                    <a:pt x="73635" y="15949"/>
                  </a:lnTo>
                  <a:lnTo>
                    <a:pt x="590" y="15949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16538"/>
                  </a:lnTo>
                  <a:lnTo>
                    <a:pt x="74224" y="16538"/>
                  </a:lnTo>
                  <a:lnTo>
                    <a:pt x="74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304;p64">
              <a:extLst>
                <a:ext uri="{FF2B5EF4-FFF2-40B4-BE49-F238E27FC236}">
                  <a16:creationId xmlns:a16="http://schemas.microsoft.com/office/drawing/2014/main" id="{D0C4C4BD-4509-4334-87B2-E98A12E25A2D}"/>
                </a:ext>
              </a:extLst>
            </p:cNvPr>
            <p:cNvSpPr/>
            <p:nvPr/>
          </p:nvSpPr>
          <p:spPr>
            <a:xfrm>
              <a:off x="6369599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4205" y="7812"/>
                  </a:lnTo>
                  <a:lnTo>
                    <a:pt x="420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305;p64">
              <a:extLst>
                <a:ext uri="{FF2B5EF4-FFF2-40B4-BE49-F238E27FC236}">
                  <a16:creationId xmlns:a16="http://schemas.microsoft.com/office/drawing/2014/main" id="{DE390671-C6FB-4B40-9799-9446CA54D827}"/>
                </a:ext>
              </a:extLst>
            </p:cNvPr>
            <p:cNvSpPr/>
            <p:nvPr/>
          </p:nvSpPr>
          <p:spPr>
            <a:xfrm>
              <a:off x="6363760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6" y="589"/>
                  </a:moveTo>
                  <a:lnTo>
                    <a:pt x="4206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5" y="8401"/>
                  </a:lnTo>
                  <a:lnTo>
                    <a:pt x="479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306;p64">
              <a:extLst>
                <a:ext uri="{FF2B5EF4-FFF2-40B4-BE49-F238E27FC236}">
                  <a16:creationId xmlns:a16="http://schemas.microsoft.com/office/drawing/2014/main" id="{DD57A0D3-D0F9-4DAA-AC5B-1D8909E2AB6B}"/>
                </a:ext>
              </a:extLst>
            </p:cNvPr>
            <p:cNvSpPr/>
            <p:nvPr/>
          </p:nvSpPr>
          <p:spPr>
            <a:xfrm>
              <a:off x="6497202" y="3632438"/>
              <a:ext cx="83248" cy="154619"/>
            </a:xfrm>
            <a:custGeom>
              <a:avLst/>
              <a:gdLst/>
              <a:ahLst/>
              <a:cxnLst/>
              <a:rect l="l" t="t" r="r" b="b"/>
              <a:pathLst>
                <a:path w="4206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6" y="7812"/>
                  </a:lnTo>
                  <a:lnTo>
                    <a:pt x="4206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307;p64">
              <a:extLst>
                <a:ext uri="{FF2B5EF4-FFF2-40B4-BE49-F238E27FC236}">
                  <a16:creationId xmlns:a16="http://schemas.microsoft.com/office/drawing/2014/main" id="{45760C8B-69E2-4D9E-A035-CFD5BD8EF20D}"/>
                </a:ext>
              </a:extLst>
            </p:cNvPr>
            <p:cNvSpPr/>
            <p:nvPr/>
          </p:nvSpPr>
          <p:spPr>
            <a:xfrm>
              <a:off x="6491383" y="3626619"/>
              <a:ext cx="94886" cy="166277"/>
            </a:xfrm>
            <a:custGeom>
              <a:avLst/>
              <a:gdLst/>
              <a:ahLst/>
              <a:cxnLst/>
              <a:rect l="l" t="t" r="r" b="b"/>
              <a:pathLst>
                <a:path w="4794" h="8401" extrusionOk="0">
                  <a:moveTo>
                    <a:pt x="4205" y="589"/>
                  </a:moveTo>
                  <a:lnTo>
                    <a:pt x="4205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4793" y="8401"/>
                  </a:lnTo>
                  <a:lnTo>
                    <a:pt x="479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308;p64">
              <a:extLst>
                <a:ext uri="{FF2B5EF4-FFF2-40B4-BE49-F238E27FC236}">
                  <a16:creationId xmlns:a16="http://schemas.microsoft.com/office/drawing/2014/main" id="{22B35D8A-8A7B-422B-9878-C80CD116A30B}"/>
                </a:ext>
              </a:extLst>
            </p:cNvPr>
            <p:cNvSpPr/>
            <p:nvPr/>
          </p:nvSpPr>
          <p:spPr>
            <a:xfrm>
              <a:off x="6624825" y="3632438"/>
              <a:ext cx="83228" cy="154619"/>
            </a:xfrm>
            <a:custGeom>
              <a:avLst/>
              <a:gdLst/>
              <a:ahLst/>
              <a:cxnLst/>
              <a:rect l="l" t="t" r="r" b="b"/>
              <a:pathLst>
                <a:path w="4205" h="7812" extrusionOk="0">
                  <a:moveTo>
                    <a:pt x="0" y="0"/>
                  </a:moveTo>
                  <a:lnTo>
                    <a:pt x="0" y="7812"/>
                  </a:lnTo>
                  <a:lnTo>
                    <a:pt x="4204" y="7812"/>
                  </a:lnTo>
                  <a:lnTo>
                    <a:pt x="4204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309;p64">
              <a:extLst>
                <a:ext uri="{FF2B5EF4-FFF2-40B4-BE49-F238E27FC236}">
                  <a16:creationId xmlns:a16="http://schemas.microsoft.com/office/drawing/2014/main" id="{D060F234-E38E-425D-89F7-48DCC6A1C636}"/>
                </a:ext>
              </a:extLst>
            </p:cNvPr>
            <p:cNvSpPr/>
            <p:nvPr/>
          </p:nvSpPr>
          <p:spPr>
            <a:xfrm>
              <a:off x="6618986" y="3626619"/>
              <a:ext cx="94906" cy="166277"/>
            </a:xfrm>
            <a:custGeom>
              <a:avLst/>
              <a:gdLst/>
              <a:ahLst/>
              <a:cxnLst/>
              <a:rect l="l" t="t" r="r" b="b"/>
              <a:pathLst>
                <a:path w="4795" h="8401" extrusionOk="0">
                  <a:moveTo>
                    <a:pt x="4204" y="589"/>
                  </a:moveTo>
                  <a:lnTo>
                    <a:pt x="4204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0" y="0"/>
                  </a:moveTo>
                  <a:lnTo>
                    <a:pt x="0" y="8401"/>
                  </a:lnTo>
                  <a:lnTo>
                    <a:pt x="4794" y="8401"/>
                  </a:lnTo>
                  <a:lnTo>
                    <a:pt x="479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310;p64">
              <a:extLst>
                <a:ext uri="{FF2B5EF4-FFF2-40B4-BE49-F238E27FC236}">
                  <a16:creationId xmlns:a16="http://schemas.microsoft.com/office/drawing/2014/main" id="{047F7E4D-A286-49B2-84C6-83D10721C7C5}"/>
                </a:ext>
              </a:extLst>
            </p:cNvPr>
            <p:cNvSpPr/>
            <p:nvPr/>
          </p:nvSpPr>
          <p:spPr>
            <a:xfrm>
              <a:off x="6258938" y="3632438"/>
              <a:ext cx="66306" cy="154619"/>
            </a:xfrm>
            <a:custGeom>
              <a:avLst/>
              <a:gdLst/>
              <a:ahLst/>
              <a:cxnLst/>
              <a:rect l="l" t="t" r="r" b="b"/>
              <a:pathLst>
                <a:path w="3350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3349" y="7812"/>
                  </a:lnTo>
                  <a:lnTo>
                    <a:pt x="3349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311;p64">
              <a:extLst>
                <a:ext uri="{FF2B5EF4-FFF2-40B4-BE49-F238E27FC236}">
                  <a16:creationId xmlns:a16="http://schemas.microsoft.com/office/drawing/2014/main" id="{1ABB3BD8-12B0-4C0C-A2D5-21AAAC5B8361}"/>
                </a:ext>
              </a:extLst>
            </p:cNvPr>
            <p:cNvSpPr/>
            <p:nvPr/>
          </p:nvSpPr>
          <p:spPr>
            <a:xfrm>
              <a:off x="6253099" y="3626619"/>
              <a:ext cx="77963" cy="166277"/>
            </a:xfrm>
            <a:custGeom>
              <a:avLst/>
              <a:gdLst/>
              <a:ahLst/>
              <a:cxnLst/>
              <a:rect l="l" t="t" r="r" b="b"/>
              <a:pathLst>
                <a:path w="3939" h="8401" extrusionOk="0">
                  <a:moveTo>
                    <a:pt x="3349" y="589"/>
                  </a:moveTo>
                  <a:lnTo>
                    <a:pt x="3349" y="7811"/>
                  </a:lnTo>
                  <a:lnTo>
                    <a:pt x="589" y="7811"/>
                  </a:lnTo>
                  <a:lnTo>
                    <a:pt x="589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3938" y="8401"/>
                  </a:lnTo>
                  <a:lnTo>
                    <a:pt x="39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312;p64">
              <a:extLst>
                <a:ext uri="{FF2B5EF4-FFF2-40B4-BE49-F238E27FC236}">
                  <a16:creationId xmlns:a16="http://schemas.microsoft.com/office/drawing/2014/main" id="{8803462D-C66C-4E04-8448-7D7989E73E87}"/>
                </a:ext>
              </a:extLst>
            </p:cNvPr>
            <p:cNvSpPr/>
            <p:nvPr/>
          </p:nvSpPr>
          <p:spPr>
            <a:xfrm>
              <a:off x="6752407" y="3632438"/>
              <a:ext cx="510985" cy="154619"/>
            </a:xfrm>
            <a:custGeom>
              <a:avLst/>
              <a:gdLst/>
              <a:ahLst/>
              <a:cxnLst/>
              <a:rect l="l" t="t" r="r" b="b"/>
              <a:pathLst>
                <a:path w="25817" h="7812" extrusionOk="0">
                  <a:moveTo>
                    <a:pt x="1" y="0"/>
                  </a:moveTo>
                  <a:lnTo>
                    <a:pt x="1" y="7812"/>
                  </a:lnTo>
                  <a:lnTo>
                    <a:pt x="25817" y="7812"/>
                  </a:lnTo>
                  <a:lnTo>
                    <a:pt x="2581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313;p64">
              <a:extLst>
                <a:ext uri="{FF2B5EF4-FFF2-40B4-BE49-F238E27FC236}">
                  <a16:creationId xmlns:a16="http://schemas.microsoft.com/office/drawing/2014/main" id="{F969F330-EDAC-42CF-81C8-BCDE0C1DD842}"/>
                </a:ext>
              </a:extLst>
            </p:cNvPr>
            <p:cNvSpPr/>
            <p:nvPr/>
          </p:nvSpPr>
          <p:spPr>
            <a:xfrm>
              <a:off x="6746588" y="3626619"/>
              <a:ext cx="522643" cy="166277"/>
            </a:xfrm>
            <a:custGeom>
              <a:avLst/>
              <a:gdLst/>
              <a:ahLst/>
              <a:cxnLst/>
              <a:rect l="l" t="t" r="r" b="b"/>
              <a:pathLst>
                <a:path w="26406" h="8401" extrusionOk="0">
                  <a:moveTo>
                    <a:pt x="25817" y="589"/>
                  </a:moveTo>
                  <a:lnTo>
                    <a:pt x="25817" y="7811"/>
                  </a:lnTo>
                  <a:lnTo>
                    <a:pt x="590" y="7811"/>
                  </a:lnTo>
                  <a:lnTo>
                    <a:pt x="590" y="589"/>
                  </a:lnTo>
                  <a:close/>
                  <a:moveTo>
                    <a:pt x="1" y="0"/>
                  </a:moveTo>
                  <a:lnTo>
                    <a:pt x="1" y="8401"/>
                  </a:lnTo>
                  <a:lnTo>
                    <a:pt x="26405" y="8401"/>
                  </a:lnTo>
                  <a:lnTo>
                    <a:pt x="2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314;p64">
              <a:extLst>
                <a:ext uri="{FF2B5EF4-FFF2-40B4-BE49-F238E27FC236}">
                  <a16:creationId xmlns:a16="http://schemas.microsoft.com/office/drawing/2014/main" id="{A2C71058-E77A-4023-9B43-B808A415760E}"/>
                </a:ext>
              </a:extLst>
            </p:cNvPr>
            <p:cNvSpPr/>
            <p:nvPr/>
          </p:nvSpPr>
          <p:spPr>
            <a:xfrm>
              <a:off x="7360475" y="3664046"/>
              <a:ext cx="77944" cy="77944"/>
            </a:xfrm>
            <a:custGeom>
              <a:avLst/>
              <a:gdLst/>
              <a:ahLst/>
              <a:cxnLst/>
              <a:rect l="l" t="t" r="r" b="b"/>
              <a:pathLst>
                <a:path w="3938" h="3938" extrusionOk="0">
                  <a:moveTo>
                    <a:pt x="1969" y="1"/>
                  </a:moveTo>
                  <a:cubicBezTo>
                    <a:pt x="882" y="1"/>
                    <a:pt x="0" y="882"/>
                    <a:pt x="0" y="1969"/>
                  </a:cubicBezTo>
                  <a:cubicBezTo>
                    <a:pt x="0" y="3056"/>
                    <a:pt x="882" y="3937"/>
                    <a:pt x="1969" y="3937"/>
                  </a:cubicBezTo>
                  <a:cubicBezTo>
                    <a:pt x="3057" y="3937"/>
                    <a:pt x="3937" y="3056"/>
                    <a:pt x="3937" y="1969"/>
                  </a:cubicBezTo>
                  <a:cubicBezTo>
                    <a:pt x="3937" y="882"/>
                    <a:pt x="3057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315;p64">
              <a:extLst>
                <a:ext uri="{FF2B5EF4-FFF2-40B4-BE49-F238E27FC236}">
                  <a16:creationId xmlns:a16="http://schemas.microsoft.com/office/drawing/2014/main" id="{C3E6A61C-1D7F-4728-8897-19B4187CD3E6}"/>
                </a:ext>
              </a:extLst>
            </p:cNvPr>
            <p:cNvSpPr/>
            <p:nvPr/>
          </p:nvSpPr>
          <p:spPr>
            <a:xfrm>
              <a:off x="7354656" y="3658227"/>
              <a:ext cx="89582" cy="89602"/>
            </a:xfrm>
            <a:custGeom>
              <a:avLst/>
              <a:gdLst/>
              <a:ahLst/>
              <a:cxnLst/>
              <a:rect l="l" t="t" r="r" b="b"/>
              <a:pathLst>
                <a:path w="4526" h="4527" extrusionOk="0">
                  <a:moveTo>
                    <a:pt x="2263" y="590"/>
                  </a:moveTo>
                  <a:cubicBezTo>
                    <a:pt x="3187" y="591"/>
                    <a:pt x="3936" y="1340"/>
                    <a:pt x="3937" y="2263"/>
                  </a:cubicBezTo>
                  <a:cubicBezTo>
                    <a:pt x="3937" y="2941"/>
                    <a:pt x="3529" y="3551"/>
                    <a:pt x="2903" y="3809"/>
                  </a:cubicBezTo>
                  <a:cubicBezTo>
                    <a:pt x="2696" y="3895"/>
                    <a:pt x="2478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0" y="2968"/>
                    <a:pt x="458" y="2248"/>
                    <a:pt x="717" y="1623"/>
                  </a:cubicBezTo>
                  <a:cubicBezTo>
                    <a:pt x="975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6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316;p64">
              <a:extLst>
                <a:ext uri="{FF2B5EF4-FFF2-40B4-BE49-F238E27FC236}">
                  <a16:creationId xmlns:a16="http://schemas.microsoft.com/office/drawing/2014/main" id="{D02BC6DC-697B-49F3-958D-AE4AD84F6715}"/>
                </a:ext>
              </a:extLst>
            </p:cNvPr>
            <p:cNvSpPr/>
            <p:nvPr/>
          </p:nvSpPr>
          <p:spPr>
            <a:xfrm>
              <a:off x="7509989" y="3664046"/>
              <a:ext cx="80991" cy="77944"/>
            </a:xfrm>
            <a:custGeom>
              <a:avLst/>
              <a:gdLst/>
              <a:ahLst/>
              <a:cxnLst/>
              <a:rect l="l" t="t" r="r" b="b"/>
              <a:pathLst>
                <a:path w="4092" h="3938" extrusionOk="0">
                  <a:moveTo>
                    <a:pt x="2123" y="1"/>
                  </a:moveTo>
                  <a:cubicBezTo>
                    <a:pt x="1611" y="1"/>
                    <a:pt x="1108" y="201"/>
                    <a:pt x="732" y="578"/>
                  </a:cubicBezTo>
                  <a:cubicBezTo>
                    <a:pt x="168" y="1140"/>
                    <a:pt x="1" y="1987"/>
                    <a:pt x="305" y="2722"/>
                  </a:cubicBezTo>
                  <a:cubicBezTo>
                    <a:pt x="609" y="3458"/>
                    <a:pt x="1327" y="3937"/>
                    <a:pt x="2123" y="3937"/>
                  </a:cubicBezTo>
                  <a:cubicBezTo>
                    <a:pt x="3210" y="3937"/>
                    <a:pt x="4092" y="3056"/>
                    <a:pt x="4092" y="1969"/>
                  </a:cubicBezTo>
                  <a:cubicBezTo>
                    <a:pt x="4092" y="1173"/>
                    <a:pt x="3611" y="455"/>
                    <a:pt x="2877" y="151"/>
                  </a:cubicBezTo>
                  <a:cubicBezTo>
                    <a:pt x="2633" y="50"/>
                    <a:pt x="2377" y="1"/>
                    <a:pt x="212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317;p64">
              <a:extLst>
                <a:ext uri="{FF2B5EF4-FFF2-40B4-BE49-F238E27FC236}">
                  <a16:creationId xmlns:a16="http://schemas.microsoft.com/office/drawing/2014/main" id="{490D04B1-2D2D-4C8D-BBA1-E8772DFD990E}"/>
                </a:ext>
              </a:extLst>
            </p:cNvPr>
            <p:cNvSpPr/>
            <p:nvPr/>
          </p:nvSpPr>
          <p:spPr>
            <a:xfrm>
              <a:off x="7507237" y="3658227"/>
              <a:ext cx="89561" cy="89602"/>
            </a:xfrm>
            <a:custGeom>
              <a:avLst/>
              <a:gdLst/>
              <a:ahLst/>
              <a:cxnLst/>
              <a:rect l="l" t="t" r="r" b="b"/>
              <a:pathLst>
                <a:path w="4525" h="4527" extrusionOk="0">
                  <a:moveTo>
                    <a:pt x="2262" y="590"/>
                  </a:moveTo>
                  <a:cubicBezTo>
                    <a:pt x="3187" y="591"/>
                    <a:pt x="3935" y="1340"/>
                    <a:pt x="3936" y="2263"/>
                  </a:cubicBezTo>
                  <a:cubicBezTo>
                    <a:pt x="3936" y="2941"/>
                    <a:pt x="3528" y="3551"/>
                    <a:pt x="2903" y="3809"/>
                  </a:cubicBezTo>
                  <a:cubicBezTo>
                    <a:pt x="2696" y="3895"/>
                    <a:pt x="2478" y="3937"/>
                    <a:pt x="2262" y="3937"/>
                  </a:cubicBezTo>
                  <a:cubicBezTo>
                    <a:pt x="1827" y="3937"/>
                    <a:pt x="1399" y="3767"/>
                    <a:pt x="1079" y="3447"/>
                  </a:cubicBezTo>
                  <a:cubicBezTo>
                    <a:pt x="600" y="2968"/>
                    <a:pt x="456" y="2248"/>
                    <a:pt x="716" y="1623"/>
                  </a:cubicBezTo>
                  <a:cubicBezTo>
                    <a:pt x="975" y="998"/>
                    <a:pt x="1586" y="590"/>
                    <a:pt x="2262" y="590"/>
                  </a:cubicBezTo>
                  <a:close/>
                  <a:moveTo>
                    <a:pt x="2262" y="1"/>
                  </a:moveTo>
                  <a:cubicBezTo>
                    <a:pt x="1015" y="1"/>
                    <a:pt x="0" y="1016"/>
                    <a:pt x="0" y="2263"/>
                  </a:cubicBezTo>
                  <a:cubicBezTo>
                    <a:pt x="0" y="3511"/>
                    <a:pt x="1016" y="4526"/>
                    <a:pt x="2262" y="4526"/>
                  </a:cubicBezTo>
                  <a:cubicBezTo>
                    <a:pt x="3510" y="4526"/>
                    <a:pt x="4525" y="3511"/>
                    <a:pt x="4525" y="2263"/>
                  </a:cubicBezTo>
                  <a:cubicBezTo>
                    <a:pt x="4525" y="1016"/>
                    <a:pt x="3510" y="1"/>
                    <a:pt x="22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318;p64">
              <a:extLst>
                <a:ext uri="{FF2B5EF4-FFF2-40B4-BE49-F238E27FC236}">
                  <a16:creationId xmlns:a16="http://schemas.microsoft.com/office/drawing/2014/main" id="{F081EA78-4E80-4A25-8E0E-F5265094BC61}"/>
                </a:ext>
              </a:extLst>
            </p:cNvPr>
            <p:cNvSpPr/>
            <p:nvPr/>
          </p:nvSpPr>
          <p:spPr>
            <a:xfrm>
              <a:off x="7133257" y="3664046"/>
              <a:ext cx="77924" cy="77944"/>
            </a:xfrm>
            <a:custGeom>
              <a:avLst/>
              <a:gdLst/>
              <a:ahLst/>
              <a:cxnLst/>
              <a:rect l="l" t="t" r="r" b="b"/>
              <a:pathLst>
                <a:path w="3937" h="3938" extrusionOk="0">
                  <a:moveTo>
                    <a:pt x="1969" y="1"/>
                  </a:moveTo>
                  <a:cubicBezTo>
                    <a:pt x="881" y="1"/>
                    <a:pt x="1" y="882"/>
                    <a:pt x="1" y="1969"/>
                  </a:cubicBezTo>
                  <a:cubicBezTo>
                    <a:pt x="1" y="3056"/>
                    <a:pt x="881" y="3937"/>
                    <a:pt x="1969" y="3937"/>
                  </a:cubicBezTo>
                  <a:cubicBezTo>
                    <a:pt x="3056" y="3937"/>
                    <a:pt x="3936" y="3056"/>
                    <a:pt x="3936" y="1969"/>
                  </a:cubicBezTo>
                  <a:cubicBezTo>
                    <a:pt x="3936" y="882"/>
                    <a:pt x="3056" y="1"/>
                    <a:pt x="19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319;p64">
              <a:extLst>
                <a:ext uri="{FF2B5EF4-FFF2-40B4-BE49-F238E27FC236}">
                  <a16:creationId xmlns:a16="http://schemas.microsoft.com/office/drawing/2014/main" id="{963A0E29-5D9D-4BF7-8EEE-BB2ED1F18998}"/>
                </a:ext>
              </a:extLst>
            </p:cNvPr>
            <p:cNvSpPr/>
            <p:nvPr/>
          </p:nvSpPr>
          <p:spPr>
            <a:xfrm>
              <a:off x="7127418" y="3658227"/>
              <a:ext cx="89602" cy="89602"/>
            </a:xfrm>
            <a:custGeom>
              <a:avLst/>
              <a:gdLst/>
              <a:ahLst/>
              <a:cxnLst/>
              <a:rect l="l" t="t" r="r" b="b"/>
              <a:pathLst>
                <a:path w="4527" h="4527" extrusionOk="0">
                  <a:moveTo>
                    <a:pt x="2263" y="590"/>
                  </a:moveTo>
                  <a:cubicBezTo>
                    <a:pt x="3187" y="591"/>
                    <a:pt x="3936" y="1339"/>
                    <a:pt x="3936" y="2263"/>
                  </a:cubicBezTo>
                  <a:cubicBezTo>
                    <a:pt x="3936" y="2940"/>
                    <a:pt x="3529" y="3551"/>
                    <a:pt x="2903" y="3809"/>
                  </a:cubicBezTo>
                  <a:cubicBezTo>
                    <a:pt x="2696" y="3895"/>
                    <a:pt x="2479" y="3937"/>
                    <a:pt x="2263" y="3937"/>
                  </a:cubicBezTo>
                  <a:cubicBezTo>
                    <a:pt x="1827" y="3937"/>
                    <a:pt x="1399" y="3767"/>
                    <a:pt x="1080" y="3447"/>
                  </a:cubicBezTo>
                  <a:cubicBezTo>
                    <a:pt x="601" y="2968"/>
                    <a:pt x="458" y="2249"/>
                    <a:pt x="717" y="1623"/>
                  </a:cubicBezTo>
                  <a:cubicBezTo>
                    <a:pt x="976" y="998"/>
                    <a:pt x="1586" y="590"/>
                    <a:pt x="2263" y="590"/>
                  </a:cubicBezTo>
                  <a:close/>
                  <a:moveTo>
                    <a:pt x="2263" y="1"/>
                  </a:moveTo>
                  <a:cubicBezTo>
                    <a:pt x="1016" y="1"/>
                    <a:pt x="1" y="1016"/>
                    <a:pt x="1" y="2263"/>
                  </a:cubicBezTo>
                  <a:cubicBezTo>
                    <a:pt x="1" y="3511"/>
                    <a:pt x="1016" y="4526"/>
                    <a:pt x="2263" y="4526"/>
                  </a:cubicBezTo>
                  <a:cubicBezTo>
                    <a:pt x="3511" y="4526"/>
                    <a:pt x="4526" y="3511"/>
                    <a:pt x="4526" y="2263"/>
                  </a:cubicBezTo>
                  <a:cubicBezTo>
                    <a:pt x="4526" y="1015"/>
                    <a:pt x="3511" y="1"/>
                    <a:pt x="22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9836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E4BB8EFF-7A5C-4094-8198-1C8E67087186}"/>
              </a:ext>
            </a:extLst>
          </p:cNvPr>
          <p:cNvSpPr/>
          <p:nvPr/>
        </p:nvSpPr>
        <p:spPr>
          <a:xfrm>
            <a:off x="-1" y="1962900"/>
            <a:ext cx="5089794" cy="3180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Расширение шаблонов</a:t>
            </a:r>
          </a:p>
        </p:txBody>
      </p:sp>
      <p:sp>
        <p:nvSpPr>
          <p:cNvPr id="178" name="Text Box 10"/>
          <p:cNvSpPr txBox="1">
            <a:spLocks noChangeArrowheads="1"/>
          </p:cNvSpPr>
          <p:nvPr/>
        </p:nvSpPr>
        <p:spPr bwMode="auto">
          <a:xfrm>
            <a:off x="597229" y="2399037"/>
            <a:ext cx="388663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Дублировать код каждый раз -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плохо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, любой программист должен избегать дублирования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Но тут нам на помощь приходит удобный инструмент, который в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Django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называется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расширение шаблонов</a:t>
            </a:r>
            <a:endParaRPr lang="ru-RU" sz="16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Он позволяет </a:t>
            </a:r>
            <a:r>
              <a:rPr lang="ru-RU" sz="1600" b="1" dirty="0">
                <a:solidFill>
                  <a:schemeClr val="bg1"/>
                </a:solidFill>
                <a:latin typeface="+mn-lt"/>
              </a:rPr>
              <a:t>переиспользовать</a:t>
            </a:r>
            <a:r>
              <a:rPr lang="ru-RU" sz="1600" dirty="0">
                <a:solidFill>
                  <a:schemeClr val="bg1"/>
                </a:solidFill>
                <a:latin typeface="+mn-lt"/>
              </a:rPr>
              <a:t> куски кода по месту назначения,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bg1"/>
                </a:solidFill>
                <a:latin typeface="+mn-lt"/>
              </a:rPr>
              <a:t>не копируя код повторно</a:t>
            </a:r>
            <a:endParaRPr lang="en-US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9" name="Rectangle 7"/>
          <p:cNvSpPr/>
          <p:nvPr/>
        </p:nvSpPr>
        <p:spPr>
          <a:xfrm>
            <a:off x="5244031" y="2544959"/>
            <a:ext cx="417646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  <a:latin typeface="+mn-lt"/>
              </a:rPr>
              <a:t>&lt;!DOCTYPE html&gt;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300" dirty="0">
                <a:solidFill>
                  <a:srgbClr val="0000FF"/>
                </a:solidFill>
                <a:latin typeface="+mn-lt"/>
              </a:rPr>
              <a:t>&lt;html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lang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=</a:t>
            </a:r>
            <a:r>
              <a:rPr lang="en-US" sz="1300" b="1" dirty="0">
                <a:solidFill>
                  <a:srgbClr val="8000FF"/>
                </a:solidFill>
                <a:latin typeface="+mn-lt"/>
              </a:rPr>
              <a:t>"en"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300" dirty="0">
                <a:solidFill>
                  <a:srgbClr val="0000FF"/>
                </a:solidFill>
                <a:latin typeface="+mn-lt"/>
              </a:rPr>
              <a:t>&lt;head&gt;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ru-RU" sz="13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&lt;meta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charset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=</a:t>
            </a:r>
            <a:r>
              <a:rPr lang="en-US" sz="1300" b="1" dirty="0">
                <a:solidFill>
                  <a:srgbClr val="8000FF"/>
                </a:solidFill>
                <a:latin typeface="+mn-lt"/>
              </a:rPr>
              <a:t>"UTF-8"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ru-RU" sz="13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&lt;title&gt;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About films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&lt;/title&gt;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300" dirty="0">
                <a:solidFill>
                  <a:srgbClr val="0000FF"/>
                </a:solidFill>
                <a:latin typeface="+mn-lt"/>
              </a:rPr>
              <a:t>&lt;/head&gt;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300" dirty="0">
                <a:solidFill>
                  <a:srgbClr val="0000FF"/>
                </a:solidFill>
                <a:latin typeface="+mn-lt"/>
              </a:rPr>
              <a:t>&lt;body&gt;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ru-RU" sz="13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&lt;h1&gt;&lt;a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href</a:t>
            </a:r>
            <a:r>
              <a:rPr lang="en-US" sz="1300" dirty="0">
                <a:solidFill>
                  <a:srgbClr val="000000"/>
                </a:solidFill>
                <a:latin typeface="+mn-lt"/>
              </a:rPr>
              <a:t>=</a:t>
            </a:r>
            <a:r>
              <a:rPr lang="en-US" sz="1300" b="1" dirty="0">
                <a:solidFill>
                  <a:srgbClr val="8000FF"/>
                </a:solidFill>
                <a:latin typeface="+mn-lt"/>
              </a:rPr>
              <a:t>"/"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Site about films</a:t>
            </a:r>
            <a:r>
              <a:rPr lang="en-US" sz="1300" dirty="0">
                <a:solidFill>
                  <a:srgbClr val="0000FF"/>
                </a:solidFill>
                <a:latin typeface="+mn-lt"/>
              </a:rPr>
              <a:t>&lt;/a&gt;&lt;/h1&gt;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ru-RU" sz="13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{% block content %}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ru-RU" sz="1300" b="1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{% endblock %}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300" dirty="0">
                <a:solidFill>
                  <a:srgbClr val="0000FF"/>
                </a:solidFill>
                <a:latin typeface="+mn-lt"/>
              </a:rPr>
              <a:t>&lt;/body&gt;</a:t>
            </a:r>
            <a:r>
              <a:rPr lang="en-US" sz="1300" b="1" dirty="0">
                <a:solidFill>
                  <a:srgbClr val="000000"/>
                </a:solidFill>
                <a:latin typeface="+mn-lt"/>
              </a:rPr>
              <a:t> </a:t>
            </a:r>
            <a:endParaRPr lang="ru-RU" sz="1300" b="1" dirty="0">
              <a:solidFill>
                <a:srgbClr val="000000"/>
              </a:solidFill>
              <a:latin typeface="+mn-lt"/>
            </a:endParaRPr>
          </a:p>
          <a:p>
            <a:r>
              <a:rPr lang="en-US" sz="1300" dirty="0">
                <a:solidFill>
                  <a:srgbClr val="0000FF"/>
                </a:solidFill>
                <a:latin typeface="+mn-lt"/>
              </a:rPr>
              <a:t>&lt;/html&gt;</a:t>
            </a:r>
            <a:endParaRPr lang="en-US" sz="1300" dirty="0">
              <a:effectLst/>
              <a:latin typeface="+mn-lt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FDAC64E1-ED38-4F51-BB78-DCC20BA70FAA}"/>
              </a:ext>
            </a:extLst>
          </p:cNvPr>
          <p:cNvSpPr/>
          <p:nvPr/>
        </p:nvSpPr>
        <p:spPr>
          <a:xfrm>
            <a:off x="0" y="1069379"/>
            <a:ext cx="9144000" cy="8935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/>
          <p:cNvSpPr/>
          <p:nvPr/>
        </p:nvSpPr>
        <p:spPr>
          <a:xfrm>
            <a:off x="597228" y="1346863"/>
            <a:ext cx="80642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+mn-lt"/>
              </a:rPr>
              <a:t>Допустим, требуется на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КАЖДОЙ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страничке этого сайта писать имя разработчика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244031" y="2023237"/>
            <a:ext cx="31508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Сначала нужно создать базовый шаблон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base.html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: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5740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0" y="1142237"/>
            <a:ext cx="4572000" cy="40012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4483865" y="1142237"/>
            <a:ext cx="4660135" cy="40012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Расширение шаблонов</a:t>
            </a:r>
          </a:p>
        </p:txBody>
      </p:sp>
      <p:grpSp>
        <p:nvGrpSpPr>
          <p:cNvPr id="5" name="Группа 4"/>
          <p:cNvGrpSpPr/>
          <p:nvPr/>
        </p:nvGrpSpPr>
        <p:grpSpPr>
          <a:xfrm>
            <a:off x="575194" y="1529626"/>
            <a:ext cx="8352927" cy="3226485"/>
            <a:chOff x="575194" y="1442362"/>
            <a:chExt cx="8352927" cy="3226485"/>
          </a:xfrm>
        </p:grpSpPr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575194" y="1442362"/>
              <a:ext cx="3816077" cy="20621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Мы создали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block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 - тег шаблона, позволяющий вставлять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HTML-код 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этого блока в другие шаблоны, расширяющие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base.html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Для этого в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 html-код 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других шаблонов, например, шаблона со списком фильмов, в начало файла надо дописать: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7"/>
            <p:cNvSpPr/>
            <p:nvPr/>
          </p:nvSpPr>
          <p:spPr>
            <a:xfrm>
              <a:off x="575194" y="3482431"/>
              <a:ext cx="8352927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+mn-lt"/>
                </a:rPr>
                <a:t>{% extends 'coolapp/base.html' %} </a:t>
              </a:r>
              <a:endParaRPr lang="ru-RU" b="1" dirty="0">
                <a:solidFill>
                  <a:schemeClr val="tx1"/>
                </a:solidFill>
                <a:latin typeface="+mn-lt"/>
              </a:endParaRPr>
            </a:p>
            <a:p>
              <a:r>
                <a:rPr lang="en-US" b="1" dirty="0">
                  <a:solidFill>
                    <a:schemeClr val="tx1"/>
                  </a:solidFill>
                  <a:latin typeface="+mn-lt"/>
                </a:rPr>
                <a:t>{% block content %}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575194" y="4043208"/>
              <a:ext cx="835292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а в конец: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6"/>
            <p:cNvSpPr/>
            <p:nvPr/>
          </p:nvSpPr>
          <p:spPr>
            <a:xfrm>
              <a:off x="575194" y="4361070"/>
              <a:ext cx="835292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tx1"/>
                  </a:solidFill>
                  <a:latin typeface="+mn-lt"/>
                </a:rPr>
                <a:t>{% endblock content %}</a:t>
              </a:r>
              <a:endParaRPr lang="en-US" dirty="0">
                <a:solidFill>
                  <a:schemeClr val="tx1"/>
                </a:solidFill>
                <a:effectLst/>
                <a:latin typeface="+mn-lt"/>
              </a:endParaRPr>
            </a:p>
          </p:txBody>
        </p:sp>
      </p:grp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4904140" y="1496264"/>
            <a:ext cx="3788167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Таким образом мы расширили шаблон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base.html 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шаблоном со списком фильмов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Теперь заходим на страничку со списком фильмов:</a:t>
            </a:r>
          </a:p>
          <a:p>
            <a:pPr marL="285750" indent="-285750">
              <a:spcBef>
                <a:spcPct val="0"/>
              </a:spcBef>
              <a:buClr>
                <a:schemeClr val="tx1"/>
              </a:buClr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Если все сделано правильно, то мы должны увидеть, что написанное нами в </a:t>
            </a:r>
            <a:r>
              <a:rPr lang="ru-RU" sz="1600" b="1" dirty="0">
                <a:solidFill>
                  <a:schemeClr val="tx1"/>
                </a:solidFill>
                <a:latin typeface="+mn-lt"/>
              </a:rPr>
              <a:t>base.html</a:t>
            </a:r>
            <a:r>
              <a:rPr lang="ru-RU" sz="1600" dirty="0">
                <a:solidFill>
                  <a:schemeClr val="tx1"/>
                </a:solidFill>
                <a:latin typeface="+mn-lt"/>
              </a:rPr>
              <a:t> как бы «окружило» нашу страничку со списком фильмов</a:t>
            </a:r>
          </a:p>
          <a:p>
            <a:pPr marL="285750" indent="-285750">
              <a:spcBef>
                <a:spcPct val="0"/>
              </a:spcBef>
              <a:buClr>
                <a:schemeClr val="tx1"/>
              </a:buClr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Также можно «окружить» любую другую нашу страничку, к примеру, страничку добавления фильмов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087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DAC64E1-ED38-4F51-BB78-DCC20BA70FAA}"/>
              </a:ext>
            </a:extLst>
          </p:cNvPr>
          <p:cNvSpPr/>
          <p:nvPr/>
        </p:nvSpPr>
        <p:spPr>
          <a:xfrm>
            <a:off x="0" y="3657600"/>
            <a:ext cx="9144000" cy="10712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Использование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CSS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5193" y="942578"/>
            <a:ext cx="792110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Пока что наш блог имеет весьма примитивное оформление, что необходимо исправить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244906" y="1438306"/>
            <a:ext cx="725139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Для этого будем использовать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CSS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каскадные таблицы стилей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(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Cascading Style Sheets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 – специальный язык, используемый для описания внешнего вида и форматирования сайта, написанного на языке разметки (таком, как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)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Если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HTML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отвечает за содержание, то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CSS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за оформление. Очевидно, в этом случае так же существует много шаблонов оформления, которые остается только выбрать и  правильно подключить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75193" y="2972109"/>
            <a:ext cx="8028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latin typeface="+mn-lt"/>
              </a:rPr>
              <a:t>Для начала зададим цвет фона нашего сайта:</a:t>
            </a:r>
          </a:p>
          <a:p>
            <a:r>
              <a:rPr lang="ru-RU" dirty="0">
                <a:solidFill>
                  <a:schemeClr val="tx1"/>
                </a:solidFill>
                <a:latin typeface="+mn-lt"/>
              </a:rPr>
              <a:t>Нам придется иметь дело со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статическими файлами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5193" y="3823905"/>
            <a:ext cx="80289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b="1" dirty="0">
                <a:solidFill>
                  <a:schemeClr val="accent1"/>
                </a:solidFill>
                <a:latin typeface="+mn-lt"/>
              </a:rPr>
              <a:t>Статическими файлами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называются все файлы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CSS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и изображений, т.е. файлы, которые не изменяются динамически, их содержание не зависит от контекста запроса и будет одинаково для всех пользователей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64A38AF-556E-4D4C-880B-A6C6E4F1FD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406775"/>
            <a:ext cx="364793" cy="36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81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575194" y="215381"/>
            <a:ext cx="8330914" cy="694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80000"/>
              </a:lnSpc>
            </a:pPr>
            <a:r>
              <a:rPr lang="ru-RU" sz="4400" b="1" dirty="0">
                <a:solidFill>
                  <a:schemeClr val="accent1"/>
                </a:solidFill>
                <a:latin typeface="+mn-lt"/>
              </a:rPr>
              <a:t>Использование </a:t>
            </a:r>
            <a:r>
              <a:rPr lang="en-US" sz="4400" b="1" dirty="0">
                <a:solidFill>
                  <a:schemeClr val="accent1"/>
                </a:solidFill>
                <a:latin typeface="+mn-lt"/>
              </a:rPr>
              <a:t>CSS</a:t>
            </a:r>
            <a:endParaRPr lang="ru-RU" sz="4400" b="1" dirty="0">
              <a:solidFill>
                <a:schemeClr val="accent1"/>
              </a:solidFill>
              <a:latin typeface="+mn-lt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684213" y="932387"/>
            <a:ext cx="8903375" cy="1316078"/>
            <a:chOff x="684213" y="909527"/>
            <a:chExt cx="8903375" cy="1316078"/>
          </a:xfrm>
        </p:grpSpPr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1302307" y="909527"/>
              <a:ext cx="727983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Создаем папку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static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 в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coolapp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, в ней папку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css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, в ней файл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main.css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со следующим содержанием: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0" name="Rectangle 3"/>
            <p:cNvSpPr/>
            <p:nvPr/>
          </p:nvSpPr>
          <p:spPr>
            <a:xfrm>
              <a:off x="1302307" y="1486941"/>
              <a:ext cx="828528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+mn-lt"/>
                </a:rPr>
                <a:t>html { </a:t>
              </a:r>
              <a:endParaRPr lang="ru-RU" b="1" dirty="0">
                <a:solidFill>
                  <a:srgbClr val="000000"/>
                </a:solidFill>
                <a:latin typeface="+mn-lt"/>
              </a:endParaRPr>
            </a:p>
            <a:p>
              <a:r>
                <a:rPr lang="ru-RU" b="1" dirty="0">
                  <a:solidFill>
                    <a:srgbClr val="000000"/>
                  </a:solidFill>
                  <a:latin typeface="+mn-lt"/>
                </a:rPr>
                <a:t>    </a:t>
              </a:r>
              <a:r>
                <a:rPr lang="en-US" b="1" dirty="0">
                  <a:solidFill>
                    <a:srgbClr val="000000"/>
                  </a:solidFill>
                  <a:latin typeface="+mn-lt"/>
                </a:rPr>
                <a:t>background-color: #faebd7;</a:t>
              </a:r>
              <a:r>
                <a:rPr lang="en-US" b="1" dirty="0">
                  <a:solidFill>
                    <a:srgbClr val="8080C0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rgbClr val="008000"/>
                  </a:solidFill>
                  <a:latin typeface="+mn-lt"/>
                </a:rPr>
                <a:t>/* </a:t>
              </a:r>
              <a:r>
                <a:rPr lang="ru-RU" dirty="0">
                  <a:solidFill>
                    <a:srgbClr val="008000"/>
                  </a:solidFill>
                  <a:latin typeface="+mn-lt"/>
                </a:rPr>
                <a:t>Цвет фона */</a:t>
              </a:r>
              <a:r>
                <a:rPr lang="ru-RU" b="1" dirty="0">
                  <a:solidFill>
                    <a:srgbClr val="8080C0"/>
                  </a:solidFill>
                  <a:latin typeface="+mn-lt"/>
                </a:rPr>
                <a:t> </a:t>
              </a:r>
            </a:p>
            <a:p>
              <a:r>
                <a:rPr lang="ru-RU" b="1" dirty="0">
                  <a:solidFill>
                    <a:srgbClr val="000000"/>
                  </a:solidFill>
                  <a:latin typeface="+mn-lt"/>
                </a:rPr>
                <a:t>}</a:t>
              </a:r>
              <a:endParaRPr lang="ru-RU" dirty="0">
                <a:effectLst/>
                <a:latin typeface="+mn-lt"/>
              </a:endParaRPr>
            </a:p>
          </p:txBody>
        </p:sp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164A38AF-556E-4D4C-880B-A6C6E4F1F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909527"/>
              <a:ext cx="364793" cy="364793"/>
            </a:xfrm>
            <a:prstGeom prst="rect">
              <a:avLst/>
            </a:prstGeom>
          </p:spPr>
        </p:pic>
      </p:grpSp>
      <p:grpSp>
        <p:nvGrpSpPr>
          <p:cNvPr id="7" name="Группа 6"/>
          <p:cNvGrpSpPr/>
          <p:nvPr/>
        </p:nvGrpSpPr>
        <p:grpSpPr>
          <a:xfrm>
            <a:off x="684213" y="2455533"/>
            <a:ext cx="8971021" cy="655817"/>
            <a:chOff x="684213" y="2454979"/>
            <a:chExt cx="8971021" cy="655817"/>
          </a:xfrm>
        </p:grpSpPr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302307" y="2468098"/>
              <a:ext cx="835292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В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base.html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 допишем первой строкой: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2" name="Rectangle 7"/>
            <p:cNvSpPr/>
            <p:nvPr/>
          </p:nvSpPr>
          <p:spPr>
            <a:xfrm>
              <a:off x="1302307" y="2803019"/>
              <a:ext cx="828528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rgbClr val="000000"/>
                  </a:solidFill>
                  <a:latin typeface="+mn-lt"/>
                </a:rPr>
                <a:t>{% load static %}</a:t>
              </a:r>
              <a:endParaRPr lang="ru-RU" dirty="0">
                <a:effectLst/>
                <a:latin typeface="+mn-lt"/>
              </a:endParaRPr>
            </a:p>
          </p:txBody>
        </p:sp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164A38AF-556E-4D4C-880B-A6C6E4F1F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2454979"/>
              <a:ext cx="364793" cy="364793"/>
            </a:xfrm>
            <a:prstGeom prst="rect">
              <a:avLst/>
            </a:prstGeom>
          </p:spPr>
        </p:pic>
      </p:grpSp>
      <p:grpSp>
        <p:nvGrpSpPr>
          <p:cNvPr id="8" name="Группа 7"/>
          <p:cNvGrpSpPr/>
          <p:nvPr/>
        </p:nvGrpSpPr>
        <p:grpSpPr>
          <a:xfrm>
            <a:off x="684213" y="3341278"/>
            <a:ext cx="8989487" cy="642699"/>
            <a:chOff x="684213" y="3313050"/>
            <a:chExt cx="8989487" cy="642699"/>
          </a:xfrm>
        </p:grpSpPr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302307" y="3313050"/>
              <a:ext cx="835292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Внутри тега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head</a:t>
              </a: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 добавим:</a:t>
              </a:r>
              <a:endParaRPr lang="en-US" sz="16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6" name="Rectangle 9"/>
            <p:cNvSpPr/>
            <p:nvPr/>
          </p:nvSpPr>
          <p:spPr>
            <a:xfrm>
              <a:off x="1302307" y="3647972"/>
              <a:ext cx="837139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+mn-lt"/>
                </a:rPr>
                <a:t>&lt;link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+mn-lt"/>
                </a:rPr>
                <a:t>rel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=</a:t>
              </a:r>
              <a:r>
                <a:rPr lang="en-US" b="1" dirty="0">
                  <a:solidFill>
                    <a:srgbClr val="8000FF"/>
                  </a:solidFill>
                  <a:latin typeface="+mn-lt"/>
                </a:rPr>
                <a:t>"stylesheet"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 </a:t>
              </a:r>
              <a:r>
                <a:rPr lang="en-US" dirty="0">
                  <a:solidFill>
                    <a:srgbClr val="FF0000"/>
                  </a:solidFill>
                  <a:latin typeface="+mn-lt"/>
                </a:rPr>
                <a:t>href</a:t>
              </a:r>
              <a:r>
                <a:rPr lang="en-US" dirty="0">
                  <a:solidFill>
                    <a:srgbClr val="000000"/>
                  </a:solidFill>
                  <a:latin typeface="+mn-lt"/>
                </a:rPr>
                <a:t>=</a:t>
              </a:r>
              <a:r>
                <a:rPr lang="en-US" b="1" dirty="0">
                  <a:solidFill>
                    <a:srgbClr val="8000FF"/>
                  </a:solidFill>
                  <a:latin typeface="+mn-lt"/>
                </a:rPr>
                <a:t>"{% static 'css/main.css' %}"</a:t>
              </a:r>
              <a:r>
                <a:rPr lang="en-US" dirty="0">
                  <a:solidFill>
                    <a:srgbClr val="0000FF"/>
                  </a:solidFill>
                  <a:latin typeface="+mn-lt"/>
                </a:rPr>
                <a:t>&gt;</a:t>
              </a:r>
              <a:endParaRPr lang="en-US" dirty="0">
                <a:effectLst/>
                <a:latin typeface="+mn-lt"/>
              </a:endParaRP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164A38AF-556E-4D4C-880B-A6C6E4F1F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3313724"/>
              <a:ext cx="364793" cy="364793"/>
            </a:xfrm>
            <a:prstGeom prst="rect">
              <a:avLst/>
            </a:prstGeom>
          </p:spPr>
        </p:pic>
      </p:grpSp>
      <p:grpSp>
        <p:nvGrpSpPr>
          <p:cNvPr id="22" name="Группа 21"/>
          <p:cNvGrpSpPr/>
          <p:nvPr/>
        </p:nvGrpSpPr>
        <p:grpSpPr>
          <a:xfrm>
            <a:off x="684213" y="4213905"/>
            <a:ext cx="7897927" cy="584775"/>
            <a:chOff x="684213" y="4213905"/>
            <a:chExt cx="7897927" cy="584775"/>
          </a:xfrm>
        </p:grpSpPr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1302307" y="4213905"/>
              <a:ext cx="727983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>
                  <a:solidFill>
                    <a:srgbClr val="000099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600">
                  <a:solidFill>
                    <a:srgbClr val="000099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1400">
                  <a:solidFill>
                    <a:srgbClr val="000099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000">
                  <a:solidFill>
                    <a:srgbClr val="000099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И снова запускаем сайт, открыв страничку, которую мы ранее расширили </a:t>
              </a:r>
            </a:p>
            <a:p>
              <a:pPr eaLnBrk="1" hangingPunct="1">
                <a:spcBef>
                  <a:spcPct val="0"/>
                </a:spcBef>
                <a:buNone/>
              </a:pPr>
              <a:r>
                <a:rPr lang="ru-RU" sz="1600" dirty="0">
                  <a:solidFill>
                    <a:schemeClr val="tx1"/>
                  </a:solidFill>
                  <a:latin typeface="+mn-lt"/>
                </a:rPr>
                <a:t>с помощью </a:t>
              </a:r>
              <a:r>
                <a:rPr lang="ru-RU" sz="1600" b="1" dirty="0">
                  <a:solidFill>
                    <a:schemeClr val="tx1"/>
                  </a:solidFill>
                  <a:latin typeface="+mn-lt"/>
                </a:rPr>
                <a:t>base.html</a:t>
              </a:r>
              <a:endParaRPr lang="en-US" sz="1600" b="1" dirty="0">
                <a:solidFill>
                  <a:schemeClr val="tx1"/>
                </a:solidFill>
                <a:latin typeface="+mn-lt"/>
              </a:endParaRP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164A38AF-556E-4D4C-880B-A6C6E4F1FD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213" y="4213905"/>
              <a:ext cx="364793" cy="3647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7020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66900" y="490185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id="{644E64A2-3245-4C54-B055-80750792C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72" y="1262232"/>
            <a:ext cx="7981301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altLang="ru-RU" sz="1600" dirty="0">
                <a:solidFill>
                  <a:schemeClr val="bg1"/>
                </a:solidFill>
                <a:latin typeface="+mn-lt"/>
              </a:rPr>
              <a:t>Таблицы реляционной базы данных могут быть связаны между собой отношениями. Необходимо создать еще одну таблицу (например, комментарии) и связать ее с таблицей фильмов, отобразить данные этой таблицы на шаблонах  (например, на страничке конкретного фильма должны отображаться комментарии, привязанные к этому фильму), добавить форму для добавления записей в эту таблицу (например, на страничке конкретного фильма должна быть форма добавления комментариев к этому фильму)</a:t>
            </a:r>
          </a:p>
          <a:p>
            <a:pPr eaLnBrk="1" hangingPunct="1">
              <a:spcBef>
                <a:spcPct val="0"/>
              </a:spcBef>
              <a:buClr>
                <a:schemeClr val="accent6"/>
              </a:buClr>
              <a:buFont typeface="+mj-lt"/>
              <a:buAutoNum type="arabicPeriod"/>
            </a:pPr>
            <a:endParaRPr lang="ru-RU" altLang="ru-RU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altLang="ru-RU" sz="1600" dirty="0">
                <a:solidFill>
                  <a:schemeClr val="bg1"/>
                </a:solidFill>
                <a:latin typeface="+mn-lt"/>
              </a:rPr>
              <a:t>* Сейчас наша страничка для создания фильмов доступна любому пользователю, что неправильно. Необходимо сделать так, чтобы ссылка на страничку добавления отображалась только для пользователей, которые вошли с учетной записью администратора (необходимо использовать объект </a:t>
            </a:r>
            <a:r>
              <a:rPr lang="ru-RU" altLang="ru-RU" sz="1600" b="1" dirty="0">
                <a:solidFill>
                  <a:schemeClr val="bg1"/>
                </a:solidFill>
                <a:latin typeface="+mn-lt"/>
              </a:rPr>
              <a:t>request</a:t>
            </a:r>
            <a:r>
              <a:rPr lang="ru-RU" altLang="ru-RU" sz="1600" dirty="0">
                <a:solidFill>
                  <a:schemeClr val="bg1"/>
                </a:solidFill>
                <a:latin typeface="+mn-lt"/>
              </a:rPr>
              <a:t> из </a:t>
            </a:r>
            <a:r>
              <a:rPr lang="ru-RU" altLang="ru-RU" sz="1600" b="1" dirty="0">
                <a:solidFill>
                  <a:schemeClr val="bg1"/>
                </a:solidFill>
                <a:latin typeface="+mn-lt"/>
              </a:rPr>
              <a:t>views</a:t>
            </a:r>
            <a:r>
              <a:rPr lang="ru-RU" altLang="ru-RU" sz="1600" dirty="0">
                <a:solidFill>
                  <a:schemeClr val="bg1"/>
                </a:solidFill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70421016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2097</Words>
  <Application>Microsoft Office PowerPoint</Application>
  <PresentationFormat>Экран (16:9)</PresentationFormat>
  <Paragraphs>214</Paragraphs>
  <Slides>20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proxima nova bold</vt:lpstr>
      <vt:lpstr>Arial</vt:lpstr>
      <vt:lpstr>proxima nova rg</vt:lpstr>
      <vt:lpstr>Viga</vt:lpstr>
      <vt:lpstr>DM Sans</vt:lpstr>
      <vt:lpstr>Cyber Security Business Plan</vt:lpstr>
      <vt:lpstr>Программирование на языке Python</vt:lpstr>
      <vt:lpstr>Лекция №15</vt:lpstr>
      <vt:lpstr>Валидаторы</vt:lpstr>
      <vt:lpstr>Миграция обновлений</vt:lpstr>
      <vt:lpstr>Язык шаблонов Django</vt:lpstr>
      <vt:lpstr>Работа с моделями из представлений</vt:lpstr>
      <vt:lpstr>Формы (forms)</vt:lpstr>
      <vt:lpstr>Формы (forms)</vt:lpstr>
      <vt:lpstr>Формы (forms)</vt:lpstr>
      <vt:lpstr>Формы (forms)</vt:lpstr>
      <vt:lpstr>Формы (forms)</vt:lpstr>
      <vt:lpstr>Обработка POST-запросов</vt:lpstr>
      <vt:lpstr>Обработка POST-запросов</vt:lpstr>
      <vt:lpstr>Обработка POST-запросов</vt:lpstr>
      <vt:lpstr>Обработка POST-запросов</vt:lpstr>
      <vt:lpstr>Расширение шаблонов</vt:lpstr>
      <vt:lpstr>Расширение шаблонов</vt:lpstr>
      <vt:lpstr>Использование CSS</vt:lpstr>
      <vt:lpstr>Использование CSS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77</cp:revision>
  <dcterms:modified xsi:type="dcterms:W3CDTF">2021-10-14T17:50:22Z</dcterms:modified>
</cp:coreProperties>
</file>