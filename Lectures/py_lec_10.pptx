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9"/>
  </p:notesMasterIdLst>
  <p:sldIdLst>
    <p:sldId id="256" r:id="rId2"/>
    <p:sldId id="257" r:id="rId3"/>
    <p:sldId id="276" r:id="rId4"/>
    <p:sldId id="384" r:id="rId5"/>
    <p:sldId id="369" r:id="rId6"/>
    <p:sldId id="370" r:id="rId7"/>
    <p:sldId id="260" r:id="rId8"/>
    <p:sldId id="385" r:id="rId9"/>
    <p:sldId id="386" r:id="rId10"/>
    <p:sldId id="368" r:id="rId11"/>
    <p:sldId id="387" r:id="rId12"/>
    <p:sldId id="388" r:id="rId13"/>
    <p:sldId id="376" r:id="rId14"/>
    <p:sldId id="389" r:id="rId15"/>
    <p:sldId id="361" r:id="rId16"/>
    <p:sldId id="390" r:id="rId17"/>
    <p:sldId id="391" r:id="rId18"/>
    <p:sldId id="392" r:id="rId19"/>
    <p:sldId id="393" r:id="rId20"/>
    <p:sldId id="394" r:id="rId21"/>
    <p:sldId id="395" r:id="rId22"/>
    <p:sldId id="396" r:id="rId23"/>
    <p:sldId id="397" r:id="rId24"/>
    <p:sldId id="398" r:id="rId25"/>
    <p:sldId id="399" r:id="rId26"/>
    <p:sldId id="400" r:id="rId27"/>
    <p:sldId id="296" r:id="rId28"/>
  </p:sldIdLst>
  <p:sldSz cx="9144000" cy="5143500" type="screen16x9"/>
  <p:notesSz cx="6858000" cy="9144000"/>
  <p:embeddedFontLst>
    <p:embeddedFont>
      <p:font typeface="DM Sans" panose="020B0604020202020204" charset="0"/>
      <p:regular r:id="rId30"/>
      <p:bold r:id="rId31"/>
      <p:italic r:id="rId32"/>
      <p:boldItalic r:id="rId33"/>
    </p:embeddedFont>
    <p:embeddedFont>
      <p:font typeface="proxima nova bold" panose="02000506030000020004" charset="0"/>
      <p:bold r:id="rId34"/>
    </p:embeddedFont>
    <p:embeddedFont>
      <p:font typeface="proxima nova rg" panose="02000506030000020004" charset="0"/>
      <p:regular r:id="rId35"/>
      <p:bold r:id="rId36"/>
      <p:italic r:id="rId37"/>
      <p:boldItalic r:id="rId38"/>
    </p:embeddedFont>
    <p:embeddedFont>
      <p:font typeface="Viga" panose="020B0604020202020204" charset="0"/>
      <p:regular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8" userDrawn="1">
          <p15:clr>
            <a:srgbClr val="9AA0A6"/>
          </p15:clr>
        </p15:guide>
        <p15:guide id="2" pos="5420" userDrawn="1">
          <p15:clr>
            <a:srgbClr val="9AA0A6"/>
          </p15:clr>
        </p15:guide>
        <p15:guide id="3" pos="453" userDrawn="1">
          <p15:clr>
            <a:srgbClr val="9AA0A6"/>
          </p15:clr>
        </p15:guide>
        <p15:guide id="5" orient="horz" pos="2663" userDrawn="1">
          <p15:clr>
            <a:srgbClr val="9AA0A6"/>
          </p15:clr>
        </p15:guide>
        <p15:guide id="6" orient="horz" pos="191" userDrawn="1">
          <p15:clr>
            <a:srgbClr val="A4A3A4"/>
          </p15:clr>
        </p15:guide>
        <p15:guide id="7" orient="horz" pos="1733" userDrawn="1">
          <p15:clr>
            <a:srgbClr val="A4A3A4"/>
          </p15:clr>
        </p15:guide>
        <p15:guide id="8" pos="53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79" y="96"/>
      </p:cViewPr>
      <p:guideLst>
        <p:guide orient="horz" pos="418"/>
        <p:guide pos="5420"/>
        <p:guide pos="453"/>
        <p:guide orient="horz" pos="2663"/>
        <p:guide orient="horz" pos="191"/>
        <p:guide orient="horz" pos="1733"/>
        <p:guide pos="5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2134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73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71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888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888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google.com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626625" y="207546"/>
            <a:ext cx="6084000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dirty="0">
                <a:latin typeface="+mj-lt"/>
              </a:rPr>
              <a:t>Лекция №10</a:t>
            </a:r>
            <a:endParaRPr sz="4800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26625" y="1306555"/>
            <a:ext cx="7869676" cy="601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3600" dirty="0">
                <a:solidFill>
                  <a:schemeClr val="accent3"/>
                </a:solidFill>
                <a:latin typeface="+mj-lt"/>
              </a:rPr>
              <a:t>Работа с сетью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68CCA-DE71-4F35-972D-4D514CC1B792}"/>
              </a:ext>
            </a:extLst>
          </p:cNvPr>
          <p:cNvSpPr txBox="1"/>
          <p:nvPr/>
        </p:nvSpPr>
        <p:spPr>
          <a:xfrm>
            <a:off x="626625" y="2032191"/>
            <a:ext cx="4572000" cy="264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Сокеты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Методы сокетов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TCP-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сервер и </a:t>
            </a: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TCP-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клиент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UDP-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сервер и </a:t>
            </a: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UDP-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клиент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Многопоточный </a:t>
            </a: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TCP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-сервер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Протокол </a:t>
            </a: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HTTP</a:t>
            </a:r>
            <a:endParaRPr lang="ru-RU" altLang="ru-RU" sz="160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Структура </a:t>
            </a: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HTTP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-сообщения</a:t>
            </a:r>
            <a:endParaRPr lang="ru-RU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37DAE-19B3-4B0E-8C85-E5616AB99D94}"/>
              </a:ext>
            </a:extLst>
          </p:cNvPr>
          <p:cNvSpPr txBox="1"/>
          <p:nvPr/>
        </p:nvSpPr>
        <p:spPr>
          <a:xfrm>
            <a:off x="4977035" y="2032191"/>
            <a:ext cx="4572000" cy="2276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Создание </a:t>
            </a: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HTTP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-сервера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urllib</a:t>
            </a:r>
            <a:endParaRPr lang="ru-RU" altLang="ru-RU" sz="160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xmlrpc.server 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xmlrpc.client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cherrypy</a:t>
            </a:r>
            <a:endParaRPr lang="ru-RU" altLang="ru-RU" sz="160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600" dirty="0">
                <a:solidFill>
                  <a:schemeClr val="tx1"/>
                </a:solidFill>
                <a:latin typeface="+mn-lt"/>
              </a:rPr>
              <a:t>smtplib</a:t>
            </a:r>
            <a:endParaRPr lang="ru-RU" altLang="ru-RU" sz="160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Практика</a:t>
            </a:r>
            <a:endParaRPr lang="ru-RU" sz="16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1560042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Разминка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C1D3F69-9C11-4747-B8ED-844C18C5C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079" y="2264535"/>
            <a:ext cx="7855221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Написать приложение, которое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непрерывно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выводит на экран введенный пользователем символ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Пользователь может задать новый символ, не останавливая вывод старого символа. При это программа должна мгновенно переключиться на вывод нового символа. Пока ни один символ не введен – программа ничего не выводит, как только введен символ «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q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»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программа завершается</a:t>
            </a:r>
          </a:p>
          <a:p>
            <a:pPr marL="457200" indent="-457200" eaLnBrk="1" hangingPunct="1">
              <a:spcBef>
                <a:spcPct val="0"/>
              </a:spcBef>
              <a:buAutoNum type="arabicPeriod"/>
            </a:pP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287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89A531AC-21D9-48EE-92DE-6D6165969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321" y="313316"/>
            <a:ext cx="6089358" cy="4456804"/>
          </a:xfrm>
          <a:prstGeom prst="rect">
            <a:avLst/>
          </a:prstGeom>
        </p:spPr>
      </p:pic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83F14BCD-7808-4B5E-BE76-09ECFFF9CDDB}"/>
              </a:ext>
            </a:extLst>
          </p:cNvPr>
          <p:cNvSpPr/>
          <p:nvPr/>
        </p:nvSpPr>
        <p:spPr>
          <a:xfrm>
            <a:off x="6065520" y="181293"/>
            <a:ext cx="2087880" cy="1136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FE7DDD4C-E2FB-4937-AADA-36E23AD16C26}"/>
              </a:ext>
            </a:extLst>
          </p:cNvPr>
          <p:cNvSpPr/>
          <p:nvPr/>
        </p:nvSpPr>
        <p:spPr>
          <a:xfrm>
            <a:off x="5707380" y="76200"/>
            <a:ext cx="640080" cy="465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13A9256B-8F82-41D5-8520-54D20A6E14EA}"/>
              </a:ext>
            </a:extLst>
          </p:cNvPr>
          <p:cNvSpPr/>
          <p:nvPr/>
        </p:nvSpPr>
        <p:spPr>
          <a:xfrm>
            <a:off x="1318260" y="76200"/>
            <a:ext cx="1988820" cy="1013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AB61297C-3B7A-4C22-8E61-D8BDF7098CF4}"/>
              </a:ext>
            </a:extLst>
          </p:cNvPr>
          <p:cNvSpPr/>
          <p:nvPr/>
        </p:nvSpPr>
        <p:spPr>
          <a:xfrm>
            <a:off x="2941320" y="181293"/>
            <a:ext cx="723900" cy="214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055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27455F8-B110-4C72-A3A3-AA229E29FEEB}"/>
              </a:ext>
            </a:extLst>
          </p:cNvPr>
          <p:cNvSpPr/>
          <p:nvPr/>
        </p:nvSpPr>
        <p:spPr>
          <a:xfrm>
            <a:off x="0" y="960845"/>
            <a:ext cx="9144000" cy="9325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39E3F5-D912-4D46-8697-BA1DDDDCEBBD}"/>
              </a:ext>
            </a:extLst>
          </p:cNvPr>
          <p:cNvSpPr txBox="1"/>
          <p:nvPr/>
        </p:nvSpPr>
        <p:spPr>
          <a:xfrm>
            <a:off x="629587" y="1165504"/>
            <a:ext cx="71353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Стандартный модуль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socket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обеспечивает доступ к интерфейсу сокетов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BSD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(Berkeley Software Distribution)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629587" y="123905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Сокеты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CAEB83E-8B25-4210-8CFE-634CE7E1AC31}"/>
              </a:ext>
            </a:extLst>
          </p:cNvPr>
          <p:cNvGrpSpPr/>
          <p:nvPr/>
        </p:nvGrpSpPr>
        <p:grpSpPr>
          <a:xfrm>
            <a:off x="723900" y="2126859"/>
            <a:ext cx="7500111" cy="963895"/>
            <a:chOff x="723900" y="2220837"/>
            <a:chExt cx="7500111" cy="96389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407A9B4-8BAC-40C4-8DEF-BC008847D55B}"/>
                </a:ext>
              </a:extLst>
            </p:cNvPr>
            <p:cNvSpPr txBox="1"/>
            <p:nvPr/>
          </p:nvSpPr>
          <p:spPr>
            <a:xfrm>
              <a:off x="1088693" y="2230625"/>
              <a:ext cx="713531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Сокеты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BSD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(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или сокеты Беркли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)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– это интерфейс программирования приложений (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API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), представляющий собой библиотеку для разработки приложений на языке C </a:t>
              </a:r>
              <a:endParaRPr lang="en-US" sz="1400" dirty="0">
                <a:solidFill>
                  <a:schemeClr val="tx1"/>
                </a:solidFill>
                <a:latin typeface="+mn-lt"/>
              </a:endParaRPr>
            </a:p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с поддержкой межпроцессного взаимодействия (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IPC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), часто применяемый в компьютерных сетях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49714A44-97F2-4414-A277-974F23851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900" y="2220837"/>
              <a:ext cx="364793" cy="364793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AEE43AB4-3A88-46F1-AF68-B200C5EF84DA}"/>
              </a:ext>
            </a:extLst>
          </p:cNvPr>
          <p:cNvGrpSpPr/>
          <p:nvPr/>
        </p:nvGrpSpPr>
        <p:grpSpPr>
          <a:xfrm>
            <a:off x="723900" y="3112447"/>
            <a:ext cx="7500111" cy="978509"/>
            <a:chOff x="723900" y="3147214"/>
            <a:chExt cx="7500111" cy="9785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2022FE-DD9F-4821-8B44-4229E03C7CA0}"/>
                </a:ext>
              </a:extLst>
            </p:cNvPr>
            <p:cNvSpPr txBox="1"/>
            <p:nvPr/>
          </p:nvSpPr>
          <p:spPr>
            <a:xfrm>
              <a:off x="1088693" y="3171616"/>
              <a:ext cx="713531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Модуль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socket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можно использовать на современных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Unix, Windows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и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MacOS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платформах. Он позволяет создавать клиентские и серверные приложения на низком уровне (сетевом уровне модели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ISO/OSI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), используя возможности операционной системы, для протоколов с установкой и без установки соединения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77E1CECA-5172-4CD3-917C-EBDCAF427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900" y="3147214"/>
              <a:ext cx="364793" cy="364793"/>
            </a:xfrm>
            <a:prstGeom prst="rect">
              <a:avLst/>
            </a:prstGeom>
          </p:spPr>
        </p:pic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DD35F4B-B126-46E1-B5D7-E1CA9B1AFAF8}"/>
              </a:ext>
            </a:extLst>
          </p:cNvPr>
          <p:cNvGrpSpPr/>
          <p:nvPr/>
        </p:nvGrpSpPr>
        <p:grpSpPr>
          <a:xfrm>
            <a:off x="723900" y="4112650"/>
            <a:ext cx="7500111" cy="549730"/>
            <a:chOff x="723900" y="4112650"/>
            <a:chExt cx="7500111" cy="54973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C12E87E-22A0-47E0-A674-517F51C07F6B}"/>
                </a:ext>
              </a:extLst>
            </p:cNvPr>
            <p:cNvSpPr txBox="1"/>
            <p:nvPr/>
          </p:nvSpPr>
          <p:spPr>
            <a:xfrm>
              <a:off x="1088694" y="4139160"/>
              <a:ext cx="713531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0"/>
                </a:spcBef>
                <a:buNone/>
              </a:pP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Также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Python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предоставляет библиотеки для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работы с прикладными сетевыми протоколами: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FTP, HTTP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и т.д.</a:t>
              </a:r>
              <a:endParaRPr lang="en-US" sz="1400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48BB6FA1-5DA3-4BB6-BA76-34AB4D889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900" y="4112650"/>
              <a:ext cx="364793" cy="3647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88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71422CDA-253A-4C90-A9BB-916BE87D0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945962"/>
              </p:ext>
            </p:extLst>
          </p:nvPr>
        </p:nvGraphicFramePr>
        <p:xfrm>
          <a:off x="723900" y="1139373"/>
          <a:ext cx="7772400" cy="895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9260">
                  <a:extLst>
                    <a:ext uri="{9D8B030D-6E8A-4147-A177-3AD203B41FA5}">
                      <a16:colId xmlns:a16="http://schemas.microsoft.com/office/drawing/2014/main" val="4230744033"/>
                    </a:ext>
                  </a:extLst>
                </a:gridCol>
                <a:gridCol w="5693140">
                  <a:extLst>
                    <a:ext uri="{9D8B030D-6E8A-4147-A177-3AD203B41FA5}">
                      <a16:colId xmlns:a16="http://schemas.microsoft.com/office/drawing/2014/main" val="2000110398"/>
                    </a:ext>
                  </a:extLst>
                </a:gridCol>
              </a:tblGrid>
              <a:tr h="130969">
                <a:tc>
                  <a:txBody>
                    <a:bodyPr/>
                    <a:lstStyle/>
                    <a:p>
                      <a:pPr algn="ctr">
                        <a:tabLst>
                          <a:tab pos="311150" algn="l"/>
                        </a:tabLst>
                      </a:pPr>
                      <a:r>
                        <a:rPr lang="ru-RU" sz="1000" b="1" i="0" u="none" strike="noStrike" kern="1200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Метод</a:t>
                      </a:r>
                    </a:p>
                  </a:txBody>
                  <a:tcPr marL="55577" marR="5557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</a:p>
                  </a:txBody>
                  <a:tcPr marL="55577" marR="55577" marT="0" marB="0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840314"/>
                  </a:ext>
                </a:extLst>
              </a:tr>
              <a:tr h="212824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socket.bind((host, port))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lvl="0" indent="-90488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Привязывает адрес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(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имя хоста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,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номер порта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)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к сокету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67506"/>
                  </a:ext>
                </a:extLst>
              </a:tr>
              <a:tr h="212824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socket.listen()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Устанавливает и запускает прослушивание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TCP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58901"/>
                  </a:ext>
                </a:extLst>
              </a:tr>
              <a:tr h="212824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socket.accept()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Пассивно принимает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TCP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-подключение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клиента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,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блокирующе</a:t>
                      </a:r>
                      <a:r>
                        <a:rPr lang="ru-RU" sz="1000" baseline="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ожидает новые подключения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3093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C755F63-E72E-4E27-8838-484078D69D78}"/>
              </a:ext>
            </a:extLst>
          </p:cNvPr>
          <p:cNvSpPr txBox="1"/>
          <p:nvPr/>
        </p:nvSpPr>
        <p:spPr>
          <a:xfrm>
            <a:off x="629587" y="124535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kern="1200" dirty="0">
                <a:solidFill>
                  <a:schemeClr val="accent3"/>
                </a:solidFill>
                <a:latin typeface="+mj-lt"/>
              </a:rPr>
              <a:t>Методы сокетов</a:t>
            </a:r>
            <a:endParaRPr lang="ru-RU" sz="4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343BB-17DF-4D8F-817C-BD9FC1AFFC7C}"/>
              </a:ext>
            </a:extLst>
          </p:cNvPr>
          <p:cNvSpPr txBox="1"/>
          <p:nvPr/>
        </p:nvSpPr>
        <p:spPr>
          <a:xfrm>
            <a:off x="629587" y="76437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Методы серверного сокета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:</a:t>
            </a: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7E2A49F1-0A52-434C-BEBA-BD6173FF7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763173"/>
              </p:ext>
            </p:extLst>
          </p:nvPr>
        </p:nvGraphicFramePr>
        <p:xfrm>
          <a:off x="723900" y="2463800"/>
          <a:ext cx="7772400" cy="4000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1745">
                  <a:extLst>
                    <a:ext uri="{9D8B030D-6E8A-4147-A177-3AD203B41FA5}">
                      <a16:colId xmlns:a16="http://schemas.microsoft.com/office/drawing/2014/main" val="4230744033"/>
                    </a:ext>
                  </a:extLst>
                </a:gridCol>
                <a:gridCol w="5670655">
                  <a:extLst>
                    <a:ext uri="{9D8B030D-6E8A-4147-A177-3AD203B41FA5}">
                      <a16:colId xmlns:a16="http://schemas.microsoft.com/office/drawing/2014/main" val="2000110398"/>
                    </a:ext>
                  </a:extLst>
                </a:gridCol>
              </a:tblGrid>
              <a:tr h="125536">
                <a:tc>
                  <a:txBody>
                    <a:bodyPr/>
                    <a:lstStyle/>
                    <a:p>
                      <a:pPr algn="ctr">
                        <a:tabLst>
                          <a:tab pos="311150" algn="l"/>
                        </a:tabLst>
                      </a:pPr>
                      <a:r>
                        <a:rPr lang="ru-RU" sz="1000" b="1" i="0" u="none" strike="noStrike" kern="1200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Метод</a:t>
                      </a:r>
                    </a:p>
                  </a:txBody>
                  <a:tcPr marL="55577" marR="5557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</a:p>
                  </a:txBody>
                  <a:tcPr marL="55577" marR="55577" marT="0" marB="0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840314"/>
                  </a:ext>
                </a:extLst>
              </a:tr>
              <a:tr h="151464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socket.connect((host, port))</a:t>
                      </a:r>
                    </a:p>
                  </a:txBody>
                  <a:tcPr marL="47625" marR="47625" marT="47625" marB="476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Активно инициирует подключение к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TCP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серверу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67506"/>
                  </a:ext>
                </a:extLst>
              </a:tr>
            </a:tbl>
          </a:graphicData>
        </a:graphic>
      </p:graphicFrame>
      <p:sp>
        <p:nvSpPr>
          <p:cNvPr id="14" name="Text Box 10">
            <a:extLst>
              <a:ext uri="{FF2B5EF4-FFF2-40B4-BE49-F238E27FC236}">
                <a16:creationId xmlns:a16="http://schemas.microsoft.com/office/drawing/2014/main" id="{DF90C08B-7837-4A5F-AFF4-07855FDFB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87" y="2120282"/>
            <a:ext cx="8352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Методы клиентского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сокета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:</a:t>
            </a: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6B6D6825-411B-4FA1-B588-F88E98BCF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94750"/>
              </p:ext>
            </p:extLst>
          </p:nvPr>
        </p:nvGraphicFramePr>
        <p:xfrm>
          <a:off x="723900" y="3273887"/>
          <a:ext cx="7772400" cy="16911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9260">
                  <a:extLst>
                    <a:ext uri="{9D8B030D-6E8A-4147-A177-3AD203B41FA5}">
                      <a16:colId xmlns:a16="http://schemas.microsoft.com/office/drawing/2014/main" val="4230744033"/>
                    </a:ext>
                  </a:extLst>
                </a:gridCol>
                <a:gridCol w="5693140">
                  <a:extLst>
                    <a:ext uri="{9D8B030D-6E8A-4147-A177-3AD203B41FA5}">
                      <a16:colId xmlns:a16="http://schemas.microsoft.com/office/drawing/2014/main" val="2000110398"/>
                    </a:ext>
                  </a:extLst>
                </a:gridCol>
              </a:tblGrid>
              <a:tr h="205257">
                <a:tc>
                  <a:txBody>
                    <a:bodyPr/>
                    <a:lstStyle/>
                    <a:p>
                      <a:pPr algn="ctr">
                        <a:tabLst>
                          <a:tab pos="311150" algn="l"/>
                        </a:tabLst>
                      </a:pPr>
                      <a:r>
                        <a:rPr lang="ru-RU" sz="1000" b="1" i="0" u="none" strike="noStrike" kern="1200" cap="none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Метод</a:t>
                      </a:r>
                    </a:p>
                  </a:txBody>
                  <a:tcPr marL="55577" marR="55577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</a:p>
                  </a:txBody>
                  <a:tcPr marL="55577" marR="55577" marT="0" marB="0" anchor="ctr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840314"/>
                  </a:ext>
                </a:extLst>
              </a:tr>
              <a:tr h="175082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socket.recv()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Получает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TCP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сообщение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67506"/>
                  </a:ext>
                </a:extLst>
              </a:tr>
              <a:tr h="241175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socket.send()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Отправляет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TCP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сообщение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58901"/>
                  </a:ext>
                </a:extLst>
              </a:tr>
              <a:tr h="186679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socket.recvfrom()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Получает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UDP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сообщение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309303"/>
                  </a:ext>
                </a:extLst>
              </a:tr>
              <a:tr h="186679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socket.sendto()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Отправляет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 UDP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сообщение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331400"/>
                  </a:ext>
                </a:extLst>
              </a:tr>
              <a:tr h="186679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socket.close()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Закрывает сокет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263920"/>
                  </a:ext>
                </a:extLst>
              </a:tr>
              <a:tr h="186679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socket.gethostname()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 panose="02020603050405020304" pitchFamily="18" charset="0"/>
                          <a:sym typeface="Calibri"/>
                        </a:rPr>
                        <a:t>Возвращает имя хоста</a:t>
                      </a:r>
                      <a:endParaRPr lang="en-US" sz="1000" dirty="0">
                        <a:solidFill>
                          <a:schemeClr val="tx1"/>
                        </a:solidFill>
                        <a:latin typeface="+mn-lt"/>
                        <a:ea typeface="Calibri"/>
                        <a:cs typeface="Times New Roman" panose="02020603050405020304" pitchFamily="18" charset="0"/>
                        <a:sym typeface="Calibri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969018"/>
                  </a:ext>
                </a:extLst>
              </a:tr>
            </a:tbl>
          </a:graphicData>
        </a:graphic>
      </p:graphicFrame>
      <p:sp>
        <p:nvSpPr>
          <p:cNvPr id="17" name="Text Box 10">
            <a:extLst>
              <a:ext uri="{FF2B5EF4-FFF2-40B4-BE49-F238E27FC236}">
                <a16:creationId xmlns:a16="http://schemas.microsoft.com/office/drawing/2014/main" id="{0B532CDA-D6FD-4A92-AF63-C028031D3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87" y="2930369"/>
            <a:ext cx="8352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Общие методы сокетов:</a:t>
            </a:r>
          </a:p>
        </p:txBody>
      </p:sp>
    </p:spTree>
    <p:extLst>
      <p:ext uri="{BB962C8B-B14F-4D97-AF65-F5344CB8AC3E}">
        <p14:creationId xmlns:p14="http://schemas.microsoft.com/office/powerpoint/2010/main" val="627821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A65A32A-0C84-473E-8F43-CA4CCE3F0222}"/>
              </a:ext>
            </a:extLst>
          </p:cNvPr>
          <p:cNvGrpSpPr/>
          <p:nvPr/>
        </p:nvGrpSpPr>
        <p:grpSpPr>
          <a:xfrm>
            <a:off x="0" y="1010873"/>
            <a:ext cx="9144000" cy="1035284"/>
            <a:chOff x="0" y="950913"/>
            <a:chExt cx="9144000" cy="1035284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A617F539-7823-46C0-85BE-CB6834298AB8}"/>
                </a:ext>
              </a:extLst>
            </p:cNvPr>
            <p:cNvSpPr/>
            <p:nvPr/>
          </p:nvSpPr>
          <p:spPr>
            <a:xfrm>
              <a:off x="0" y="950913"/>
              <a:ext cx="9144000" cy="103528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DA3AC48B-9203-4B31-90B0-C154CFB6E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43" y="1083835"/>
              <a:ext cx="7866713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Для написания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TCP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сервера мы используем функцию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socket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из модуля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socket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, 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которая создает и возвращает сокет-объект (или просто сокет)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.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Вызывая методы этого объекта, мы настраиваем этот сокет как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серверный: с помощью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bind((hostname, port)</a:t>
              </a:r>
              <a:r>
                <a:rPr lang="ru-RU" sz="1100" b="1" dirty="0">
                  <a:solidFill>
                    <a:schemeClr val="tx1"/>
                  </a:solidFill>
                  <a:latin typeface="+mn-lt"/>
                </a:rPr>
                <a:t>) 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занимаем порт на указанном хосте под наш сервис, вызывая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accept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, ожидаем подключения клиентов на указанном ранее порту и получаем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connection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object</a:t>
              </a:r>
              <a:r>
                <a:rPr lang="ru-RU" sz="1100" dirty="0">
                  <a:solidFill>
                    <a:schemeClr val="tx1"/>
                  </a:solidFill>
                  <a:latin typeface="+mn-lt"/>
                </a:rPr>
                <a:t> для доступа к очередному подключению</a:t>
              </a:r>
              <a:endParaRPr lang="en-US" sz="1100" dirty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14" name="Rectangle 1">
            <a:extLst>
              <a:ext uri="{FF2B5EF4-FFF2-40B4-BE49-F238E27FC236}">
                <a16:creationId xmlns:a16="http://schemas.microsoft.com/office/drawing/2014/main" id="{7FCB76E3-D2BE-4AAF-A13C-F60B8B2C4E1C}"/>
              </a:ext>
            </a:extLst>
          </p:cNvPr>
          <p:cNvSpPr/>
          <p:nvPr/>
        </p:nvSpPr>
        <p:spPr>
          <a:xfrm>
            <a:off x="629586" y="2179079"/>
            <a:ext cx="5306666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socket </a:t>
            </a:r>
          </a:p>
          <a:p>
            <a:r>
              <a:rPr lang="en-US" sz="1000" dirty="0">
                <a:solidFill>
                  <a:srgbClr val="008000"/>
                </a:solidFill>
                <a:latin typeface="+mn-lt"/>
              </a:rPr>
              <a:t># 1-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й параметр - семейство адресов, с которыми будет работать сокет</a:t>
            </a:r>
            <a:r>
              <a:rPr lang="ru-RU" sz="1000" dirty="0">
                <a:solidFill>
                  <a:srgbClr val="000000"/>
                </a:solidFill>
                <a:latin typeface="+mn-lt"/>
              </a:rPr>
              <a:t> </a:t>
            </a: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AF_INET 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соответствует адресам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IPv4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8000"/>
                </a:solidFill>
                <a:latin typeface="+mn-lt"/>
              </a:rPr>
              <a:t># 2-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й параметр - протокол транспортного уровня</a:t>
            </a:r>
            <a:r>
              <a:rPr lang="ru-RU" sz="1000" dirty="0">
                <a:solidFill>
                  <a:srgbClr val="000000"/>
                </a:solidFill>
                <a:latin typeface="+mn-lt"/>
              </a:rPr>
              <a:t> </a:t>
            </a: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r>
              <a:rPr lang="ru-RU" sz="10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SOCK_STREAM 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соотвествует протоколу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TCP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s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AF_INET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SOCK_STREAM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host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'127.0.0.1'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#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'127.0.0.1'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 соответствует хосту, на котором запускается скрипт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port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12345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bind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host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port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listen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Открываем порт на сервере (не более 5 клиентов одновременно)</a:t>
            </a:r>
            <a:r>
              <a:rPr lang="ru-RU" sz="1000" dirty="0">
                <a:solidFill>
                  <a:srgbClr val="000000"/>
                </a:solidFill>
                <a:latin typeface="+mn-lt"/>
              </a:rPr>
              <a:t> </a:t>
            </a: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r>
              <a:rPr lang="en-US" sz="10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conn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addr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accept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f'Server got connection from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addr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endParaRPr lang="ru-RU" sz="1000" b="1" dirty="0">
              <a:solidFill>
                <a:srgbClr val="000080"/>
              </a:solidFill>
              <a:latin typeface="+mn-lt"/>
            </a:endParaRPr>
          </a:p>
          <a:p>
            <a:r>
              <a:rPr lang="ru-RU" sz="1000" dirty="0">
                <a:solidFill>
                  <a:srgbClr val="008000"/>
                </a:solidFill>
                <a:latin typeface="+mn-lt"/>
              </a:rPr>
              <a:t>   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Преобразуем строку в набор байтов (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ascii 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в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 utf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-8)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000" dirty="0">
                <a:solidFill>
                  <a:srgbClr val="008000"/>
                </a:solidFill>
                <a:latin typeface="+mn-lt"/>
              </a:rPr>
              <a:t>и отправляем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conn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send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'Thank you for the connection'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encode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())</a:t>
            </a:r>
            <a:endParaRPr lang="en-US" sz="1000" dirty="0">
              <a:solidFill>
                <a:srgbClr val="000000"/>
              </a:solidFill>
              <a:latin typeface="+mn-lt"/>
            </a:endParaRP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conn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close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10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en-US" sz="1000" dirty="0">
                <a:solidFill>
                  <a:srgbClr val="008000"/>
                </a:solidFill>
                <a:latin typeface="+mn-lt"/>
              </a:rPr>
              <a:t>s.close()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99E7DB-E9C6-467C-8E9D-E9F67ECD5A5D}"/>
              </a:ext>
            </a:extLst>
          </p:cNvPr>
          <p:cNvSpPr txBox="1"/>
          <p:nvPr/>
        </p:nvSpPr>
        <p:spPr>
          <a:xfrm>
            <a:off x="629586" y="124535"/>
            <a:ext cx="69329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 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TCP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сервера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961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617F539-7823-46C0-85BE-CB6834298AB8}"/>
              </a:ext>
            </a:extLst>
          </p:cNvPr>
          <p:cNvSpPr/>
          <p:nvPr/>
        </p:nvSpPr>
        <p:spPr>
          <a:xfrm>
            <a:off x="0" y="1010872"/>
            <a:ext cx="9144000" cy="12751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99E7DB-E9C6-467C-8E9D-E9F67ECD5A5D}"/>
              </a:ext>
            </a:extLst>
          </p:cNvPr>
          <p:cNvSpPr txBox="1"/>
          <p:nvPr/>
        </p:nvSpPr>
        <p:spPr>
          <a:xfrm>
            <a:off x="629586" y="124535"/>
            <a:ext cx="69329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 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TCP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клиента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B781161A-EDC7-450A-BA28-73BEDA207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86" y="1140603"/>
            <a:ext cx="784098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200" dirty="0">
                <a:solidFill>
                  <a:schemeClr val="tx1"/>
                </a:solidFill>
                <a:latin typeface="+mn-lt"/>
              </a:rPr>
              <a:t>Клиентское приложение должно подключаться на заданный порт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12345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заданного хоста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.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Здесь используется тот же самый модуль 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socket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и аналогичный сокет-объект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.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Метод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+mn-lt"/>
              </a:rPr>
              <a:t>socket.connect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((hostname, port))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этого объекта открывает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TCP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подключение к хосту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и порту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.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Как только подключение установится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из него можно читать, как из любого объекта ввода/вывода.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После работы с сокетом его нужно закрыть так же, как это делается для файла</a:t>
            </a:r>
            <a:endParaRPr 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A2B5F1C-D6A2-45BC-8A32-76279C761E80}"/>
              </a:ext>
            </a:extLst>
          </p:cNvPr>
          <p:cNvSpPr/>
          <p:nvPr/>
        </p:nvSpPr>
        <p:spPr>
          <a:xfrm>
            <a:off x="629586" y="2571750"/>
            <a:ext cx="835292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socket </a:t>
            </a:r>
          </a:p>
          <a:p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AF_INET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SOCK_STREAM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host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'127.0.0.1'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port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12345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connect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host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port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подключаемся к серверу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d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recv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1024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 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получаем данные от сервера (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1024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байта -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размер буфера для данных)</a:t>
            </a:r>
            <a:r>
              <a:rPr lang="ru-RU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преобразуем данные из байтового представления в строковое и выводим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(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преобразование из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utf-8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в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ascii)</a:t>
            </a:r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d.decode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close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endParaRPr lang="en-US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65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629586" y="123905"/>
            <a:ext cx="77447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Клиент-серверное взаимодействие (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TCP)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8BB6FA1-5DA3-4BB6-BA76-34AB4D889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699693"/>
            <a:ext cx="364793" cy="3647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B6A18EB-8E0D-499E-977B-8BC70BB570DB}"/>
              </a:ext>
            </a:extLst>
          </p:cNvPr>
          <p:cNvSpPr txBox="1"/>
          <p:nvPr/>
        </p:nvSpPr>
        <p:spPr>
          <a:xfrm>
            <a:off x="629586" y="1760712"/>
            <a:ext cx="73409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Запускаем последовательно скрипт сервера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tcp_server.py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скрипт клиента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tcp_client.py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 смотрим результаты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2B6662C1-1F40-42C6-AF29-45ED19557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087" y="2725932"/>
            <a:ext cx="28146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Вывод сервера</a:t>
            </a:r>
            <a:r>
              <a:rPr lang="ru-RU" sz="1800" dirty="0">
                <a:solidFill>
                  <a:srgbClr val="002060"/>
                </a:solidFill>
                <a:latin typeface="+mn-lt"/>
              </a:rPr>
              <a:t>: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BBFB0762-A562-4E86-89A5-455F9E04A773}"/>
              </a:ext>
            </a:extLst>
          </p:cNvPr>
          <p:cNvSpPr/>
          <p:nvPr/>
        </p:nvSpPr>
        <p:spPr>
          <a:xfrm>
            <a:off x="1303020" y="3131908"/>
            <a:ext cx="4861560" cy="33855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>
                <a:latin typeface="+mn-lt"/>
                <a:cs typeface="Courier New" panose="02070309020205020404" pitchFamily="49" charset="0"/>
              </a:rPr>
              <a:t>Server got connection from ('127.0.0.1', 50701)</a:t>
            </a: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E80743B4-4311-4288-9624-A57D6E83C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085" y="3797027"/>
            <a:ext cx="25708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Вывод клиента: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7A35C9F3-94A9-47AB-A5EB-3DD426A0D3AB}"/>
              </a:ext>
            </a:extLst>
          </p:cNvPr>
          <p:cNvSpPr/>
          <p:nvPr/>
        </p:nvSpPr>
        <p:spPr>
          <a:xfrm>
            <a:off x="1303021" y="4172226"/>
            <a:ext cx="4861560" cy="33855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>
                <a:latin typeface="+mn-lt"/>
                <a:cs typeface="Courier New" panose="02070309020205020404" pitchFamily="49" charset="0"/>
              </a:rPr>
              <a:t>Thank you for the connection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3C4D578-9264-43E3-8CC1-F97BA9BC8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3770788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2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C8437A-7A45-48E8-9411-8EF91152C337}"/>
              </a:ext>
            </a:extLst>
          </p:cNvPr>
          <p:cNvSpPr/>
          <p:nvPr/>
        </p:nvSpPr>
        <p:spPr>
          <a:xfrm>
            <a:off x="0" y="1010873"/>
            <a:ext cx="9144000" cy="1150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629586" y="123905"/>
            <a:ext cx="7744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 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UDP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сервера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2981ADAB-C9C1-4DF5-8B67-C08D1A16A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86" y="1216978"/>
            <a:ext cx="792005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Поскольку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UDP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работает без установки соединения, отличие сервера от клиента заключается только в необходимости занять определенный порт на хосте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с помощью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bind((hostname, port)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)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на который будут приходить сообщения от клиентов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FC2FB6F2-3AE5-4102-B82B-B97DA5D449BA}"/>
              </a:ext>
            </a:extLst>
          </p:cNvPr>
          <p:cNvSpPr/>
          <p:nvPr/>
        </p:nvSpPr>
        <p:spPr>
          <a:xfrm>
            <a:off x="629586" y="2279274"/>
            <a:ext cx="505135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socket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AF_INET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соответствует адресам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IPv4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SOCK_DGRAM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соответствует протоколу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UDP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AF_INET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SOCK_DGRAM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host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'127.0.0.1'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port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12345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bind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host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port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data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addr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recvfrom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1024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размер буфера для данных –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1024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байта</a:t>
            </a:r>
          </a:p>
          <a:p>
            <a:r>
              <a:rPr lang="ru-RU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f'Server got data from client: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data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decode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()}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sendto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'Thank you for the data'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encode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addr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s.close()</a:t>
            </a:r>
          </a:p>
        </p:txBody>
      </p:sp>
    </p:spTree>
    <p:extLst>
      <p:ext uri="{BB962C8B-B14F-4D97-AF65-F5344CB8AC3E}">
        <p14:creationId xmlns:p14="http://schemas.microsoft.com/office/powerpoint/2010/main" val="131975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C8437A-7A45-48E8-9411-8EF91152C337}"/>
              </a:ext>
            </a:extLst>
          </p:cNvPr>
          <p:cNvSpPr/>
          <p:nvPr/>
        </p:nvSpPr>
        <p:spPr>
          <a:xfrm>
            <a:off x="0" y="1010873"/>
            <a:ext cx="9144000" cy="11508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629586" y="123905"/>
            <a:ext cx="7744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 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UDP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клиента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FDCC52A0-2F71-4759-8244-C834EE30C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87" y="1109257"/>
            <a:ext cx="796577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Клиентское приложение отправляет и получает данные, зная адрес хоста и порт, на котором ожидает данных сервер. Соединение в данном случае не устанавливается: если отправленные данные не дойдут до сервера, клиент об этом не узнает. То же самое и с ответом сервера: если он не дойдет до клиента, сервер не будет об этом знать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DFEDDA9-BA9D-4C70-8CFB-5FC5C4288D06}"/>
              </a:ext>
            </a:extLst>
          </p:cNvPr>
          <p:cNvSpPr/>
          <p:nvPr/>
        </p:nvSpPr>
        <p:spPr>
          <a:xfrm>
            <a:off x="629586" y="2381250"/>
            <a:ext cx="835292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socket </a:t>
            </a:r>
          </a:p>
          <a:p>
            <a:endParaRPr lang="en-US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s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AF_INET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SOCK_DGRAM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host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'127.0.0.1'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port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12345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отправляем сообщение серверу без установки соединения</a:t>
            </a:r>
            <a:r>
              <a:rPr lang="ru-RU" dirty="0">
                <a:solidFill>
                  <a:srgbClr val="000000"/>
                </a:solidFill>
                <a:latin typeface="+mn-lt"/>
              </a:rPr>
              <a:t> </a:t>
            </a:r>
            <a:endParaRPr lang="en-US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sendto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'client data'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encode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(),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host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port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получаем ответ от сервера</a:t>
            </a:r>
            <a:r>
              <a:rPr lang="ru-RU" dirty="0">
                <a:solidFill>
                  <a:srgbClr val="000000"/>
                </a:solidFill>
                <a:latin typeface="+mn-lt"/>
              </a:rPr>
              <a:t> </a:t>
            </a:r>
            <a:endParaRPr lang="en-US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data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addr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s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recvfrom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FF0000"/>
                </a:solidFill>
                <a:latin typeface="+mn-lt"/>
              </a:rPr>
              <a:t>1024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data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decode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close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()</a:t>
            </a:r>
            <a:endParaRPr lang="en-US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5974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629586" y="123905"/>
            <a:ext cx="77447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chemeClr val="accent3"/>
                </a:solidFill>
                <a:latin typeface="+mj-lt"/>
              </a:rPr>
              <a:t>Клиент-серверное взаимодействие (</a:t>
            </a:r>
            <a:r>
              <a:rPr lang="en-US" sz="4400" dirty="0">
                <a:solidFill>
                  <a:schemeClr val="accent3"/>
                </a:solidFill>
                <a:latin typeface="+mj-lt"/>
              </a:rPr>
              <a:t>UDP)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8BB6FA1-5DA3-4BB6-BA76-34AB4D889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699693"/>
            <a:ext cx="364793" cy="3647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B6A18EB-8E0D-499E-977B-8BC70BB570DB}"/>
              </a:ext>
            </a:extLst>
          </p:cNvPr>
          <p:cNvSpPr txBox="1"/>
          <p:nvPr/>
        </p:nvSpPr>
        <p:spPr>
          <a:xfrm>
            <a:off x="629586" y="1760712"/>
            <a:ext cx="73409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Запускаем последовательно скрипт сервера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udp_server.py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скрипт клиента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udp_client.py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и смотрим результаты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2B6662C1-1F40-42C6-AF29-45ED19557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087" y="2725932"/>
            <a:ext cx="28146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Вывод сервера</a:t>
            </a:r>
            <a:r>
              <a:rPr lang="ru-RU" sz="1800" dirty="0">
                <a:solidFill>
                  <a:srgbClr val="002060"/>
                </a:solidFill>
                <a:latin typeface="+mn-lt"/>
              </a:rPr>
              <a:t>:</a:t>
            </a: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E80743B4-4311-4288-9624-A57D6E83C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085" y="3797027"/>
            <a:ext cx="25708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Вывод клиента: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3C4D578-9264-43E3-8CC1-F97BA9BC8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3770788"/>
            <a:ext cx="364793" cy="364793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08AF3CA2-DB89-40B2-BF57-74FC7EA6D0B3}"/>
              </a:ext>
            </a:extLst>
          </p:cNvPr>
          <p:cNvSpPr/>
          <p:nvPr/>
        </p:nvSpPr>
        <p:spPr>
          <a:xfrm>
            <a:off x="1312173" y="3166943"/>
            <a:ext cx="4212327" cy="33855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  <a:cs typeface="Courier New" panose="02070309020205020404" pitchFamily="49" charset="0"/>
              </a:rPr>
              <a:t>Server got data from client: client data</a:t>
            </a:r>
            <a:endParaRPr lang="ru-RU" sz="1600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7DC1533-9370-4725-B6C3-8F91DE36D0EA}"/>
              </a:ext>
            </a:extLst>
          </p:cNvPr>
          <p:cNvSpPr/>
          <p:nvPr/>
        </p:nvSpPr>
        <p:spPr>
          <a:xfrm>
            <a:off x="1312173" y="4233793"/>
            <a:ext cx="4198108" cy="33855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  <a:cs typeface="Courier New" panose="02070309020205020404" pitchFamily="49" charset="0"/>
              </a:rPr>
              <a:t>Thank you for the data</a:t>
            </a:r>
            <a:endParaRPr lang="ru-RU" sz="1600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849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9176537-1F3D-4864-AA8A-9C910A4C3250}"/>
              </a:ext>
            </a:extLst>
          </p:cNvPr>
          <p:cNvSpPr/>
          <p:nvPr/>
        </p:nvSpPr>
        <p:spPr>
          <a:xfrm>
            <a:off x="0" y="1718814"/>
            <a:ext cx="4641011" cy="3154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37164-FE09-449A-956A-5F88CEC8FDFF}"/>
              </a:ext>
            </a:extLst>
          </p:cNvPr>
          <p:cNvSpPr txBox="1"/>
          <p:nvPr/>
        </p:nvSpPr>
        <p:spPr>
          <a:xfrm>
            <a:off x="621664" y="137099"/>
            <a:ext cx="89261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1"/>
                </a:solidFill>
                <a:latin typeface="+mj-lt"/>
              </a:rPr>
              <a:t>TCP </a:t>
            </a:r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сервер</a:t>
            </a:r>
            <a:r>
              <a:rPr lang="en-US" sz="4400" kern="12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с многопоточной обработкой запросов</a:t>
            </a:r>
            <a:endParaRPr lang="ru-RU" sz="4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3D768DF-3DA5-43E4-A991-3EBA182DEA5E}"/>
              </a:ext>
            </a:extLst>
          </p:cNvPr>
          <p:cNvSpPr/>
          <p:nvPr/>
        </p:nvSpPr>
        <p:spPr>
          <a:xfrm>
            <a:off x="4937057" y="1895692"/>
            <a:ext cx="434410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threading </a:t>
            </a: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socket </a:t>
            </a:r>
          </a:p>
          <a:p>
            <a:endParaRPr lang="en-US" sz="11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+mn-lt"/>
              </a:rPr>
              <a:t>ClientThread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threading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Thread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conn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addr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super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__init__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_connection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conn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_address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addr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</a:rPr>
              <a:t>run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f'Connection from address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_address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data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_connection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recv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1024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f'Received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data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decode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()}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_connection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send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data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_connection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close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f'Closed connection from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_address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endParaRPr lang="en-US" sz="1100" dirty="0">
              <a:effectLst/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32227C-6BE8-4E14-A045-2D5E92BFA1A8}"/>
              </a:ext>
            </a:extLst>
          </p:cNvPr>
          <p:cNvSpPr txBox="1"/>
          <p:nvPr/>
        </p:nvSpPr>
        <p:spPr>
          <a:xfrm>
            <a:off x="632460" y="2280412"/>
            <a:ext cx="3657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  <a:latin typeface="+mn-lt"/>
              </a:rPr>
              <a:t>Для улучшения производительности обработки сетевых подключений на сервере имеет смысл использовать пул потоков, выделяя под работу с каждым подключением отдельный поток</a:t>
            </a:r>
          </a:p>
        </p:txBody>
      </p:sp>
    </p:spTree>
    <p:extLst>
      <p:ext uri="{BB962C8B-B14F-4D97-AF65-F5344CB8AC3E}">
        <p14:creationId xmlns:p14="http://schemas.microsoft.com/office/powerpoint/2010/main" val="737109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0" y="0"/>
            <a:ext cx="415574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6824" y="0"/>
            <a:ext cx="4162567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37164-FE09-449A-956A-5F88CEC8FDFF}"/>
              </a:ext>
            </a:extLst>
          </p:cNvPr>
          <p:cNvSpPr txBox="1"/>
          <p:nvPr/>
        </p:nvSpPr>
        <p:spPr>
          <a:xfrm>
            <a:off x="294337" y="1417588"/>
            <a:ext cx="41557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kern="1200" dirty="0">
                <a:solidFill>
                  <a:schemeClr val="bg1"/>
                </a:solidFill>
                <a:latin typeface="+mj-lt"/>
              </a:rPr>
              <a:t>TCP </a:t>
            </a:r>
            <a:r>
              <a:rPr lang="ru-RU" sz="3600" kern="1200" dirty="0">
                <a:solidFill>
                  <a:schemeClr val="bg1"/>
                </a:solidFill>
                <a:latin typeface="+mj-lt"/>
              </a:rPr>
              <a:t>сервер</a:t>
            </a:r>
            <a:r>
              <a:rPr lang="en-US" sz="3600" kern="1200" dirty="0">
                <a:solidFill>
                  <a:schemeClr val="bg1"/>
                </a:solidFill>
                <a:latin typeface="+mj-lt"/>
              </a:rPr>
              <a:t> </a:t>
            </a:r>
            <a:r>
              <a:rPr lang="ru-RU" sz="3600" kern="1200" dirty="0">
                <a:solidFill>
                  <a:schemeClr val="bg1"/>
                </a:solidFill>
                <a:latin typeface="+mj-lt"/>
              </a:rPr>
              <a:t>с многопоточной обработкой запросов</a:t>
            </a:r>
            <a:endParaRPr lang="ru-RU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FFD9AD4-DCB1-4874-B6CA-355DE38FF2E1}"/>
              </a:ext>
            </a:extLst>
          </p:cNvPr>
          <p:cNvSpPr/>
          <p:nvPr/>
        </p:nvSpPr>
        <p:spPr>
          <a:xfrm>
            <a:off x="4343400" y="313055"/>
            <a:ext cx="469392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00"/>
                </a:solidFill>
                <a:latin typeface="+mn-lt"/>
              </a:rPr>
              <a:t>TcpServer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host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port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host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host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port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port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_socket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_runnning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False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+mn-lt"/>
              </a:rPr>
              <a:t>run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_socket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AF_INET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SOCK_STREAM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    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setsockopt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SOL_SOCKET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SO_REUSEADDR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bind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host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port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listen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_runnning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'Server is up'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_runnning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    conn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addr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accept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    ClientThread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conn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addr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FF00FF"/>
                </a:solidFill>
                <a:latin typeface="+mn-lt"/>
              </a:rPr>
              <a:t>stop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_runnning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False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close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'Server is down'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0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0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srv 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TcpServer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host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808080"/>
                </a:solidFill>
                <a:latin typeface="+mn-lt"/>
              </a:rPr>
              <a:t>'127.0.0.1'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port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dirty="0">
                <a:solidFill>
                  <a:srgbClr val="FF0000"/>
                </a:solidFill>
                <a:latin typeface="+mn-lt"/>
              </a:rPr>
              <a:t>5555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try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srv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run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dirty="0">
                <a:solidFill>
                  <a:srgbClr val="0000FF"/>
                </a:solidFill>
                <a:latin typeface="+mn-lt"/>
              </a:rPr>
              <a:t>except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KeyboardInterrupt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00" dirty="0">
                <a:solidFill>
                  <a:srgbClr val="000000"/>
                </a:solidFill>
                <a:latin typeface="+mn-lt"/>
              </a:rPr>
              <a:t>        srv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stop</a:t>
            </a:r>
            <a:r>
              <a:rPr lang="en-US" sz="10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dirty="0">
                <a:solidFill>
                  <a:srgbClr val="000000"/>
                </a:solidFill>
                <a:latin typeface="+mn-lt"/>
              </a:rPr>
              <a:t> </a:t>
            </a:r>
            <a:endParaRPr lang="en-US" sz="10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734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40D84EC-19BA-423A-A3B2-F1266E8411BB}"/>
              </a:ext>
            </a:extLst>
          </p:cNvPr>
          <p:cNvGrpSpPr/>
          <p:nvPr/>
        </p:nvGrpSpPr>
        <p:grpSpPr>
          <a:xfrm flipH="1">
            <a:off x="5165158" y="2571750"/>
            <a:ext cx="4553212" cy="2759191"/>
            <a:chOff x="-903210" y="2512248"/>
            <a:chExt cx="4553212" cy="2759191"/>
          </a:xfrm>
        </p:grpSpPr>
        <p:sp>
          <p:nvSpPr>
            <p:cNvPr id="10" name="Google Shape;1738;p44">
              <a:extLst>
                <a:ext uri="{FF2B5EF4-FFF2-40B4-BE49-F238E27FC236}">
                  <a16:creationId xmlns:a16="http://schemas.microsoft.com/office/drawing/2014/main" id="{67F7DAAC-BE7E-44DC-93A8-AC45CFA874E1}"/>
                </a:ext>
              </a:extLst>
            </p:cNvPr>
            <p:cNvSpPr/>
            <p:nvPr/>
          </p:nvSpPr>
          <p:spPr>
            <a:xfrm>
              <a:off x="-903210" y="2621786"/>
              <a:ext cx="4553212" cy="2649653"/>
            </a:xfrm>
            <a:custGeom>
              <a:avLst/>
              <a:gdLst/>
              <a:ahLst/>
              <a:cxnLst/>
              <a:rect l="l" t="t" r="r" b="b"/>
              <a:pathLst>
                <a:path w="79073" h="46015" extrusionOk="0">
                  <a:moveTo>
                    <a:pt x="29262" y="1"/>
                  </a:moveTo>
                  <a:cubicBezTo>
                    <a:pt x="18282" y="1"/>
                    <a:pt x="9382" y="8902"/>
                    <a:pt x="9382" y="19881"/>
                  </a:cubicBezTo>
                  <a:cubicBezTo>
                    <a:pt x="9382" y="20126"/>
                    <a:pt x="9392" y="20367"/>
                    <a:pt x="9401" y="20611"/>
                  </a:cubicBezTo>
                  <a:cubicBezTo>
                    <a:pt x="3976" y="22156"/>
                    <a:pt x="0" y="27139"/>
                    <a:pt x="0" y="33059"/>
                  </a:cubicBezTo>
                  <a:cubicBezTo>
                    <a:pt x="0" y="39606"/>
                    <a:pt x="4862" y="45004"/>
                    <a:pt x="11168" y="45877"/>
                  </a:cubicBezTo>
                  <a:lnTo>
                    <a:pt x="11168" y="46015"/>
                  </a:lnTo>
                  <a:lnTo>
                    <a:pt x="69691" y="46015"/>
                  </a:lnTo>
                  <a:cubicBezTo>
                    <a:pt x="74872" y="46015"/>
                    <a:pt x="79072" y="41814"/>
                    <a:pt x="79072" y="36633"/>
                  </a:cubicBezTo>
                  <a:cubicBezTo>
                    <a:pt x="79072" y="31666"/>
                    <a:pt x="75209" y="27611"/>
                    <a:pt x="70325" y="27283"/>
                  </a:cubicBezTo>
                  <a:cubicBezTo>
                    <a:pt x="70488" y="26404"/>
                    <a:pt x="70585" y="25499"/>
                    <a:pt x="70585" y="24571"/>
                  </a:cubicBezTo>
                  <a:cubicBezTo>
                    <a:pt x="70585" y="16429"/>
                    <a:pt x="63985" y="9829"/>
                    <a:pt x="55842" y="9829"/>
                  </a:cubicBezTo>
                  <a:cubicBezTo>
                    <a:pt x="55835" y="9829"/>
                    <a:pt x="55828" y="9829"/>
                    <a:pt x="55820" y="9829"/>
                  </a:cubicBezTo>
                  <a:cubicBezTo>
                    <a:pt x="52910" y="9829"/>
                    <a:pt x="50065" y="10696"/>
                    <a:pt x="47648" y="12318"/>
                  </a:cubicBezTo>
                  <a:cubicBezTo>
                    <a:pt x="44672" y="5091"/>
                    <a:pt x="37563" y="1"/>
                    <a:pt x="292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54;p44">
              <a:extLst>
                <a:ext uri="{FF2B5EF4-FFF2-40B4-BE49-F238E27FC236}">
                  <a16:creationId xmlns:a16="http://schemas.microsoft.com/office/drawing/2014/main" id="{DDF78FF7-9134-4F25-94FF-94264353B556}"/>
                </a:ext>
              </a:extLst>
            </p:cNvPr>
            <p:cNvSpPr/>
            <p:nvPr/>
          </p:nvSpPr>
          <p:spPr>
            <a:xfrm>
              <a:off x="773574" y="4698724"/>
              <a:ext cx="300810" cy="117942"/>
            </a:xfrm>
            <a:custGeom>
              <a:avLst/>
              <a:gdLst/>
              <a:ahLst/>
              <a:cxnLst/>
              <a:rect l="l" t="t" r="r" b="b"/>
              <a:pathLst>
                <a:path w="20404" h="8000" extrusionOk="0">
                  <a:moveTo>
                    <a:pt x="8645" y="1"/>
                  </a:moveTo>
                  <a:lnTo>
                    <a:pt x="948" y="823"/>
                  </a:lnTo>
                  <a:cubicBezTo>
                    <a:pt x="948" y="823"/>
                    <a:pt x="1" y="4548"/>
                    <a:pt x="592" y="5967"/>
                  </a:cubicBezTo>
                  <a:cubicBezTo>
                    <a:pt x="1052" y="7074"/>
                    <a:pt x="1846" y="7222"/>
                    <a:pt x="2985" y="7222"/>
                  </a:cubicBezTo>
                  <a:cubicBezTo>
                    <a:pt x="3307" y="7222"/>
                    <a:pt x="3657" y="7210"/>
                    <a:pt x="4035" y="7204"/>
                  </a:cubicBezTo>
                  <a:cubicBezTo>
                    <a:pt x="4052" y="7204"/>
                    <a:pt x="4071" y="7204"/>
                    <a:pt x="4089" y="7204"/>
                  </a:cubicBezTo>
                  <a:cubicBezTo>
                    <a:pt x="5612" y="7204"/>
                    <a:pt x="11444" y="7999"/>
                    <a:pt x="14477" y="7999"/>
                  </a:cubicBezTo>
                  <a:cubicBezTo>
                    <a:pt x="15077" y="7999"/>
                    <a:pt x="15568" y="7968"/>
                    <a:pt x="15894" y="7894"/>
                  </a:cubicBezTo>
                  <a:cubicBezTo>
                    <a:pt x="17886" y="7437"/>
                    <a:pt x="19873" y="6552"/>
                    <a:pt x="20138" y="5121"/>
                  </a:cubicBezTo>
                  <a:cubicBezTo>
                    <a:pt x="20403" y="3690"/>
                    <a:pt x="16698" y="4170"/>
                    <a:pt x="14837" y="3768"/>
                  </a:cubicBezTo>
                  <a:cubicBezTo>
                    <a:pt x="12975" y="3367"/>
                    <a:pt x="8645" y="1"/>
                    <a:pt x="86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55;p44">
              <a:extLst>
                <a:ext uri="{FF2B5EF4-FFF2-40B4-BE49-F238E27FC236}">
                  <a16:creationId xmlns:a16="http://schemas.microsoft.com/office/drawing/2014/main" id="{A7EDB1CB-BE81-4429-AE61-0FA2CFF9CA5E}"/>
                </a:ext>
              </a:extLst>
            </p:cNvPr>
            <p:cNvSpPr/>
            <p:nvPr/>
          </p:nvSpPr>
          <p:spPr>
            <a:xfrm>
              <a:off x="769255" y="4694523"/>
              <a:ext cx="306103" cy="126330"/>
            </a:xfrm>
            <a:custGeom>
              <a:avLst/>
              <a:gdLst/>
              <a:ahLst/>
              <a:cxnLst/>
              <a:rect l="l" t="t" r="r" b="b"/>
              <a:pathLst>
                <a:path w="20763" h="8569" extrusionOk="0">
                  <a:moveTo>
                    <a:pt x="8854" y="582"/>
                  </a:moveTo>
                  <a:cubicBezTo>
                    <a:pt x="9508" y="1084"/>
                    <a:pt x="13296" y="3950"/>
                    <a:pt x="15069" y="4332"/>
                  </a:cubicBezTo>
                  <a:cubicBezTo>
                    <a:pt x="15679" y="4464"/>
                    <a:pt x="16477" y="4504"/>
                    <a:pt x="17248" y="4543"/>
                  </a:cubicBezTo>
                  <a:cubicBezTo>
                    <a:pt x="18430" y="4603"/>
                    <a:pt x="19771" y="4670"/>
                    <a:pt x="20096" y="5080"/>
                  </a:cubicBezTo>
                  <a:cubicBezTo>
                    <a:pt x="20135" y="5131"/>
                    <a:pt x="20178" y="5207"/>
                    <a:pt x="20150" y="5354"/>
                  </a:cubicBezTo>
                  <a:cubicBezTo>
                    <a:pt x="19950" y="6433"/>
                    <a:pt x="18483" y="7360"/>
                    <a:pt x="16122" y="7900"/>
                  </a:cubicBezTo>
                  <a:cubicBezTo>
                    <a:pt x="15819" y="7970"/>
                    <a:pt x="15355" y="7999"/>
                    <a:pt x="14783" y="7999"/>
                  </a:cubicBezTo>
                  <a:cubicBezTo>
                    <a:pt x="13010" y="7999"/>
                    <a:pt x="10210" y="7719"/>
                    <a:pt x="8021" y="7501"/>
                  </a:cubicBezTo>
                  <a:cubicBezTo>
                    <a:pt x="6419" y="7342"/>
                    <a:pt x="5028" y="7203"/>
                    <a:pt x="4380" y="7203"/>
                  </a:cubicBezTo>
                  <a:lnTo>
                    <a:pt x="4324" y="7203"/>
                  </a:lnTo>
                  <a:lnTo>
                    <a:pt x="3895" y="7212"/>
                  </a:lnTo>
                  <a:cubicBezTo>
                    <a:pt x="3690" y="7216"/>
                    <a:pt x="3499" y="7220"/>
                    <a:pt x="3322" y="7220"/>
                  </a:cubicBezTo>
                  <a:cubicBezTo>
                    <a:pt x="2132" y="7220"/>
                    <a:pt x="1537" y="7076"/>
                    <a:pt x="1148" y="6142"/>
                  </a:cubicBezTo>
                  <a:cubicBezTo>
                    <a:pt x="720" y="5115"/>
                    <a:pt x="1198" y="2512"/>
                    <a:pt x="1470" y="1371"/>
                  </a:cubicBezTo>
                  <a:lnTo>
                    <a:pt x="8854" y="582"/>
                  </a:lnTo>
                  <a:close/>
                  <a:moveTo>
                    <a:pt x="8940" y="0"/>
                  </a:moveTo>
                  <a:cubicBezTo>
                    <a:pt x="8929" y="0"/>
                    <a:pt x="8918" y="1"/>
                    <a:pt x="8907" y="2"/>
                  </a:cubicBezTo>
                  <a:lnTo>
                    <a:pt x="1210" y="824"/>
                  </a:lnTo>
                  <a:cubicBezTo>
                    <a:pt x="1092" y="837"/>
                    <a:pt x="993" y="922"/>
                    <a:pt x="963" y="1038"/>
                  </a:cubicBezTo>
                  <a:cubicBezTo>
                    <a:pt x="924" y="1194"/>
                    <a:pt x="0" y="4873"/>
                    <a:pt x="621" y="6363"/>
                  </a:cubicBezTo>
                  <a:cubicBezTo>
                    <a:pt x="1145" y="7622"/>
                    <a:pt x="2079" y="7792"/>
                    <a:pt x="3268" y="7792"/>
                  </a:cubicBezTo>
                  <a:cubicBezTo>
                    <a:pt x="3474" y="7792"/>
                    <a:pt x="3688" y="7787"/>
                    <a:pt x="3908" y="7782"/>
                  </a:cubicBezTo>
                  <a:lnTo>
                    <a:pt x="4332" y="7774"/>
                  </a:lnTo>
                  <a:cubicBezTo>
                    <a:pt x="4931" y="7779"/>
                    <a:pt x="6332" y="7907"/>
                    <a:pt x="7965" y="8070"/>
                  </a:cubicBezTo>
                  <a:cubicBezTo>
                    <a:pt x="10260" y="8298"/>
                    <a:pt x="12971" y="8569"/>
                    <a:pt x="14765" y="8569"/>
                  </a:cubicBezTo>
                  <a:cubicBezTo>
                    <a:pt x="15391" y="8569"/>
                    <a:pt x="15905" y="8535"/>
                    <a:pt x="16251" y="8457"/>
                  </a:cubicBezTo>
                  <a:cubicBezTo>
                    <a:pt x="17774" y="8108"/>
                    <a:pt x="20379" y="7255"/>
                    <a:pt x="20711" y="5459"/>
                  </a:cubicBezTo>
                  <a:cubicBezTo>
                    <a:pt x="20762" y="5184"/>
                    <a:pt x="20705" y="4930"/>
                    <a:pt x="20544" y="4727"/>
                  </a:cubicBezTo>
                  <a:cubicBezTo>
                    <a:pt x="20059" y="4114"/>
                    <a:pt x="18708" y="4045"/>
                    <a:pt x="17276" y="3972"/>
                  </a:cubicBezTo>
                  <a:cubicBezTo>
                    <a:pt x="16528" y="3936"/>
                    <a:pt x="15755" y="3896"/>
                    <a:pt x="15190" y="3775"/>
                  </a:cubicBezTo>
                  <a:cubicBezTo>
                    <a:pt x="13413" y="3390"/>
                    <a:pt x="9156" y="94"/>
                    <a:pt x="9113" y="61"/>
                  </a:cubicBezTo>
                  <a:cubicBezTo>
                    <a:pt x="9064" y="21"/>
                    <a:pt x="9003" y="0"/>
                    <a:pt x="8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56;p44">
              <a:extLst>
                <a:ext uri="{FF2B5EF4-FFF2-40B4-BE49-F238E27FC236}">
                  <a16:creationId xmlns:a16="http://schemas.microsoft.com/office/drawing/2014/main" id="{0F6910AC-210C-42C7-9A64-A74753593581}"/>
                </a:ext>
              </a:extLst>
            </p:cNvPr>
            <p:cNvSpPr/>
            <p:nvPr/>
          </p:nvSpPr>
          <p:spPr>
            <a:xfrm>
              <a:off x="883702" y="4698724"/>
              <a:ext cx="76367" cy="50744"/>
            </a:xfrm>
            <a:custGeom>
              <a:avLst/>
              <a:gdLst/>
              <a:ahLst/>
              <a:cxnLst/>
              <a:rect l="l" t="t" r="r" b="b"/>
              <a:pathLst>
                <a:path w="5180" h="3442" extrusionOk="0">
                  <a:moveTo>
                    <a:pt x="1175" y="1"/>
                  </a:moveTo>
                  <a:lnTo>
                    <a:pt x="248" y="100"/>
                  </a:lnTo>
                  <a:lnTo>
                    <a:pt x="0" y="1112"/>
                  </a:lnTo>
                  <a:cubicBezTo>
                    <a:pt x="0" y="1112"/>
                    <a:pt x="1738" y="2800"/>
                    <a:pt x="3268" y="3350"/>
                  </a:cubicBezTo>
                  <a:cubicBezTo>
                    <a:pt x="3445" y="3414"/>
                    <a:pt x="3615" y="3442"/>
                    <a:pt x="3779" y="3442"/>
                  </a:cubicBezTo>
                  <a:cubicBezTo>
                    <a:pt x="4336" y="3442"/>
                    <a:pt x="4816" y="3119"/>
                    <a:pt x="5180" y="2759"/>
                  </a:cubicBezTo>
                  <a:cubicBezTo>
                    <a:pt x="3275" y="1633"/>
                    <a:pt x="1175" y="1"/>
                    <a:pt x="1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57;p44">
              <a:extLst>
                <a:ext uri="{FF2B5EF4-FFF2-40B4-BE49-F238E27FC236}">
                  <a16:creationId xmlns:a16="http://schemas.microsoft.com/office/drawing/2014/main" id="{8C759356-3E15-47A7-8DC1-C902134B7FF0}"/>
                </a:ext>
              </a:extLst>
            </p:cNvPr>
            <p:cNvSpPr/>
            <p:nvPr/>
          </p:nvSpPr>
          <p:spPr>
            <a:xfrm>
              <a:off x="879265" y="4694508"/>
              <a:ext cx="85729" cy="59177"/>
            </a:xfrm>
            <a:custGeom>
              <a:avLst/>
              <a:gdLst/>
              <a:ahLst/>
              <a:cxnLst/>
              <a:rect l="l" t="t" r="r" b="b"/>
              <a:pathLst>
                <a:path w="5815" h="4014" extrusionOk="0">
                  <a:moveTo>
                    <a:pt x="1393" y="583"/>
                  </a:moveTo>
                  <a:cubicBezTo>
                    <a:pt x="1792" y="888"/>
                    <a:pt x="3423" y="2120"/>
                    <a:pt x="4999" y="3089"/>
                  </a:cubicBezTo>
                  <a:cubicBezTo>
                    <a:pt x="4691" y="3324"/>
                    <a:pt x="4383" y="3441"/>
                    <a:pt x="4079" y="3441"/>
                  </a:cubicBezTo>
                  <a:cubicBezTo>
                    <a:pt x="3940" y="3441"/>
                    <a:pt x="3802" y="3417"/>
                    <a:pt x="3665" y="3368"/>
                  </a:cubicBezTo>
                  <a:cubicBezTo>
                    <a:pt x="2433" y="2925"/>
                    <a:pt x="1029" y="1683"/>
                    <a:pt x="619" y="1305"/>
                  </a:cubicBezTo>
                  <a:lnTo>
                    <a:pt x="780" y="649"/>
                  </a:lnTo>
                  <a:lnTo>
                    <a:pt x="1393" y="583"/>
                  </a:lnTo>
                  <a:close/>
                  <a:moveTo>
                    <a:pt x="1472" y="1"/>
                  </a:moveTo>
                  <a:cubicBezTo>
                    <a:pt x="1463" y="1"/>
                    <a:pt x="1454" y="1"/>
                    <a:pt x="1445" y="2"/>
                  </a:cubicBezTo>
                  <a:lnTo>
                    <a:pt x="519" y="102"/>
                  </a:lnTo>
                  <a:cubicBezTo>
                    <a:pt x="399" y="114"/>
                    <a:pt x="300" y="201"/>
                    <a:pt x="272" y="317"/>
                  </a:cubicBezTo>
                  <a:lnTo>
                    <a:pt x="24" y="1330"/>
                  </a:lnTo>
                  <a:cubicBezTo>
                    <a:pt x="0" y="1428"/>
                    <a:pt x="30" y="1532"/>
                    <a:pt x="103" y="1602"/>
                  </a:cubicBezTo>
                  <a:cubicBezTo>
                    <a:pt x="175" y="1673"/>
                    <a:pt x="1902" y="3341"/>
                    <a:pt x="3473" y="3905"/>
                  </a:cubicBezTo>
                  <a:cubicBezTo>
                    <a:pt x="3667" y="3976"/>
                    <a:pt x="3873" y="4013"/>
                    <a:pt x="4080" y="4014"/>
                  </a:cubicBezTo>
                  <a:cubicBezTo>
                    <a:pt x="4626" y="4014"/>
                    <a:pt x="5170" y="3755"/>
                    <a:pt x="5682" y="3247"/>
                  </a:cubicBezTo>
                  <a:cubicBezTo>
                    <a:pt x="5814" y="3116"/>
                    <a:pt x="5787" y="2894"/>
                    <a:pt x="5625" y="2799"/>
                  </a:cubicBezTo>
                  <a:cubicBezTo>
                    <a:pt x="3760" y="1695"/>
                    <a:pt x="1671" y="77"/>
                    <a:pt x="1651" y="61"/>
                  </a:cubicBezTo>
                  <a:cubicBezTo>
                    <a:pt x="1599" y="22"/>
                    <a:pt x="1536" y="1"/>
                    <a:pt x="1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58;p44">
              <a:extLst>
                <a:ext uri="{FF2B5EF4-FFF2-40B4-BE49-F238E27FC236}">
                  <a16:creationId xmlns:a16="http://schemas.microsoft.com/office/drawing/2014/main" id="{C2169B74-6EDA-413D-8058-E8CA5CB0892B}"/>
                </a:ext>
              </a:extLst>
            </p:cNvPr>
            <p:cNvSpPr/>
            <p:nvPr/>
          </p:nvSpPr>
          <p:spPr>
            <a:xfrm>
              <a:off x="780754" y="4770757"/>
              <a:ext cx="289945" cy="45909"/>
            </a:xfrm>
            <a:custGeom>
              <a:avLst/>
              <a:gdLst/>
              <a:ahLst/>
              <a:cxnLst/>
              <a:rect l="l" t="t" r="r" b="b"/>
              <a:pathLst>
                <a:path w="19667" h="3114" extrusionOk="0">
                  <a:moveTo>
                    <a:pt x="19655" y="1"/>
                  </a:moveTo>
                  <a:lnTo>
                    <a:pt x="19655" y="1"/>
                  </a:lnTo>
                  <a:cubicBezTo>
                    <a:pt x="19010" y="364"/>
                    <a:pt x="17816" y="950"/>
                    <a:pt x="16098" y="1427"/>
                  </a:cubicBezTo>
                  <a:cubicBezTo>
                    <a:pt x="15225" y="1670"/>
                    <a:pt x="14275" y="1765"/>
                    <a:pt x="13244" y="1765"/>
                  </a:cubicBezTo>
                  <a:cubicBezTo>
                    <a:pt x="11086" y="1765"/>
                    <a:pt x="8574" y="1349"/>
                    <a:pt x="5671" y="1003"/>
                  </a:cubicBezTo>
                  <a:cubicBezTo>
                    <a:pt x="3774" y="778"/>
                    <a:pt x="2218" y="715"/>
                    <a:pt x="1070" y="715"/>
                  </a:cubicBezTo>
                  <a:cubicBezTo>
                    <a:pt x="661" y="715"/>
                    <a:pt x="303" y="723"/>
                    <a:pt x="1" y="734"/>
                  </a:cubicBezTo>
                  <a:cubicBezTo>
                    <a:pt x="25" y="853"/>
                    <a:pt x="59" y="969"/>
                    <a:pt x="104" y="1082"/>
                  </a:cubicBezTo>
                  <a:cubicBezTo>
                    <a:pt x="565" y="2188"/>
                    <a:pt x="1358" y="2336"/>
                    <a:pt x="2497" y="2336"/>
                  </a:cubicBezTo>
                  <a:cubicBezTo>
                    <a:pt x="2820" y="2336"/>
                    <a:pt x="3170" y="2324"/>
                    <a:pt x="3548" y="2318"/>
                  </a:cubicBezTo>
                  <a:cubicBezTo>
                    <a:pt x="3565" y="2318"/>
                    <a:pt x="3583" y="2318"/>
                    <a:pt x="3602" y="2318"/>
                  </a:cubicBezTo>
                  <a:cubicBezTo>
                    <a:pt x="5124" y="2318"/>
                    <a:pt x="10957" y="3113"/>
                    <a:pt x="13990" y="3113"/>
                  </a:cubicBezTo>
                  <a:cubicBezTo>
                    <a:pt x="14590" y="3113"/>
                    <a:pt x="15081" y="3082"/>
                    <a:pt x="15407" y="3008"/>
                  </a:cubicBezTo>
                  <a:cubicBezTo>
                    <a:pt x="17398" y="2551"/>
                    <a:pt x="19384" y="1666"/>
                    <a:pt x="19650" y="235"/>
                  </a:cubicBezTo>
                  <a:cubicBezTo>
                    <a:pt x="19665" y="158"/>
                    <a:pt x="19666" y="79"/>
                    <a:pt x="19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59;p44">
              <a:extLst>
                <a:ext uri="{FF2B5EF4-FFF2-40B4-BE49-F238E27FC236}">
                  <a16:creationId xmlns:a16="http://schemas.microsoft.com/office/drawing/2014/main" id="{0FAB2518-5419-4104-A9C9-F85617F055C3}"/>
                </a:ext>
              </a:extLst>
            </p:cNvPr>
            <p:cNvSpPr/>
            <p:nvPr/>
          </p:nvSpPr>
          <p:spPr>
            <a:xfrm>
              <a:off x="776081" y="4766541"/>
              <a:ext cx="298864" cy="54312"/>
            </a:xfrm>
            <a:custGeom>
              <a:avLst/>
              <a:gdLst/>
              <a:ahLst/>
              <a:cxnLst/>
              <a:rect l="l" t="t" r="r" b="b"/>
              <a:pathLst>
                <a:path w="20272" h="3684" extrusionOk="0">
                  <a:moveTo>
                    <a:pt x="19574" y="820"/>
                  </a:moveTo>
                  <a:lnTo>
                    <a:pt x="19574" y="820"/>
                  </a:lnTo>
                  <a:cubicBezTo>
                    <a:pt x="19151" y="1748"/>
                    <a:pt x="17759" y="2535"/>
                    <a:pt x="15659" y="3015"/>
                  </a:cubicBezTo>
                  <a:cubicBezTo>
                    <a:pt x="15356" y="3085"/>
                    <a:pt x="14892" y="3114"/>
                    <a:pt x="14321" y="3114"/>
                  </a:cubicBezTo>
                  <a:cubicBezTo>
                    <a:pt x="12548" y="3114"/>
                    <a:pt x="9748" y="2834"/>
                    <a:pt x="7558" y="2616"/>
                  </a:cubicBezTo>
                  <a:cubicBezTo>
                    <a:pt x="5956" y="2457"/>
                    <a:pt x="4565" y="2318"/>
                    <a:pt x="3917" y="2318"/>
                  </a:cubicBezTo>
                  <a:lnTo>
                    <a:pt x="3861" y="2318"/>
                  </a:lnTo>
                  <a:lnTo>
                    <a:pt x="3432" y="2327"/>
                  </a:lnTo>
                  <a:cubicBezTo>
                    <a:pt x="3221" y="2332"/>
                    <a:pt x="3026" y="2335"/>
                    <a:pt x="2844" y="2335"/>
                  </a:cubicBezTo>
                  <a:cubicBezTo>
                    <a:pt x="1680" y="2335"/>
                    <a:pt x="1089" y="2191"/>
                    <a:pt x="700" y="1294"/>
                  </a:cubicBezTo>
                  <a:cubicBezTo>
                    <a:pt x="914" y="1289"/>
                    <a:pt x="1148" y="1286"/>
                    <a:pt x="1400" y="1286"/>
                  </a:cubicBezTo>
                  <a:cubicBezTo>
                    <a:pt x="2548" y="1286"/>
                    <a:pt x="4088" y="1351"/>
                    <a:pt x="5955" y="1573"/>
                  </a:cubicBezTo>
                  <a:cubicBezTo>
                    <a:pt x="6670" y="1657"/>
                    <a:pt x="7361" y="1748"/>
                    <a:pt x="8030" y="1834"/>
                  </a:cubicBezTo>
                  <a:cubicBezTo>
                    <a:pt x="10050" y="2094"/>
                    <a:pt x="11901" y="2334"/>
                    <a:pt x="13563" y="2334"/>
                  </a:cubicBezTo>
                  <a:cubicBezTo>
                    <a:pt x="14618" y="2334"/>
                    <a:pt x="15596" y="2237"/>
                    <a:pt x="16492" y="1988"/>
                  </a:cubicBezTo>
                  <a:cubicBezTo>
                    <a:pt x="17825" y="1617"/>
                    <a:pt x="18851" y="1183"/>
                    <a:pt x="19574" y="820"/>
                  </a:cubicBezTo>
                  <a:close/>
                  <a:moveTo>
                    <a:pt x="19972" y="1"/>
                  </a:moveTo>
                  <a:cubicBezTo>
                    <a:pt x="19925" y="1"/>
                    <a:pt x="19877" y="12"/>
                    <a:pt x="19832" y="38"/>
                  </a:cubicBezTo>
                  <a:cubicBezTo>
                    <a:pt x="19149" y="424"/>
                    <a:pt x="17990" y="979"/>
                    <a:pt x="16339" y="1439"/>
                  </a:cubicBezTo>
                  <a:cubicBezTo>
                    <a:pt x="15489" y="1675"/>
                    <a:pt x="14569" y="1768"/>
                    <a:pt x="13564" y="1768"/>
                  </a:cubicBezTo>
                  <a:cubicBezTo>
                    <a:pt x="11973" y="1768"/>
                    <a:pt x="10171" y="1535"/>
                    <a:pt x="8103" y="1267"/>
                  </a:cubicBezTo>
                  <a:cubicBezTo>
                    <a:pt x="7433" y="1181"/>
                    <a:pt x="6739" y="1091"/>
                    <a:pt x="6022" y="1006"/>
                  </a:cubicBezTo>
                  <a:cubicBezTo>
                    <a:pt x="4119" y="780"/>
                    <a:pt x="2551" y="715"/>
                    <a:pt x="1381" y="715"/>
                  </a:cubicBezTo>
                  <a:cubicBezTo>
                    <a:pt x="974" y="715"/>
                    <a:pt x="615" y="723"/>
                    <a:pt x="307" y="735"/>
                  </a:cubicBezTo>
                  <a:cubicBezTo>
                    <a:pt x="130" y="741"/>
                    <a:pt x="0" y="907"/>
                    <a:pt x="39" y="1081"/>
                  </a:cubicBezTo>
                  <a:cubicBezTo>
                    <a:pt x="68" y="1217"/>
                    <a:pt x="107" y="1350"/>
                    <a:pt x="158" y="1478"/>
                  </a:cubicBezTo>
                  <a:cubicBezTo>
                    <a:pt x="682" y="2737"/>
                    <a:pt x="1616" y="2907"/>
                    <a:pt x="2805" y="2907"/>
                  </a:cubicBezTo>
                  <a:cubicBezTo>
                    <a:pt x="3011" y="2907"/>
                    <a:pt x="3225" y="2902"/>
                    <a:pt x="3445" y="2897"/>
                  </a:cubicBezTo>
                  <a:lnTo>
                    <a:pt x="3869" y="2889"/>
                  </a:lnTo>
                  <a:cubicBezTo>
                    <a:pt x="4468" y="2894"/>
                    <a:pt x="5869" y="3022"/>
                    <a:pt x="7502" y="3185"/>
                  </a:cubicBezTo>
                  <a:cubicBezTo>
                    <a:pt x="9797" y="3413"/>
                    <a:pt x="12508" y="3684"/>
                    <a:pt x="14302" y="3684"/>
                  </a:cubicBezTo>
                  <a:cubicBezTo>
                    <a:pt x="14928" y="3684"/>
                    <a:pt x="15442" y="3650"/>
                    <a:pt x="15788" y="3572"/>
                  </a:cubicBezTo>
                  <a:cubicBezTo>
                    <a:pt x="17311" y="3223"/>
                    <a:pt x="19916" y="2370"/>
                    <a:pt x="20248" y="573"/>
                  </a:cubicBezTo>
                  <a:cubicBezTo>
                    <a:pt x="20269" y="464"/>
                    <a:pt x="20271" y="353"/>
                    <a:pt x="20254" y="243"/>
                  </a:cubicBezTo>
                  <a:cubicBezTo>
                    <a:pt x="20232" y="96"/>
                    <a:pt x="20106" y="1"/>
                    <a:pt x="19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60;p44">
              <a:extLst>
                <a:ext uri="{FF2B5EF4-FFF2-40B4-BE49-F238E27FC236}">
                  <a16:creationId xmlns:a16="http://schemas.microsoft.com/office/drawing/2014/main" id="{089266D9-83CE-4FCA-A8DD-EEEBFF90F27C}"/>
                </a:ext>
              </a:extLst>
            </p:cNvPr>
            <p:cNvSpPr/>
            <p:nvPr/>
          </p:nvSpPr>
          <p:spPr>
            <a:xfrm>
              <a:off x="543101" y="3520738"/>
              <a:ext cx="432006" cy="1190798"/>
            </a:xfrm>
            <a:custGeom>
              <a:avLst/>
              <a:gdLst/>
              <a:ahLst/>
              <a:cxnLst/>
              <a:rect l="l" t="t" r="r" b="b"/>
              <a:pathLst>
                <a:path w="29303" h="80772" extrusionOk="0">
                  <a:moveTo>
                    <a:pt x="1166" y="0"/>
                  </a:moveTo>
                  <a:cubicBezTo>
                    <a:pt x="1166" y="0"/>
                    <a:pt x="1076" y="13849"/>
                    <a:pt x="1007" y="19132"/>
                  </a:cubicBezTo>
                  <a:cubicBezTo>
                    <a:pt x="940" y="24415"/>
                    <a:pt x="2288" y="43816"/>
                    <a:pt x="2012" y="44535"/>
                  </a:cubicBezTo>
                  <a:cubicBezTo>
                    <a:pt x="1737" y="45252"/>
                    <a:pt x="1" y="57928"/>
                    <a:pt x="902" y="61056"/>
                  </a:cubicBezTo>
                  <a:cubicBezTo>
                    <a:pt x="1802" y="64184"/>
                    <a:pt x="3304" y="80772"/>
                    <a:pt x="3304" y="80772"/>
                  </a:cubicBezTo>
                  <a:lnTo>
                    <a:pt x="10439" y="80528"/>
                  </a:lnTo>
                  <a:cubicBezTo>
                    <a:pt x="10439" y="80528"/>
                    <a:pt x="11241" y="56390"/>
                    <a:pt x="12072" y="54665"/>
                  </a:cubicBezTo>
                  <a:cubicBezTo>
                    <a:pt x="12905" y="52941"/>
                    <a:pt x="13214" y="44513"/>
                    <a:pt x="13608" y="42081"/>
                  </a:cubicBezTo>
                  <a:cubicBezTo>
                    <a:pt x="14002" y="39648"/>
                    <a:pt x="15785" y="24348"/>
                    <a:pt x="15785" y="24348"/>
                  </a:cubicBezTo>
                  <a:cubicBezTo>
                    <a:pt x="15785" y="24348"/>
                    <a:pt x="18043" y="42732"/>
                    <a:pt x="17681" y="47448"/>
                  </a:cubicBezTo>
                  <a:cubicBezTo>
                    <a:pt x="17320" y="52163"/>
                    <a:pt x="15241" y="56618"/>
                    <a:pt x="15871" y="60750"/>
                  </a:cubicBezTo>
                  <a:cubicBezTo>
                    <a:pt x="16500" y="64881"/>
                    <a:pt x="16581" y="80726"/>
                    <a:pt x="16581" y="80726"/>
                  </a:cubicBezTo>
                  <a:lnTo>
                    <a:pt x="23688" y="78628"/>
                  </a:lnTo>
                  <a:cubicBezTo>
                    <a:pt x="23688" y="78628"/>
                    <a:pt x="25156" y="71326"/>
                    <a:pt x="25134" y="69756"/>
                  </a:cubicBezTo>
                  <a:cubicBezTo>
                    <a:pt x="25111" y="68186"/>
                    <a:pt x="24921" y="64762"/>
                    <a:pt x="25178" y="62760"/>
                  </a:cubicBezTo>
                  <a:cubicBezTo>
                    <a:pt x="25435" y="60758"/>
                    <a:pt x="29072" y="45288"/>
                    <a:pt x="29150" y="40719"/>
                  </a:cubicBezTo>
                  <a:cubicBezTo>
                    <a:pt x="29228" y="36150"/>
                    <a:pt x="29302" y="888"/>
                    <a:pt x="29302" y="887"/>
                  </a:cubicBezTo>
                  <a:lnTo>
                    <a:pt x="29302" y="887"/>
                  </a:lnTo>
                  <a:cubicBezTo>
                    <a:pt x="29302" y="887"/>
                    <a:pt x="23480" y="2458"/>
                    <a:pt x="15937" y="2458"/>
                  </a:cubicBezTo>
                  <a:cubicBezTo>
                    <a:pt x="11343" y="2458"/>
                    <a:pt x="6110" y="1876"/>
                    <a:pt x="1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61;p44">
              <a:extLst>
                <a:ext uri="{FF2B5EF4-FFF2-40B4-BE49-F238E27FC236}">
                  <a16:creationId xmlns:a16="http://schemas.microsoft.com/office/drawing/2014/main" id="{EEBF5B1C-BF90-45FD-A524-8CCAA2AA2F5C}"/>
                </a:ext>
              </a:extLst>
            </p:cNvPr>
            <p:cNvSpPr/>
            <p:nvPr/>
          </p:nvSpPr>
          <p:spPr>
            <a:xfrm>
              <a:off x="538708" y="3516506"/>
              <a:ext cx="440601" cy="1199246"/>
            </a:xfrm>
            <a:custGeom>
              <a:avLst/>
              <a:gdLst/>
              <a:ahLst/>
              <a:cxnLst/>
              <a:rect l="l" t="t" r="r" b="b"/>
              <a:pathLst>
                <a:path w="29886" h="81345" extrusionOk="0">
                  <a:moveTo>
                    <a:pt x="1747" y="697"/>
                  </a:moveTo>
                  <a:cubicBezTo>
                    <a:pt x="6586" y="2462"/>
                    <a:pt x="11700" y="3016"/>
                    <a:pt x="16210" y="3016"/>
                  </a:cubicBezTo>
                  <a:cubicBezTo>
                    <a:pt x="22690" y="3016"/>
                    <a:pt x="27925" y="1873"/>
                    <a:pt x="29313" y="1539"/>
                  </a:cubicBezTo>
                  <a:lnTo>
                    <a:pt x="29313" y="1539"/>
                  </a:lnTo>
                  <a:cubicBezTo>
                    <a:pt x="29305" y="5306"/>
                    <a:pt x="29235" y="36737"/>
                    <a:pt x="29161" y="41001"/>
                  </a:cubicBezTo>
                  <a:cubicBezTo>
                    <a:pt x="29108" y="44166"/>
                    <a:pt x="27334" y="52597"/>
                    <a:pt x="26160" y="58176"/>
                  </a:cubicBezTo>
                  <a:cubicBezTo>
                    <a:pt x="25643" y="60626"/>
                    <a:pt x="25271" y="62396"/>
                    <a:pt x="25192" y="63011"/>
                  </a:cubicBezTo>
                  <a:cubicBezTo>
                    <a:pt x="24988" y="64598"/>
                    <a:pt x="25060" y="67022"/>
                    <a:pt x="25114" y="68793"/>
                  </a:cubicBezTo>
                  <a:cubicBezTo>
                    <a:pt x="25128" y="69276"/>
                    <a:pt x="25141" y="69705"/>
                    <a:pt x="25146" y="70047"/>
                  </a:cubicBezTo>
                  <a:cubicBezTo>
                    <a:pt x="25166" y="71437"/>
                    <a:pt x="23958" y="77587"/>
                    <a:pt x="23740" y="78690"/>
                  </a:cubicBezTo>
                  <a:lnTo>
                    <a:pt x="17161" y="80631"/>
                  </a:lnTo>
                  <a:cubicBezTo>
                    <a:pt x="17144" y="78143"/>
                    <a:pt x="17029" y="64792"/>
                    <a:pt x="16450" y="60994"/>
                  </a:cubicBezTo>
                  <a:cubicBezTo>
                    <a:pt x="16082" y="58580"/>
                    <a:pt x="16661" y="56048"/>
                    <a:pt x="17273" y="53366"/>
                  </a:cubicBezTo>
                  <a:cubicBezTo>
                    <a:pt x="17687" y="51552"/>
                    <a:pt x="18116" y="49677"/>
                    <a:pt x="18264" y="47756"/>
                  </a:cubicBezTo>
                  <a:cubicBezTo>
                    <a:pt x="18623" y="43066"/>
                    <a:pt x="16458" y="25351"/>
                    <a:pt x="16365" y="24600"/>
                  </a:cubicBezTo>
                  <a:cubicBezTo>
                    <a:pt x="16348" y="24456"/>
                    <a:pt x="16226" y="24349"/>
                    <a:pt x="16083" y="24349"/>
                  </a:cubicBezTo>
                  <a:lnTo>
                    <a:pt x="16082" y="24349"/>
                  </a:lnTo>
                  <a:cubicBezTo>
                    <a:pt x="15937" y="24349"/>
                    <a:pt x="15815" y="24458"/>
                    <a:pt x="15799" y="24601"/>
                  </a:cubicBezTo>
                  <a:cubicBezTo>
                    <a:pt x="15782" y="24754"/>
                    <a:pt x="14013" y="39924"/>
                    <a:pt x="13625" y="42321"/>
                  </a:cubicBezTo>
                  <a:cubicBezTo>
                    <a:pt x="13486" y="43180"/>
                    <a:pt x="13361" y="44734"/>
                    <a:pt x="13215" y="46532"/>
                  </a:cubicBezTo>
                  <a:cubicBezTo>
                    <a:pt x="12956" y="49749"/>
                    <a:pt x="12633" y="53752"/>
                    <a:pt x="12114" y="54828"/>
                  </a:cubicBezTo>
                  <a:cubicBezTo>
                    <a:pt x="11303" y="56508"/>
                    <a:pt x="10556" y="77760"/>
                    <a:pt x="10460" y="80539"/>
                  </a:cubicBezTo>
                  <a:lnTo>
                    <a:pt x="3862" y="80764"/>
                  </a:lnTo>
                  <a:cubicBezTo>
                    <a:pt x="3658" y="78536"/>
                    <a:pt x="2320" y="64201"/>
                    <a:pt x="1474" y="61264"/>
                  </a:cubicBezTo>
                  <a:cubicBezTo>
                    <a:pt x="606" y="58248"/>
                    <a:pt x="2276" y="45709"/>
                    <a:pt x="2576" y="44923"/>
                  </a:cubicBezTo>
                  <a:cubicBezTo>
                    <a:pt x="2719" y="44553"/>
                    <a:pt x="2576" y="41541"/>
                    <a:pt x="2192" y="34234"/>
                  </a:cubicBezTo>
                  <a:cubicBezTo>
                    <a:pt x="1895" y="28556"/>
                    <a:pt x="1556" y="22120"/>
                    <a:pt x="1591" y="19423"/>
                  </a:cubicBezTo>
                  <a:cubicBezTo>
                    <a:pt x="1652" y="14708"/>
                    <a:pt x="1731" y="3030"/>
                    <a:pt x="1747" y="697"/>
                  </a:cubicBezTo>
                  <a:close/>
                  <a:moveTo>
                    <a:pt x="1464" y="1"/>
                  </a:moveTo>
                  <a:cubicBezTo>
                    <a:pt x="1313" y="1"/>
                    <a:pt x="1179" y="122"/>
                    <a:pt x="1178" y="286"/>
                  </a:cubicBezTo>
                  <a:cubicBezTo>
                    <a:pt x="1178" y="424"/>
                    <a:pt x="1088" y="14193"/>
                    <a:pt x="1021" y="19415"/>
                  </a:cubicBezTo>
                  <a:cubicBezTo>
                    <a:pt x="985" y="22131"/>
                    <a:pt x="1324" y="28577"/>
                    <a:pt x="1623" y="34264"/>
                  </a:cubicBezTo>
                  <a:cubicBezTo>
                    <a:pt x="1880" y="39188"/>
                    <a:pt x="2149" y="44279"/>
                    <a:pt x="2044" y="44719"/>
                  </a:cubicBezTo>
                  <a:cubicBezTo>
                    <a:pt x="1734" y="45529"/>
                    <a:pt x="1" y="58213"/>
                    <a:pt x="925" y="61423"/>
                  </a:cubicBezTo>
                  <a:cubicBezTo>
                    <a:pt x="1809" y="64488"/>
                    <a:pt x="3303" y="80918"/>
                    <a:pt x="3318" y="81084"/>
                  </a:cubicBezTo>
                  <a:cubicBezTo>
                    <a:pt x="3332" y="81230"/>
                    <a:pt x="3455" y="81343"/>
                    <a:pt x="3602" y="81343"/>
                  </a:cubicBezTo>
                  <a:lnTo>
                    <a:pt x="3611" y="81344"/>
                  </a:lnTo>
                  <a:lnTo>
                    <a:pt x="10746" y="81101"/>
                  </a:lnTo>
                  <a:cubicBezTo>
                    <a:pt x="10896" y="81095"/>
                    <a:pt x="11017" y="80975"/>
                    <a:pt x="11021" y="80825"/>
                  </a:cubicBezTo>
                  <a:cubicBezTo>
                    <a:pt x="11244" y="74128"/>
                    <a:pt x="11966" y="56448"/>
                    <a:pt x="12627" y="55077"/>
                  </a:cubicBezTo>
                  <a:cubicBezTo>
                    <a:pt x="13193" y="53905"/>
                    <a:pt x="13507" y="50013"/>
                    <a:pt x="13784" y="46579"/>
                  </a:cubicBezTo>
                  <a:cubicBezTo>
                    <a:pt x="13928" y="44793"/>
                    <a:pt x="14052" y="43250"/>
                    <a:pt x="14188" y="42414"/>
                  </a:cubicBezTo>
                  <a:cubicBezTo>
                    <a:pt x="14483" y="40594"/>
                    <a:pt x="15564" y="31492"/>
                    <a:pt x="16084" y="27078"/>
                  </a:cubicBezTo>
                  <a:cubicBezTo>
                    <a:pt x="16677" y="32220"/>
                    <a:pt x="17971" y="44100"/>
                    <a:pt x="17694" y="47714"/>
                  </a:cubicBezTo>
                  <a:cubicBezTo>
                    <a:pt x="17549" y="49592"/>
                    <a:pt x="17126" y="51446"/>
                    <a:pt x="16717" y="53240"/>
                  </a:cubicBezTo>
                  <a:cubicBezTo>
                    <a:pt x="16092" y="55975"/>
                    <a:pt x="15501" y="58560"/>
                    <a:pt x="15886" y="61080"/>
                  </a:cubicBezTo>
                  <a:cubicBezTo>
                    <a:pt x="16505" y="65144"/>
                    <a:pt x="16592" y="80856"/>
                    <a:pt x="16593" y="81015"/>
                  </a:cubicBezTo>
                  <a:cubicBezTo>
                    <a:pt x="16594" y="81177"/>
                    <a:pt x="16725" y="81299"/>
                    <a:pt x="16877" y="81299"/>
                  </a:cubicBezTo>
                  <a:cubicBezTo>
                    <a:pt x="16904" y="81299"/>
                    <a:pt x="16931" y="81295"/>
                    <a:pt x="16959" y="81287"/>
                  </a:cubicBezTo>
                  <a:lnTo>
                    <a:pt x="24068" y="79188"/>
                  </a:lnTo>
                  <a:cubicBezTo>
                    <a:pt x="24169" y="79158"/>
                    <a:pt x="24246" y="79074"/>
                    <a:pt x="24267" y="78970"/>
                  </a:cubicBezTo>
                  <a:cubicBezTo>
                    <a:pt x="24327" y="78671"/>
                    <a:pt x="25740" y="71621"/>
                    <a:pt x="25717" y="70039"/>
                  </a:cubicBezTo>
                  <a:cubicBezTo>
                    <a:pt x="25713" y="69695"/>
                    <a:pt x="25700" y="69263"/>
                    <a:pt x="25686" y="68776"/>
                  </a:cubicBezTo>
                  <a:cubicBezTo>
                    <a:pt x="25632" y="67025"/>
                    <a:pt x="25561" y="64626"/>
                    <a:pt x="25759" y="63084"/>
                  </a:cubicBezTo>
                  <a:cubicBezTo>
                    <a:pt x="25836" y="62491"/>
                    <a:pt x="26225" y="60639"/>
                    <a:pt x="26718" y="58294"/>
                  </a:cubicBezTo>
                  <a:cubicBezTo>
                    <a:pt x="27898" y="52695"/>
                    <a:pt x="29678" y="44232"/>
                    <a:pt x="29733" y="41011"/>
                  </a:cubicBezTo>
                  <a:cubicBezTo>
                    <a:pt x="29811" y="36492"/>
                    <a:pt x="29885" y="1529"/>
                    <a:pt x="29885" y="1175"/>
                  </a:cubicBezTo>
                  <a:cubicBezTo>
                    <a:pt x="29885" y="1086"/>
                    <a:pt x="29844" y="1002"/>
                    <a:pt x="29774" y="948"/>
                  </a:cubicBezTo>
                  <a:cubicBezTo>
                    <a:pt x="29724" y="909"/>
                    <a:pt x="29663" y="889"/>
                    <a:pt x="29601" y="889"/>
                  </a:cubicBezTo>
                  <a:cubicBezTo>
                    <a:pt x="29575" y="889"/>
                    <a:pt x="29550" y="892"/>
                    <a:pt x="29525" y="899"/>
                  </a:cubicBezTo>
                  <a:cubicBezTo>
                    <a:pt x="29433" y="925"/>
                    <a:pt x="23650" y="2448"/>
                    <a:pt x="16214" y="2448"/>
                  </a:cubicBezTo>
                  <a:cubicBezTo>
                    <a:pt x="11643" y="2448"/>
                    <a:pt x="6448" y="1872"/>
                    <a:pt x="1565" y="20"/>
                  </a:cubicBezTo>
                  <a:cubicBezTo>
                    <a:pt x="1531" y="7"/>
                    <a:pt x="1497" y="1"/>
                    <a:pt x="1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62;p44">
              <a:extLst>
                <a:ext uri="{FF2B5EF4-FFF2-40B4-BE49-F238E27FC236}">
                  <a16:creationId xmlns:a16="http://schemas.microsoft.com/office/drawing/2014/main" id="{B238D7EF-A209-4091-B619-B5F9AC76923A}"/>
                </a:ext>
              </a:extLst>
            </p:cNvPr>
            <p:cNvSpPr/>
            <p:nvPr/>
          </p:nvSpPr>
          <p:spPr>
            <a:xfrm>
              <a:off x="559805" y="3520738"/>
              <a:ext cx="416438" cy="128158"/>
            </a:xfrm>
            <a:custGeom>
              <a:avLst/>
              <a:gdLst/>
              <a:ahLst/>
              <a:cxnLst/>
              <a:rect l="l" t="t" r="r" b="b"/>
              <a:pathLst>
                <a:path w="28247" h="8693" extrusionOk="0">
                  <a:moveTo>
                    <a:pt x="33" y="0"/>
                  </a:moveTo>
                  <a:cubicBezTo>
                    <a:pt x="33" y="0"/>
                    <a:pt x="20" y="1942"/>
                    <a:pt x="0" y="4649"/>
                  </a:cubicBezTo>
                  <a:cubicBezTo>
                    <a:pt x="1419" y="5975"/>
                    <a:pt x="4490" y="7633"/>
                    <a:pt x="11144" y="8409"/>
                  </a:cubicBezTo>
                  <a:cubicBezTo>
                    <a:pt x="12845" y="8608"/>
                    <a:pt x="14454" y="8693"/>
                    <a:pt x="15961" y="8693"/>
                  </a:cubicBezTo>
                  <a:cubicBezTo>
                    <a:pt x="21613" y="8693"/>
                    <a:pt x="25842" y="7495"/>
                    <a:pt x="28247" y="6583"/>
                  </a:cubicBezTo>
                  <a:cubicBezTo>
                    <a:pt x="28211" y="3887"/>
                    <a:pt x="28183" y="1924"/>
                    <a:pt x="28174" y="1199"/>
                  </a:cubicBezTo>
                  <a:cubicBezTo>
                    <a:pt x="27840" y="1184"/>
                    <a:pt x="27472" y="1167"/>
                    <a:pt x="27072" y="1148"/>
                  </a:cubicBezTo>
                  <a:cubicBezTo>
                    <a:pt x="25046" y="1595"/>
                    <a:pt x="20400" y="2459"/>
                    <a:pt x="14805" y="2459"/>
                  </a:cubicBezTo>
                  <a:cubicBezTo>
                    <a:pt x="10211" y="2459"/>
                    <a:pt x="4978" y="187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63;p44">
              <a:extLst>
                <a:ext uri="{FF2B5EF4-FFF2-40B4-BE49-F238E27FC236}">
                  <a16:creationId xmlns:a16="http://schemas.microsoft.com/office/drawing/2014/main" id="{D7CA81A0-477F-4E5F-97B4-7378221FD272}"/>
                </a:ext>
              </a:extLst>
            </p:cNvPr>
            <p:cNvSpPr/>
            <p:nvPr/>
          </p:nvSpPr>
          <p:spPr>
            <a:xfrm>
              <a:off x="555588" y="3516521"/>
              <a:ext cx="424885" cy="136547"/>
            </a:xfrm>
            <a:custGeom>
              <a:avLst/>
              <a:gdLst/>
              <a:ahLst/>
              <a:cxnLst/>
              <a:rect l="l" t="t" r="r" b="b"/>
              <a:pathLst>
                <a:path w="28820" h="9262" extrusionOk="0">
                  <a:moveTo>
                    <a:pt x="602" y="696"/>
                  </a:moveTo>
                  <a:cubicBezTo>
                    <a:pt x="5463" y="2470"/>
                    <a:pt x="10586" y="3024"/>
                    <a:pt x="15094" y="3024"/>
                  </a:cubicBezTo>
                  <a:cubicBezTo>
                    <a:pt x="20722" y="3024"/>
                    <a:pt x="25389" y="2159"/>
                    <a:pt x="27383" y="1722"/>
                  </a:cubicBezTo>
                  <a:lnTo>
                    <a:pt x="28177" y="1758"/>
                  </a:lnTo>
                  <a:lnTo>
                    <a:pt x="28244" y="6672"/>
                  </a:lnTo>
                  <a:cubicBezTo>
                    <a:pt x="25941" y="7525"/>
                    <a:pt x="21776" y="8691"/>
                    <a:pt x="16220" y="8691"/>
                  </a:cubicBezTo>
                  <a:cubicBezTo>
                    <a:pt x="14732" y="8691"/>
                    <a:pt x="13143" y="8607"/>
                    <a:pt x="11463" y="8411"/>
                  </a:cubicBezTo>
                  <a:cubicBezTo>
                    <a:pt x="4962" y="7654"/>
                    <a:pt x="1956" y="6052"/>
                    <a:pt x="573" y="4810"/>
                  </a:cubicBezTo>
                  <a:lnTo>
                    <a:pt x="602" y="696"/>
                  </a:lnTo>
                  <a:close/>
                  <a:moveTo>
                    <a:pt x="319" y="1"/>
                  </a:moveTo>
                  <a:cubicBezTo>
                    <a:pt x="168" y="1"/>
                    <a:pt x="34" y="122"/>
                    <a:pt x="33" y="285"/>
                  </a:cubicBezTo>
                  <a:lnTo>
                    <a:pt x="2" y="4933"/>
                  </a:lnTo>
                  <a:cubicBezTo>
                    <a:pt x="1" y="5012"/>
                    <a:pt x="33" y="5089"/>
                    <a:pt x="92" y="5143"/>
                  </a:cubicBezTo>
                  <a:cubicBezTo>
                    <a:pt x="1495" y="6455"/>
                    <a:pt x="4595" y="8185"/>
                    <a:pt x="11397" y="8979"/>
                  </a:cubicBezTo>
                  <a:cubicBezTo>
                    <a:pt x="12997" y="9166"/>
                    <a:pt x="14607" y="9260"/>
                    <a:pt x="16220" y="9262"/>
                  </a:cubicBezTo>
                  <a:cubicBezTo>
                    <a:pt x="22021" y="9262"/>
                    <a:pt x="26333" y="8009"/>
                    <a:pt x="28634" y="7135"/>
                  </a:cubicBezTo>
                  <a:cubicBezTo>
                    <a:pt x="28746" y="7093"/>
                    <a:pt x="28820" y="6984"/>
                    <a:pt x="28818" y="6864"/>
                  </a:cubicBezTo>
                  <a:lnTo>
                    <a:pt x="28745" y="1482"/>
                  </a:lnTo>
                  <a:cubicBezTo>
                    <a:pt x="28742" y="1331"/>
                    <a:pt x="28623" y="1207"/>
                    <a:pt x="28472" y="1200"/>
                  </a:cubicBezTo>
                  <a:lnTo>
                    <a:pt x="27371" y="1150"/>
                  </a:lnTo>
                  <a:cubicBezTo>
                    <a:pt x="27365" y="1150"/>
                    <a:pt x="27359" y="1150"/>
                    <a:pt x="27352" y="1150"/>
                  </a:cubicBezTo>
                  <a:cubicBezTo>
                    <a:pt x="27334" y="1150"/>
                    <a:pt x="27315" y="1152"/>
                    <a:pt x="27298" y="1156"/>
                  </a:cubicBezTo>
                  <a:cubicBezTo>
                    <a:pt x="25343" y="1586"/>
                    <a:pt x="20695" y="2455"/>
                    <a:pt x="15088" y="2455"/>
                  </a:cubicBezTo>
                  <a:cubicBezTo>
                    <a:pt x="10522" y="2455"/>
                    <a:pt x="5320" y="1878"/>
                    <a:pt x="420" y="20"/>
                  </a:cubicBezTo>
                  <a:cubicBezTo>
                    <a:pt x="386" y="7"/>
                    <a:pt x="352" y="1"/>
                    <a:pt x="3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64;p44">
              <a:extLst>
                <a:ext uri="{FF2B5EF4-FFF2-40B4-BE49-F238E27FC236}">
                  <a16:creationId xmlns:a16="http://schemas.microsoft.com/office/drawing/2014/main" id="{1C244A7F-88D1-4348-BD53-367D1E7B1619}"/>
                </a:ext>
              </a:extLst>
            </p:cNvPr>
            <p:cNvSpPr/>
            <p:nvPr/>
          </p:nvSpPr>
          <p:spPr>
            <a:xfrm>
              <a:off x="955735" y="3024424"/>
              <a:ext cx="120256" cy="482101"/>
            </a:xfrm>
            <a:custGeom>
              <a:avLst/>
              <a:gdLst/>
              <a:ahLst/>
              <a:cxnLst/>
              <a:rect l="l" t="t" r="r" b="b"/>
              <a:pathLst>
                <a:path w="8157" h="32701" extrusionOk="0">
                  <a:moveTo>
                    <a:pt x="1682" y="1"/>
                  </a:moveTo>
                  <a:lnTo>
                    <a:pt x="1682" y="1"/>
                  </a:lnTo>
                  <a:cubicBezTo>
                    <a:pt x="1256" y="150"/>
                    <a:pt x="1751" y="4854"/>
                    <a:pt x="1783" y="7137"/>
                  </a:cubicBezTo>
                  <a:cubicBezTo>
                    <a:pt x="1816" y="9421"/>
                    <a:pt x="607" y="14862"/>
                    <a:pt x="376" y="18720"/>
                  </a:cubicBezTo>
                  <a:cubicBezTo>
                    <a:pt x="145" y="22577"/>
                    <a:pt x="0" y="32573"/>
                    <a:pt x="1572" y="32693"/>
                  </a:cubicBezTo>
                  <a:cubicBezTo>
                    <a:pt x="1633" y="32698"/>
                    <a:pt x="1696" y="32700"/>
                    <a:pt x="1762" y="32700"/>
                  </a:cubicBezTo>
                  <a:cubicBezTo>
                    <a:pt x="3413" y="32700"/>
                    <a:pt x="6719" y="31281"/>
                    <a:pt x="7386" y="29899"/>
                  </a:cubicBezTo>
                  <a:cubicBezTo>
                    <a:pt x="8080" y="28462"/>
                    <a:pt x="6656" y="18631"/>
                    <a:pt x="6644" y="17775"/>
                  </a:cubicBezTo>
                  <a:cubicBezTo>
                    <a:pt x="6632" y="16919"/>
                    <a:pt x="8157" y="3621"/>
                    <a:pt x="7287" y="2634"/>
                  </a:cubicBezTo>
                  <a:cubicBezTo>
                    <a:pt x="6416" y="1647"/>
                    <a:pt x="1682" y="1"/>
                    <a:pt x="168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65;p44">
              <a:extLst>
                <a:ext uri="{FF2B5EF4-FFF2-40B4-BE49-F238E27FC236}">
                  <a16:creationId xmlns:a16="http://schemas.microsoft.com/office/drawing/2014/main" id="{FD2EC9B9-70E7-4147-9548-50C96EC9BE65}"/>
                </a:ext>
              </a:extLst>
            </p:cNvPr>
            <p:cNvSpPr/>
            <p:nvPr/>
          </p:nvSpPr>
          <p:spPr>
            <a:xfrm>
              <a:off x="945003" y="3020223"/>
              <a:ext cx="131063" cy="490490"/>
            </a:xfrm>
            <a:custGeom>
              <a:avLst/>
              <a:gdLst/>
              <a:ahLst/>
              <a:cxnLst/>
              <a:rect l="l" t="t" r="r" b="b"/>
              <a:pathLst>
                <a:path w="8890" h="33270" extrusionOk="0">
                  <a:moveTo>
                    <a:pt x="2559" y="640"/>
                  </a:moveTo>
                  <a:cubicBezTo>
                    <a:pt x="4004" y="1156"/>
                    <a:pt x="7166" y="2387"/>
                    <a:pt x="7800" y="3107"/>
                  </a:cubicBezTo>
                  <a:cubicBezTo>
                    <a:pt x="8380" y="3813"/>
                    <a:pt x="7584" y="12433"/>
                    <a:pt x="7284" y="15680"/>
                  </a:cubicBezTo>
                  <a:cubicBezTo>
                    <a:pt x="7152" y="17104"/>
                    <a:pt x="7083" y="17857"/>
                    <a:pt x="7087" y="18064"/>
                  </a:cubicBezTo>
                  <a:cubicBezTo>
                    <a:pt x="7090" y="18285"/>
                    <a:pt x="7172" y="18987"/>
                    <a:pt x="7295" y="20048"/>
                  </a:cubicBezTo>
                  <a:cubicBezTo>
                    <a:pt x="7637" y="22968"/>
                    <a:pt x="8346" y="29045"/>
                    <a:pt x="7856" y="30059"/>
                  </a:cubicBezTo>
                  <a:cubicBezTo>
                    <a:pt x="7266" y="31282"/>
                    <a:pt x="4112" y="32699"/>
                    <a:pt x="2510" y="32699"/>
                  </a:cubicBezTo>
                  <a:cubicBezTo>
                    <a:pt x="2444" y="32699"/>
                    <a:pt x="2382" y="32697"/>
                    <a:pt x="2322" y="32692"/>
                  </a:cubicBezTo>
                  <a:cubicBezTo>
                    <a:pt x="1339" y="32618"/>
                    <a:pt x="1014" y="25282"/>
                    <a:pt x="1389" y="19021"/>
                  </a:cubicBezTo>
                  <a:cubicBezTo>
                    <a:pt x="1502" y="17134"/>
                    <a:pt x="1859" y="14809"/>
                    <a:pt x="2174" y="12758"/>
                  </a:cubicBezTo>
                  <a:cubicBezTo>
                    <a:pt x="2516" y="10527"/>
                    <a:pt x="2813" y="8600"/>
                    <a:pt x="2796" y="7417"/>
                  </a:cubicBezTo>
                  <a:cubicBezTo>
                    <a:pt x="2786" y="6661"/>
                    <a:pt x="2726" y="5667"/>
                    <a:pt x="2663" y="4616"/>
                  </a:cubicBezTo>
                  <a:cubicBezTo>
                    <a:pt x="2577" y="3174"/>
                    <a:pt x="2462" y="1253"/>
                    <a:pt x="2559" y="640"/>
                  </a:cubicBezTo>
                  <a:close/>
                  <a:moveTo>
                    <a:pt x="2410" y="1"/>
                  </a:moveTo>
                  <a:cubicBezTo>
                    <a:pt x="2378" y="1"/>
                    <a:pt x="2347" y="6"/>
                    <a:pt x="2316" y="16"/>
                  </a:cubicBezTo>
                  <a:cubicBezTo>
                    <a:pt x="1899" y="162"/>
                    <a:pt x="1866" y="854"/>
                    <a:pt x="2094" y="4651"/>
                  </a:cubicBezTo>
                  <a:cubicBezTo>
                    <a:pt x="2155" y="5695"/>
                    <a:pt x="2214" y="6682"/>
                    <a:pt x="2225" y="7426"/>
                  </a:cubicBezTo>
                  <a:cubicBezTo>
                    <a:pt x="2241" y="8560"/>
                    <a:pt x="1935" y="10557"/>
                    <a:pt x="1610" y="12671"/>
                  </a:cubicBezTo>
                  <a:cubicBezTo>
                    <a:pt x="1292" y="14735"/>
                    <a:pt x="934" y="17073"/>
                    <a:pt x="818" y="18988"/>
                  </a:cubicBezTo>
                  <a:cubicBezTo>
                    <a:pt x="811" y="19129"/>
                    <a:pt x="1" y="33089"/>
                    <a:pt x="2278" y="33263"/>
                  </a:cubicBezTo>
                  <a:cubicBezTo>
                    <a:pt x="2339" y="33267"/>
                    <a:pt x="2403" y="33270"/>
                    <a:pt x="2471" y="33270"/>
                  </a:cubicBezTo>
                  <a:cubicBezTo>
                    <a:pt x="4137" y="33270"/>
                    <a:pt x="7627" y="31851"/>
                    <a:pt x="8371" y="30309"/>
                  </a:cubicBezTo>
                  <a:cubicBezTo>
                    <a:pt x="8889" y="29235"/>
                    <a:pt x="8380" y="24416"/>
                    <a:pt x="7863" y="19982"/>
                  </a:cubicBezTo>
                  <a:cubicBezTo>
                    <a:pt x="7749" y="19014"/>
                    <a:pt x="7660" y="18250"/>
                    <a:pt x="7657" y="18056"/>
                  </a:cubicBezTo>
                  <a:cubicBezTo>
                    <a:pt x="7654" y="17870"/>
                    <a:pt x="7742" y="16927"/>
                    <a:pt x="7852" y="15733"/>
                  </a:cubicBezTo>
                  <a:cubicBezTo>
                    <a:pt x="8546" y="8228"/>
                    <a:pt x="8850" y="3436"/>
                    <a:pt x="8229" y="2731"/>
                  </a:cubicBezTo>
                  <a:cubicBezTo>
                    <a:pt x="7335" y="1716"/>
                    <a:pt x="2996" y="188"/>
                    <a:pt x="2503" y="16"/>
                  </a:cubicBezTo>
                  <a:cubicBezTo>
                    <a:pt x="2473" y="6"/>
                    <a:pt x="2441" y="1"/>
                    <a:pt x="24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66;p44">
              <a:extLst>
                <a:ext uri="{FF2B5EF4-FFF2-40B4-BE49-F238E27FC236}">
                  <a16:creationId xmlns:a16="http://schemas.microsoft.com/office/drawing/2014/main" id="{7AC1252D-92F2-460D-BDB2-F2837DE5BD5E}"/>
                </a:ext>
              </a:extLst>
            </p:cNvPr>
            <p:cNvSpPr/>
            <p:nvPr/>
          </p:nvSpPr>
          <p:spPr>
            <a:xfrm>
              <a:off x="944251" y="3419956"/>
              <a:ext cx="190771" cy="156228"/>
            </a:xfrm>
            <a:custGeom>
              <a:avLst/>
              <a:gdLst/>
              <a:ahLst/>
              <a:cxnLst/>
              <a:rect l="l" t="t" r="r" b="b"/>
              <a:pathLst>
                <a:path w="12940" h="10597" extrusionOk="0">
                  <a:moveTo>
                    <a:pt x="6539" y="0"/>
                  </a:moveTo>
                  <a:cubicBezTo>
                    <a:pt x="6505" y="0"/>
                    <a:pt x="6470" y="1"/>
                    <a:pt x="6435" y="1"/>
                  </a:cubicBezTo>
                  <a:cubicBezTo>
                    <a:pt x="3241" y="46"/>
                    <a:pt x="268" y="2305"/>
                    <a:pt x="133" y="6060"/>
                  </a:cubicBezTo>
                  <a:cubicBezTo>
                    <a:pt x="0" y="9741"/>
                    <a:pt x="2539" y="10596"/>
                    <a:pt x="4940" y="10596"/>
                  </a:cubicBezTo>
                  <a:cubicBezTo>
                    <a:pt x="4987" y="10596"/>
                    <a:pt x="5035" y="10596"/>
                    <a:pt x="5082" y="10595"/>
                  </a:cubicBezTo>
                  <a:cubicBezTo>
                    <a:pt x="7524" y="10561"/>
                    <a:pt x="12940" y="8267"/>
                    <a:pt x="11160" y="1981"/>
                  </a:cubicBezTo>
                  <a:cubicBezTo>
                    <a:pt x="11160" y="1981"/>
                    <a:pt x="9662" y="0"/>
                    <a:pt x="653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67;p44">
              <a:extLst>
                <a:ext uri="{FF2B5EF4-FFF2-40B4-BE49-F238E27FC236}">
                  <a16:creationId xmlns:a16="http://schemas.microsoft.com/office/drawing/2014/main" id="{0CFCABAC-18DE-4551-A3B9-B1A0B4B33282}"/>
                </a:ext>
              </a:extLst>
            </p:cNvPr>
            <p:cNvSpPr/>
            <p:nvPr/>
          </p:nvSpPr>
          <p:spPr>
            <a:xfrm>
              <a:off x="941199" y="3415740"/>
              <a:ext cx="181748" cy="164647"/>
            </a:xfrm>
            <a:custGeom>
              <a:avLst/>
              <a:gdLst/>
              <a:ahLst/>
              <a:cxnLst/>
              <a:rect l="l" t="t" r="r" b="b"/>
              <a:pathLst>
                <a:path w="12328" h="11168" extrusionOk="0">
                  <a:moveTo>
                    <a:pt x="6712" y="572"/>
                  </a:moveTo>
                  <a:cubicBezTo>
                    <a:pt x="6723" y="572"/>
                    <a:pt x="6734" y="572"/>
                    <a:pt x="6745" y="572"/>
                  </a:cubicBezTo>
                  <a:cubicBezTo>
                    <a:pt x="9441" y="572"/>
                    <a:pt x="10882" y="2134"/>
                    <a:pt x="11108" y="2402"/>
                  </a:cubicBezTo>
                  <a:cubicBezTo>
                    <a:pt x="11723" y="4617"/>
                    <a:pt x="11473" y="6494"/>
                    <a:pt x="10366" y="7980"/>
                  </a:cubicBezTo>
                  <a:cubicBezTo>
                    <a:pt x="8960" y="9866"/>
                    <a:pt x="6557" y="10578"/>
                    <a:pt x="5285" y="10596"/>
                  </a:cubicBezTo>
                  <a:cubicBezTo>
                    <a:pt x="5255" y="10596"/>
                    <a:pt x="5225" y="10596"/>
                    <a:pt x="5195" y="10596"/>
                  </a:cubicBezTo>
                  <a:cubicBezTo>
                    <a:pt x="3566" y="10596"/>
                    <a:pt x="2345" y="10215"/>
                    <a:pt x="1585" y="9438"/>
                  </a:cubicBezTo>
                  <a:cubicBezTo>
                    <a:pt x="900" y="8738"/>
                    <a:pt x="576" y="7700"/>
                    <a:pt x="625" y="6356"/>
                  </a:cubicBezTo>
                  <a:cubicBezTo>
                    <a:pt x="760" y="2613"/>
                    <a:pt x="3756" y="613"/>
                    <a:pt x="6646" y="572"/>
                  </a:cubicBezTo>
                  <a:cubicBezTo>
                    <a:pt x="6668" y="572"/>
                    <a:pt x="6690" y="572"/>
                    <a:pt x="6712" y="572"/>
                  </a:cubicBezTo>
                  <a:close/>
                  <a:moveTo>
                    <a:pt x="6748" y="0"/>
                  </a:moveTo>
                  <a:cubicBezTo>
                    <a:pt x="6712" y="0"/>
                    <a:pt x="6675" y="0"/>
                    <a:pt x="6638" y="1"/>
                  </a:cubicBezTo>
                  <a:cubicBezTo>
                    <a:pt x="3478" y="46"/>
                    <a:pt x="202" y="2235"/>
                    <a:pt x="54" y="6335"/>
                  </a:cubicBezTo>
                  <a:cubicBezTo>
                    <a:pt x="0" y="7843"/>
                    <a:pt x="378" y="9021"/>
                    <a:pt x="1177" y="9837"/>
                  </a:cubicBezTo>
                  <a:cubicBezTo>
                    <a:pt x="2042" y="10721"/>
                    <a:pt x="3375" y="11167"/>
                    <a:pt x="5141" y="11167"/>
                  </a:cubicBezTo>
                  <a:lnTo>
                    <a:pt x="5292" y="11167"/>
                  </a:lnTo>
                  <a:cubicBezTo>
                    <a:pt x="6678" y="11148"/>
                    <a:pt x="9295" y="10374"/>
                    <a:pt x="10824" y="8321"/>
                  </a:cubicBezTo>
                  <a:cubicBezTo>
                    <a:pt x="12052" y="6673"/>
                    <a:pt x="12327" y="4611"/>
                    <a:pt x="11642" y="2190"/>
                  </a:cubicBezTo>
                  <a:cubicBezTo>
                    <a:pt x="11632" y="2155"/>
                    <a:pt x="11616" y="2123"/>
                    <a:pt x="11595" y="2095"/>
                  </a:cubicBezTo>
                  <a:cubicBezTo>
                    <a:pt x="11529" y="2008"/>
                    <a:pt x="9973" y="0"/>
                    <a:pt x="67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68;p44">
              <a:extLst>
                <a:ext uri="{FF2B5EF4-FFF2-40B4-BE49-F238E27FC236}">
                  <a16:creationId xmlns:a16="http://schemas.microsoft.com/office/drawing/2014/main" id="{E6DC1236-2239-4DBF-8410-84277D7D4714}"/>
                </a:ext>
              </a:extLst>
            </p:cNvPr>
            <p:cNvSpPr/>
            <p:nvPr/>
          </p:nvSpPr>
          <p:spPr>
            <a:xfrm>
              <a:off x="972793" y="3464568"/>
              <a:ext cx="220492" cy="98172"/>
            </a:xfrm>
            <a:custGeom>
              <a:avLst/>
              <a:gdLst/>
              <a:ahLst/>
              <a:cxnLst/>
              <a:rect l="l" t="t" r="r" b="b"/>
              <a:pathLst>
                <a:path w="14956" h="6659" extrusionOk="0">
                  <a:moveTo>
                    <a:pt x="7088" y="0"/>
                  </a:moveTo>
                  <a:cubicBezTo>
                    <a:pt x="6208" y="0"/>
                    <a:pt x="5308" y="93"/>
                    <a:pt x="4520" y="354"/>
                  </a:cubicBezTo>
                  <a:cubicBezTo>
                    <a:pt x="1821" y="1250"/>
                    <a:pt x="405" y="2125"/>
                    <a:pt x="156" y="4698"/>
                  </a:cubicBezTo>
                  <a:cubicBezTo>
                    <a:pt x="1" y="6300"/>
                    <a:pt x="1708" y="6659"/>
                    <a:pt x="3604" y="6659"/>
                  </a:cubicBezTo>
                  <a:cubicBezTo>
                    <a:pt x="4754" y="6659"/>
                    <a:pt x="5974" y="6526"/>
                    <a:pt x="6890" y="6459"/>
                  </a:cubicBezTo>
                  <a:cubicBezTo>
                    <a:pt x="9314" y="6282"/>
                    <a:pt x="14956" y="1349"/>
                    <a:pt x="14956" y="1349"/>
                  </a:cubicBezTo>
                  <a:lnTo>
                    <a:pt x="11232" y="544"/>
                  </a:lnTo>
                  <a:cubicBezTo>
                    <a:pt x="11232" y="544"/>
                    <a:pt x="9220" y="0"/>
                    <a:pt x="7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69;p44">
              <a:extLst>
                <a:ext uri="{FF2B5EF4-FFF2-40B4-BE49-F238E27FC236}">
                  <a16:creationId xmlns:a16="http://schemas.microsoft.com/office/drawing/2014/main" id="{138471CD-BF7A-4B4A-8BF3-9F484A9A4994}"/>
                </a:ext>
              </a:extLst>
            </p:cNvPr>
            <p:cNvSpPr/>
            <p:nvPr/>
          </p:nvSpPr>
          <p:spPr>
            <a:xfrm>
              <a:off x="970095" y="3460337"/>
              <a:ext cx="228556" cy="106605"/>
            </a:xfrm>
            <a:custGeom>
              <a:avLst/>
              <a:gdLst/>
              <a:ahLst/>
              <a:cxnLst/>
              <a:rect l="l" t="t" r="r" b="b"/>
              <a:pathLst>
                <a:path w="15503" h="7231" extrusionOk="0">
                  <a:moveTo>
                    <a:pt x="7261" y="574"/>
                  </a:moveTo>
                  <a:cubicBezTo>
                    <a:pt x="9333" y="574"/>
                    <a:pt x="11313" y="1100"/>
                    <a:pt x="11342" y="1107"/>
                  </a:cubicBezTo>
                  <a:cubicBezTo>
                    <a:pt x="11347" y="1109"/>
                    <a:pt x="11351" y="1110"/>
                    <a:pt x="11356" y="1111"/>
                  </a:cubicBezTo>
                  <a:lnTo>
                    <a:pt x="14515" y="1793"/>
                  </a:lnTo>
                  <a:cubicBezTo>
                    <a:pt x="13155" y="2936"/>
                    <a:pt x="8976" y="6321"/>
                    <a:pt x="7054" y="6462"/>
                  </a:cubicBezTo>
                  <a:cubicBezTo>
                    <a:pt x="6833" y="6478"/>
                    <a:pt x="6595" y="6497"/>
                    <a:pt x="6345" y="6518"/>
                  </a:cubicBezTo>
                  <a:cubicBezTo>
                    <a:pt x="5589" y="6582"/>
                    <a:pt x="4671" y="6659"/>
                    <a:pt x="3793" y="6659"/>
                  </a:cubicBezTo>
                  <a:cubicBezTo>
                    <a:pt x="2581" y="6659"/>
                    <a:pt x="1446" y="6512"/>
                    <a:pt x="923" y="5981"/>
                  </a:cubicBezTo>
                  <a:cubicBezTo>
                    <a:pt x="682" y="5738"/>
                    <a:pt x="584" y="5420"/>
                    <a:pt x="624" y="5012"/>
                  </a:cubicBezTo>
                  <a:cubicBezTo>
                    <a:pt x="856" y="2610"/>
                    <a:pt x="2098" y="1806"/>
                    <a:pt x="4793" y="912"/>
                  </a:cubicBezTo>
                  <a:cubicBezTo>
                    <a:pt x="5546" y="663"/>
                    <a:pt x="6411" y="575"/>
                    <a:pt x="7262" y="575"/>
                  </a:cubicBezTo>
                  <a:lnTo>
                    <a:pt x="7261" y="574"/>
                  </a:lnTo>
                  <a:close/>
                  <a:moveTo>
                    <a:pt x="7283" y="0"/>
                  </a:moveTo>
                  <a:cubicBezTo>
                    <a:pt x="6375" y="0"/>
                    <a:pt x="5440" y="97"/>
                    <a:pt x="4614" y="370"/>
                  </a:cubicBezTo>
                  <a:cubicBezTo>
                    <a:pt x="1795" y="1304"/>
                    <a:pt x="315" y="2271"/>
                    <a:pt x="56" y="4958"/>
                  </a:cubicBezTo>
                  <a:cubicBezTo>
                    <a:pt x="0" y="5536"/>
                    <a:pt x="155" y="6015"/>
                    <a:pt x="517" y="6382"/>
                  </a:cubicBezTo>
                  <a:cubicBezTo>
                    <a:pt x="1176" y="7051"/>
                    <a:pt x="2449" y="7230"/>
                    <a:pt x="3801" y="7230"/>
                  </a:cubicBezTo>
                  <a:cubicBezTo>
                    <a:pt x="4680" y="7230"/>
                    <a:pt x="5595" y="7153"/>
                    <a:pt x="6391" y="7088"/>
                  </a:cubicBezTo>
                  <a:cubicBezTo>
                    <a:pt x="6640" y="7067"/>
                    <a:pt x="6876" y="7047"/>
                    <a:pt x="7095" y="7031"/>
                  </a:cubicBezTo>
                  <a:cubicBezTo>
                    <a:pt x="9585" y="6850"/>
                    <a:pt x="15094" y="2054"/>
                    <a:pt x="15327" y="1851"/>
                  </a:cubicBezTo>
                  <a:cubicBezTo>
                    <a:pt x="15503" y="1696"/>
                    <a:pt x="15428" y="1406"/>
                    <a:pt x="15199" y="1357"/>
                  </a:cubicBezTo>
                  <a:lnTo>
                    <a:pt x="11484" y="554"/>
                  </a:lnTo>
                  <a:cubicBezTo>
                    <a:pt x="11308" y="507"/>
                    <a:pt x="9365" y="0"/>
                    <a:pt x="7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70;p44">
              <a:extLst>
                <a:ext uri="{FF2B5EF4-FFF2-40B4-BE49-F238E27FC236}">
                  <a16:creationId xmlns:a16="http://schemas.microsoft.com/office/drawing/2014/main" id="{F9B6124A-C73F-41B1-A315-E98B6F6FF606}"/>
                </a:ext>
              </a:extLst>
            </p:cNvPr>
            <p:cNvSpPr/>
            <p:nvPr/>
          </p:nvSpPr>
          <p:spPr>
            <a:xfrm>
              <a:off x="1090130" y="3416669"/>
              <a:ext cx="245584" cy="111027"/>
            </a:xfrm>
            <a:custGeom>
              <a:avLst/>
              <a:gdLst/>
              <a:ahLst/>
              <a:cxnLst/>
              <a:rect l="l" t="t" r="r" b="b"/>
              <a:pathLst>
                <a:path w="16658" h="7531" extrusionOk="0">
                  <a:moveTo>
                    <a:pt x="15850" y="0"/>
                  </a:moveTo>
                  <a:cubicBezTo>
                    <a:pt x="15474" y="0"/>
                    <a:pt x="14892" y="339"/>
                    <a:pt x="13938" y="788"/>
                  </a:cubicBezTo>
                  <a:cubicBezTo>
                    <a:pt x="12672" y="1385"/>
                    <a:pt x="10195" y="2751"/>
                    <a:pt x="9306" y="3246"/>
                  </a:cubicBezTo>
                  <a:lnTo>
                    <a:pt x="9306" y="3246"/>
                  </a:lnTo>
                  <a:cubicBezTo>
                    <a:pt x="9499" y="3116"/>
                    <a:pt x="9772" y="2901"/>
                    <a:pt x="10108" y="2555"/>
                  </a:cubicBezTo>
                  <a:cubicBezTo>
                    <a:pt x="10812" y="1831"/>
                    <a:pt x="11369" y="824"/>
                    <a:pt x="10792" y="404"/>
                  </a:cubicBezTo>
                  <a:cubicBezTo>
                    <a:pt x="10756" y="378"/>
                    <a:pt x="10714" y="365"/>
                    <a:pt x="10667" y="365"/>
                  </a:cubicBezTo>
                  <a:cubicBezTo>
                    <a:pt x="9975" y="365"/>
                    <a:pt x="8146" y="3028"/>
                    <a:pt x="7313" y="3028"/>
                  </a:cubicBezTo>
                  <a:cubicBezTo>
                    <a:pt x="7295" y="3028"/>
                    <a:pt x="7277" y="3026"/>
                    <a:pt x="7260" y="3024"/>
                  </a:cubicBezTo>
                  <a:cubicBezTo>
                    <a:pt x="6402" y="2893"/>
                    <a:pt x="6098" y="1612"/>
                    <a:pt x="5372" y="766"/>
                  </a:cubicBezTo>
                  <a:cubicBezTo>
                    <a:pt x="5134" y="488"/>
                    <a:pt x="4913" y="394"/>
                    <a:pt x="4725" y="394"/>
                  </a:cubicBezTo>
                  <a:cubicBezTo>
                    <a:pt x="4339" y="394"/>
                    <a:pt x="4087" y="784"/>
                    <a:pt x="4087" y="784"/>
                  </a:cubicBezTo>
                  <a:cubicBezTo>
                    <a:pt x="4087" y="784"/>
                    <a:pt x="5115" y="2768"/>
                    <a:pt x="4549" y="3204"/>
                  </a:cubicBezTo>
                  <a:cubicBezTo>
                    <a:pt x="4457" y="3276"/>
                    <a:pt x="4360" y="3309"/>
                    <a:pt x="4259" y="3309"/>
                  </a:cubicBezTo>
                  <a:cubicBezTo>
                    <a:pt x="3742" y="3309"/>
                    <a:pt x="3113" y="2443"/>
                    <a:pt x="2383" y="1379"/>
                  </a:cubicBezTo>
                  <a:cubicBezTo>
                    <a:pt x="2045" y="888"/>
                    <a:pt x="1712" y="737"/>
                    <a:pt x="1431" y="737"/>
                  </a:cubicBezTo>
                  <a:cubicBezTo>
                    <a:pt x="984" y="737"/>
                    <a:pt x="666" y="1118"/>
                    <a:pt x="666" y="1118"/>
                  </a:cubicBezTo>
                  <a:lnTo>
                    <a:pt x="1838" y="3243"/>
                  </a:lnTo>
                  <a:cubicBezTo>
                    <a:pt x="1838" y="3243"/>
                    <a:pt x="1" y="4553"/>
                    <a:pt x="593" y="6115"/>
                  </a:cubicBezTo>
                  <a:lnTo>
                    <a:pt x="1470" y="7531"/>
                  </a:lnTo>
                  <a:cubicBezTo>
                    <a:pt x="1470" y="7531"/>
                    <a:pt x="2041" y="7523"/>
                    <a:pt x="3604" y="6930"/>
                  </a:cubicBezTo>
                  <a:cubicBezTo>
                    <a:pt x="5166" y="6336"/>
                    <a:pt x="8994" y="4426"/>
                    <a:pt x="10979" y="3542"/>
                  </a:cubicBezTo>
                  <a:cubicBezTo>
                    <a:pt x="12965" y="2657"/>
                    <a:pt x="16658" y="1321"/>
                    <a:pt x="16360" y="469"/>
                  </a:cubicBezTo>
                  <a:cubicBezTo>
                    <a:pt x="16245" y="137"/>
                    <a:pt x="16089" y="0"/>
                    <a:pt x="15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71;p44">
              <a:extLst>
                <a:ext uri="{FF2B5EF4-FFF2-40B4-BE49-F238E27FC236}">
                  <a16:creationId xmlns:a16="http://schemas.microsoft.com/office/drawing/2014/main" id="{130846B9-7EEB-4148-AE28-D37A32E146A4}"/>
                </a:ext>
              </a:extLst>
            </p:cNvPr>
            <p:cNvSpPr/>
            <p:nvPr/>
          </p:nvSpPr>
          <p:spPr>
            <a:xfrm>
              <a:off x="1086931" y="3412452"/>
              <a:ext cx="252926" cy="119460"/>
            </a:xfrm>
            <a:custGeom>
              <a:avLst/>
              <a:gdLst/>
              <a:ahLst/>
              <a:cxnLst/>
              <a:rect l="l" t="t" r="r" b="b"/>
              <a:pathLst>
                <a:path w="17156" h="8103" extrusionOk="0">
                  <a:moveTo>
                    <a:pt x="16067" y="1"/>
                  </a:moveTo>
                  <a:cubicBezTo>
                    <a:pt x="15708" y="1"/>
                    <a:pt x="15264" y="217"/>
                    <a:pt x="14621" y="531"/>
                  </a:cubicBezTo>
                  <a:cubicBezTo>
                    <a:pt x="14443" y="619"/>
                    <a:pt x="14247" y="715"/>
                    <a:pt x="14032" y="816"/>
                  </a:cubicBezTo>
                  <a:cubicBezTo>
                    <a:pt x="13286" y="1167"/>
                    <a:pt x="12118" y="1788"/>
                    <a:pt x="11098" y="2340"/>
                  </a:cubicBezTo>
                  <a:cubicBezTo>
                    <a:pt x="11347" y="1968"/>
                    <a:pt x="11565" y="1514"/>
                    <a:pt x="11530" y="1094"/>
                  </a:cubicBezTo>
                  <a:cubicBezTo>
                    <a:pt x="11507" y="831"/>
                    <a:pt x="11385" y="611"/>
                    <a:pt x="11176" y="459"/>
                  </a:cubicBezTo>
                  <a:cubicBezTo>
                    <a:pt x="11085" y="393"/>
                    <a:pt x="10988" y="362"/>
                    <a:pt x="10885" y="362"/>
                  </a:cubicBezTo>
                  <a:cubicBezTo>
                    <a:pt x="10437" y="362"/>
                    <a:pt x="9872" y="942"/>
                    <a:pt x="9143" y="1692"/>
                  </a:cubicBezTo>
                  <a:cubicBezTo>
                    <a:pt x="8651" y="2199"/>
                    <a:pt x="7826" y="3028"/>
                    <a:pt x="7534" y="3028"/>
                  </a:cubicBezTo>
                  <a:cubicBezTo>
                    <a:pt x="7529" y="3028"/>
                    <a:pt x="7524" y="3027"/>
                    <a:pt x="7519" y="3027"/>
                  </a:cubicBezTo>
                  <a:cubicBezTo>
                    <a:pt x="7102" y="2964"/>
                    <a:pt x="6820" y="2474"/>
                    <a:pt x="6494" y="1907"/>
                  </a:cubicBezTo>
                  <a:cubicBezTo>
                    <a:pt x="6291" y="1553"/>
                    <a:pt x="6081" y="1188"/>
                    <a:pt x="5805" y="866"/>
                  </a:cubicBezTo>
                  <a:cubicBezTo>
                    <a:pt x="5537" y="554"/>
                    <a:pt x="5251" y="395"/>
                    <a:pt x="4945" y="395"/>
                  </a:cubicBezTo>
                  <a:cubicBezTo>
                    <a:pt x="4924" y="395"/>
                    <a:pt x="4903" y="396"/>
                    <a:pt x="4883" y="397"/>
                  </a:cubicBezTo>
                  <a:cubicBezTo>
                    <a:pt x="4391" y="430"/>
                    <a:pt x="4096" y="866"/>
                    <a:pt x="4064" y="915"/>
                  </a:cubicBezTo>
                  <a:cubicBezTo>
                    <a:pt x="4009" y="1001"/>
                    <a:pt x="4003" y="1110"/>
                    <a:pt x="4050" y="1201"/>
                  </a:cubicBezTo>
                  <a:cubicBezTo>
                    <a:pt x="4522" y="2113"/>
                    <a:pt x="4785" y="3116"/>
                    <a:pt x="4591" y="3264"/>
                  </a:cubicBezTo>
                  <a:cubicBezTo>
                    <a:pt x="4551" y="3295"/>
                    <a:pt x="4517" y="3310"/>
                    <a:pt x="4475" y="3310"/>
                  </a:cubicBezTo>
                  <a:cubicBezTo>
                    <a:pt x="4465" y="3310"/>
                    <a:pt x="4455" y="3309"/>
                    <a:pt x="4444" y="3307"/>
                  </a:cubicBezTo>
                  <a:cubicBezTo>
                    <a:pt x="4029" y="3242"/>
                    <a:pt x="3310" y="2195"/>
                    <a:pt x="2835" y="1504"/>
                  </a:cubicBezTo>
                  <a:cubicBezTo>
                    <a:pt x="2499" y="1016"/>
                    <a:pt x="2116" y="758"/>
                    <a:pt x="1696" y="739"/>
                  </a:cubicBezTo>
                  <a:cubicBezTo>
                    <a:pt x="1679" y="738"/>
                    <a:pt x="1662" y="737"/>
                    <a:pt x="1645" y="737"/>
                  </a:cubicBezTo>
                  <a:cubicBezTo>
                    <a:pt x="1076" y="737"/>
                    <a:pt x="680" y="1201"/>
                    <a:pt x="664" y="1221"/>
                  </a:cubicBezTo>
                  <a:cubicBezTo>
                    <a:pt x="589" y="1311"/>
                    <a:pt x="577" y="1439"/>
                    <a:pt x="633" y="1542"/>
                  </a:cubicBezTo>
                  <a:lnTo>
                    <a:pt x="1689" y="3455"/>
                  </a:lnTo>
                  <a:cubicBezTo>
                    <a:pt x="1192" y="3876"/>
                    <a:pt x="0" y="5073"/>
                    <a:pt x="544" y="6504"/>
                  </a:cubicBezTo>
                  <a:cubicBezTo>
                    <a:pt x="588" y="6618"/>
                    <a:pt x="695" y="6688"/>
                    <a:pt x="810" y="6688"/>
                  </a:cubicBezTo>
                  <a:cubicBezTo>
                    <a:pt x="844" y="6688"/>
                    <a:pt x="879" y="6682"/>
                    <a:pt x="913" y="6669"/>
                  </a:cubicBezTo>
                  <a:cubicBezTo>
                    <a:pt x="1059" y="6613"/>
                    <a:pt x="1133" y="6448"/>
                    <a:pt x="1078" y="6301"/>
                  </a:cubicBezTo>
                  <a:cubicBezTo>
                    <a:pt x="571" y="4965"/>
                    <a:pt x="2204" y="3774"/>
                    <a:pt x="2221" y="3762"/>
                  </a:cubicBezTo>
                  <a:cubicBezTo>
                    <a:pt x="2339" y="3677"/>
                    <a:pt x="2375" y="3518"/>
                    <a:pt x="2305" y="3391"/>
                  </a:cubicBezTo>
                  <a:lnTo>
                    <a:pt x="1241" y="1463"/>
                  </a:lnTo>
                  <a:cubicBezTo>
                    <a:pt x="1339" y="1389"/>
                    <a:pt x="1483" y="1309"/>
                    <a:pt x="1641" y="1309"/>
                  </a:cubicBezTo>
                  <a:cubicBezTo>
                    <a:pt x="1652" y="1309"/>
                    <a:pt x="1663" y="1310"/>
                    <a:pt x="1674" y="1310"/>
                  </a:cubicBezTo>
                  <a:cubicBezTo>
                    <a:pt x="1904" y="1322"/>
                    <a:pt x="2137" y="1496"/>
                    <a:pt x="2365" y="1828"/>
                  </a:cubicBezTo>
                  <a:cubicBezTo>
                    <a:pt x="3145" y="2964"/>
                    <a:pt x="3746" y="3776"/>
                    <a:pt x="4355" y="3872"/>
                  </a:cubicBezTo>
                  <a:cubicBezTo>
                    <a:pt x="4396" y="3878"/>
                    <a:pt x="4437" y="3882"/>
                    <a:pt x="4477" y="3882"/>
                  </a:cubicBezTo>
                  <a:cubicBezTo>
                    <a:pt x="4643" y="3882"/>
                    <a:pt x="4801" y="3825"/>
                    <a:pt x="4941" y="3717"/>
                  </a:cubicBezTo>
                  <a:cubicBezTo>
                    <a:pt x="5576" y="3227"/>
                    <a:pt x="4962" y="1763"/>
                    <a:pt x="4645" y="1111"/>
                  </a:cubicBezTo>
                  <a:cubicBezTo>
                    <a:pt x="4715" y="1044"/>
                    <a:pt x="4815" y="974"/>
                    <a:pt x="4922" y="967"/>
                  </a:cubicBezTo>
                  <a:cubicBezTo>
                    <a:pt x="4923" y="967"/>
                    <a:pt x="4925" y="967"/>
                    <a:pt x="4926" y="967"/>
                  </a:cubicBezTo>
                  <a:cubicBezTo>
                    <a:pt x="5105" y="967"/>
                    <a:pt x="5262" y="1110"/>
                    <a:pt x="5372" y="1239"/>
                  </a:cubicBezTo>
                  <a:cubicBezTo>
                    <a:pt x="5613" y="1520"/>
                    <a:pt x="5810" y="1862"/>
                    <a:pt x="6000" y="2193"/>
                  </a:cubicBezTo>
                  <a:cubicBezTo>
                    <a:pt x="6367" y="2829"/>
                    <a:pt x="6745" y="3488"/>
                    <a:pt x="7434" y="3592"/>
                  </a:cubicBezTo>
                  <a:cubicBezTo>
                    <a:pt x="7467" y="3597"/>
                    <a:pt x="7500" y="3600"/>
                    <a:pt x="7534" y="3600"/>
                  </a:cubicBezTo>
                  <a:cubicBezTo>
                    <a:pt x="8045" y="3600"/>
                    <a:pt x="8651" y="3018"/>
                    <a:pt x="9553" y="2091"/>
                  </a:cubicBezTo>
                  <a:cubicBezTo>
                    <a:pt x="9969" y="1663"/>
                    <a:pt x="10667" y="945"/>
                    <a:pt x="10840" y="921"/>
                  </a:cubicBezTo>
                  <a:cubicBezTo>
                    <a:pt x="10915" y="977"/>
                    <a:pt x="10953" y="1044"/>
                    <a:pt x="10961" y="1143"/>
                  </a:cubicBezTo>
                  <a:cubicBezTo>
                    <a:pt x="10991" y="1492"/>
                    <a:pt x="10653" y="2095"/>
                    <a:pt x="10121" y="2643"/>
                  </a:cubicBezTo>
                  <a:cubicBezTo>
                    <a:pt x="9802" y="2970"/>
                    <a:pt x="9547" y="3172"/>
                    <a:pt x="9370" y="3290"/>
                  </a:cubicBezTo>
                  <a:cubicBezTo>
                    <a:pt x="9177" y="3398"/>
                    <a:pt x="9062" y="3462"/>
                    <a:pt x="9056" y="3465"/>
                  </a:cubicBezTo>
                  <a:cubicBezTo>
                    <a:pt x="8927" y="3538"/>
                    <a:pt x="8875" y="3697"/>
                    <a:pt x="8936" y="3831"/>
                  </a:cubicBezTo>
                  <a:cubicBezTo>
                    <a:pt x="8983" y="3936"/>
                    <a:pt x="9087" y="3999"/>
                    <a:pt x="9196" y="3999"/>
                  </a:cubicBezTo>
                  <a:cubicBezTo>
                    <a:pt x="9227" y="3999"/>
                    <a:pt x="9259" y="3994"/>
                    <a:pt x="9290" y="3984"/>
                  </a:cubicBezTo>
                  <a:cubicBezTo>
                    <a:pt x="9315" y="3975"/>
                    <a:pt x="9450" y="3924"/>
                    <a:pt x="9674" y="3774"/>
                  </a:cubicBezTo>
                  <a:cubicBezTo>
                    <a:pt x="10573" y="3276"/>
                    <a:pt x="13032" y="1920"/>
                    <a:pt x="14277" y="1332"/>
                  </a:cubicBezTo>
                  <a:cubicBezTo>
                    <a:pt x="14494" y="1230"/>
                    <a:pt x="14692" y="1133"/>
                    <a:pt x="14874" y="1045"/>
                  </a:cubicBezTo>
                  <a:cubicBezTo>
                    <a:pt x="15389" y="794"/>
                    <a:pt x="15842" y="571"/>
                    <a:pt x="16062" y="571"/>
                  </a:cubicBezTo>
                  <a:cubicBezTo>
                    <a:pt x="16092" y="571"/>
                    <a:pt x="16118" y="575"/>
                    <a:pt x="16139" y="584"/>
                  </a:cubicBezTo>
                  <a:cubicBezTo>
                    <a:pt x="16213" y="615"/>
                    <a:pt x="16272" y="745"/>
                    <a:pt x="16307" y="849"/>
                  </a:cubicBezTo>
                  <a:cubicBezTo>
                    <a:pt x="16463" y="1293"/>
                    <a:pt x="13333" y="2611"/>
                    <a:pt x="12305" y="3043"/>
                  </a:cubicBezTo>
                  <a:cubicBezTo>
                    <a:pt x="11862" y="3229"/>
                    <a:pt x="11443" y="3406"/>
                    <a:pt x="11079" y="3567"/>
                  </a:cubicBezTo>
                  <a:cubicBezTo>
                    <a:pt x="10312" y="3909"/>
                    <a:pt x="9285" y="4397"/>
                    <a:pt x="8196" y="4913"/>
                  </a:cubicBezTo>
                  <a:cubicBezTo>
                    <a:pt x="6462" y="5737"/>
                    <a:pt x="4669" y="6588"/>
                    <a:pt x="3718" y="6949"/>
                  </a:cubicBezTo>
                  <a:cubicBezTo>
                    <a:pt x="2251" y="7506"/>
                    <a:pt x="1685" y="7532"/>
                    <a:pt x="1683" y="7532"/>
                  </a:cubicBezTo>
                  <a:cubicBezTo>
                    <a:pt x="1526" y="7533"/>
                    <a:pt x="1398" y="7661"/>
                    <a:pt x="1400" y="7819"/>
                  </a:cubicBezTo>
                  <a:cubicBezTo>
                    <a:pt x="1401" y="7976"/>
                    <a:pt x="1529" y="8103"/>
                    <a:pt x="1686" y="8103"/>
                  </a:cubicBezTo>
                  <a:cubicBezTo>
                    <a:pt x="1686" y="8103"/>
                    <a:pt x="1687" y="8103"/>
                    <a:pt x="1688" y="8103"/>
                  </a:cubicBezTo>
                  <a:lnTo>
                    <a:pt x="1690" y="8103"/>
                  </a:lnTo>
                  <a:cubicBezTo>
                    <a:pt x="1754" y="8102"/>
                    <a:pt x="2356" y="8077"/>
                    <a:pt x="3920" y="7483"/>
                  </a:cubicBezTo>
                  <a:cubicBezTo>
                    <a:pt x="4891" y="7115"/>
                    <a:pt x="6695" y="6257"/>
                    <a:pt x="8440" y="5430"/>
                  </a:cubicBezTo>
                  <a:cubicBezTo>
                    <a:pt x="9525" y="4914"/>
                    <a:pt x="10549" y="4427"/>
                    <a:pt x="11310" y="4089"/>
                  </a:cubicBezTo>
                  <a:cubicBezTo>
                    <a:pt x="11670" y="3928"/>
                    <a:pt x="12086" y="3753"/>
                    <a:pt x="12524" y="3568"/>
                  </a:cubicBezTo>
                  <a:cubicBezTo>
                    <a:pt x="15419" y="2351"/>
                    <a:pt x="17155" y="1547"/>
                    <a:pt x="16846" y="660"/>
                  </a:cubicBezTo>
                  <a:cubicBezTo>
                    <a:pt x="16775" y="458"/>
                    <a:pt x="16648" y="175"/>
                    <a:pt x="16355" y="56"/>
                  </a:cubicBezTo>
                  <a:cubicBezTo>
                    <a:pt x="16264" y="18"/>
                    <a:pt x="16169" y="1"/>
                    <a:pt x="16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72;p44">
              <a:extLst>
                <a:ext uri="{FF2B5EF4-FFF2-40B4-BE49-F238E27FC236}">
                  <a16:creationId xmlns:a16="http://schemas.microsoft.com/office/drawing/2014/main" id="{04D06AD1-B29B-498B-8322-B176F5D56754}"/>
                </a:ext>
              </a:extLst>
            </p:cNvPr>
            <p:cNvSpPr/>
            <p:nvPr/>
          </p:nvSpPr>
          <p:spPr>
            <a:xfrm>
              <a:off x="812215" y="3668047"/>
              <a:ext cx="55565" cy="131092"/>
            </a:xfrm>
            <a:custGeom>
              <a:avLst/>
              <a:gdLst/>
              <a:ahLst/>
              <a:cxnLst/>
              <a:rect l="l" t="t" r="r" b="b"/>
              <a:pathLst>
                <a:path w="3769" h="8892" extrusionOk="0">
                  <a:moveTo>
                    <a:pt x="3185" y="0"/>
                  </a:moveTo>
                  <a:cubicBezTo>
                    <a:pt x="3151" y="0"/>
                    <a:pt x="3117" y="7"/>
                    <a:pt x="3083" y="20"/>
                  </a:cubicBezTo>
                  <a:cubicBezTo>
                    <a:pt x="2998" y="53"/>
                    <a:pt x="993" y="841"/>
                    <a:pt x="830" y="2129"/>
                  </a:cubicBezTo>
                  <a:cubicBezTo>
                    <a:pt x="750" y="2766"/>
                    <a:pt x="1118" y="3382"/>
                    <a:pt x="1926" y="3959"/>
                  </a:cubicBezTo>
                  <a:cubicBezTo>
                    <a:pt x="2782" y="4573"/>
                    <a:pt x="3172" y="5209"/>
                    <a:pt x="3086" y="5850"/>
                  </a:cubicBezTo>
                  <a:cubicBezTo>
                    <a:pt x="2963" y="6763"/>
                    <a:pt x="1833" y="7739"/>
                    <a:pt x="206" y="8339"/>
                  </a:cubicBezTo>
                  <a:cubicBezTo>
                    <a:pt x="77" y="8387"/>
                    <a:pt x="1" y="8521"/>
                    <a:pt x="25" y="8657"/>
                  </a:cubicBezTo>
                  <a:cubicBezTo>
                    <a:pt x="49" y="8793"/>
                    <a:pt x="167" y="8892"/>
                    <a:pt x="305" y="8892"/>
                  </a:cubicBezTo>
                  <a:cubicBezTo>
                    <a:pt x="308" y="8892"/>
                    <a:pt x="310" y="8892"/>
                    <a:pt x="313" y="8892"/>
                  </a:cubicBezTo>
                  <a:cubicBezTo>
                    <a:pt x="344" y="8892"/>
                    <a:pt x="375" y="8885"/>
                    <a:pt x="404" y="8874"/>
                  </a:cubicBezTo>
                  <a:cubicBezTo>
                    <a:pt x="1854" y="8339"/>
                    <a:pt x="3469" y="7284"/>
                    <a:pt x="3651" y="5926"/>
                  </a:cubicBezTo>
                  <a:cubicBezTo>
                    <a:pt x="3769" y="5058"/>
                    <a:pt x="3299" y="4241"/>
                    <a:pt x="2259" y="3495"/>
                  </a:cubicBezTo>
                  <a:cubicBezTo>
                    <a:pt x="1635" y="3049"/>
                    <a:pt x="1345" y="2614"/>
                    <a:pt x="1397" y="2201"/>
                  </a:cubicBezTo>
                  <a:cubicBezTo>
                    <a:pt x="1497" y="1412"/>
                    <a:pt x="2797" y="744"/>
                    <a:pt x="3289" y="552"/>
                  </a:cubicBezTo>
                  <a:cubicBezTo>
                    <a:pt x="3436" y="496"/>
                    <a:pt x="3509" y="331"/>
                    <a:pt x="3452" y="183"/>
                  </a:cubicBezTo>
                  <a:cubicBezTo>
                    <a:pt x="3408" y="70"/>
                    <a:pt x="3300" y="0"/>
                    <a:pt x="3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73;p44">
              <a:extLst>
                <a:ext uri="{FF2B5EF4-FFF2-40B4-BE49-F238E27FC236}">
                  <a16:creationId xmlns:a16="http://schemas.microsoft.com/office/drawing/2014/main" id="{9BA50B8C-F798-41FB-8752-39BF6054045B}"/>
                </a:ext>
              </a:extLst>
            </p:cNvPr>
            <p:cNvSpPr/>
            <p:nvPr/>
          </p:nvSpPr>
          <p:spPr>
            <a:xfrm>
              <a:off x="567972" y="3649043"/>
              <a:ext cx="150331" cy="143432"/>
            </a:xfrm>
            <a:custGeom>
              <a:avLst/>
              <a:gdLst/>
              <a:ahLst/>
              <a:cxnLst/>
              <a:rect l="l" t="t" r="r" b="b"/>
              <a:pathLst>
                <a:path w="10197" h="9729" extrusionOk="0">
                  <a:moveTo>
                    <a:pt x="9880" y="0"/>
                  </a:moveTo>
                  <a:cubicBezTo>
                    <a:pt x="9749" y="0"/>
                    <a:pt x="9632" y="95"/>
                    <a:pt x="9605" y="229"/>
                  </a:cubicBezTo>
                  <a:cubicBezTo>
                    <a:pt x="9586" y="321"/>
                    <a:pt x="7686" y="9157"/>
                    <a:pt x="962" y="9157"/>
                  </a:cubicBezTo>
                  <a:cubicBezTo>
                    <a:pt x="755" y="9157"/>
                    <a:pt x="544" y="9149"/>
                    <a:pt x="328" y="9132"/>
                  </a:cubicBezTo>
                  <a:cubicBezTo>
                    <a:pt x="318" y="9131"/>
                    <a:pt x="307" y="9130"/>
                    <a:pt x="297" y="9130"/>
                  </a:cubicBezTo>
                  <a:cubicBezTo>
                    <a:pt x="150" y="9130"/>
                    <a:pt x="25" y="9242"/>
                    <a:pt x="13" y="9393"/>
                  </a:cubicBezTo>
                  <a:cubicBezTo>
                    <a:pt x="1" y="9552"/>
                    <a:pt x="123" y="9692"/>
                    <a:pt x="282" y="9700"/>
                  </a:cubicBezTo>
                  <a:cubicBezTo>
                    <a:pt x="518" y="9719"/>
                    <a:pt x="748" y="9729"/>
                    <a:pt x="973" y="9729"/>
                  </a:cubicBezTo>
                  <a:cubicBezTo>
                    <a:pt x="8146" y="9729"/>
                    <a:pt x="10144" y="441"/>
                    <a:pt x="10165" y="344"/>
                  </a:cubicBezTo>
                  <a:cubicBezTo>
                    <a:pt x="10196" y="190"/>
                    <a:pt x="10096" y="39"/>
                    <a:pt x="9942" y="7"/>
                  </a:cubicBezTo>
                  <a:cubicBezTo>
                    <a:pt x="9921" y="2"/>
                    <a:pt x="9900" y="0"/>
                    <a:pt x="9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74;p44">
              <a:extLst>
                <a:ext uri="{FF2B5EF4-FFF2-40B4-BE49-F238E27FC236}">
                  <a16:creationId xmlns:a16="http://schemas.microsoft.com/office/drawing/2014/main" id="{8FF270D3-D01E-4187-A285-824187155396}"/>
                </a:ext>
              </a:extLst>
            </p:cNvPr>
            <p:cNvSpPr/>
            <p:nvPr/>
          </p:nvSpPr>
          <p:spPr>
            <a:xfrm>
              <a:off x="778027" y="3840979"/>
              <a:ext cx="56184" cy="47118"/>
            </a:xfrm>
            <a:custGeom>
              <a:avLst/>
              <a:gdLst/>
              <a:ahLst/>
              <a:cxnLst/>
              <a:rect l="l" t="t" r="r" b="b"/>
              <a:pathLst>
                <a:path w="3811" h="3196" extrusionOk="0">
                  <a:moveTo>
                    <a:pt x="1" y="3195"/>
                  </a:moveTo>
                  <a:lnTo>
                    <a:pt x="381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75;p44">
              <a:extLst>
                <a:ext uri="{FF2B5EF4-FFF2-40B4-BE49-F238E27FC236}">
                  <a16:creationId xmlns:a16="http://schemas.microsoft.com/office/drawing/2014/main" id="{2037A95B-1CDD-410F-B046-3360DDF9F3E6}"/>
                </a:ext>
              </a:extLst>
            </p:cNvPr>
            <p:cNvSpPr/>
            <p:nvPr/>
          </p:nvSpPr>
          <p:spPr>
            <a:xfrm>
              <a:off x="772306" y="3836748"/>
              <a:ext cx="66652" cy="55551"/>
            </a:xfrm>
            <a:custGeom>
              <a:avLst/>
              <a:gdLst/>
              <a:ahLst/>
              <a:cxnLst/>
              <a:rect l="l" t="t" r="r" b="b"/>
              <a:pathLst>
                <a:path w="4521" h="3768" extrusionOk="0">
                  <a:moveTo>
                    <a:pt x="4200" y="1"/>
                  </a:moveTo>
                  <a:cubicBezTo>
                    <a:pt x="4135" y="1"/>
                    <a:pt x="4068" y="23"/>
                    <a:pt x="4015" y="69"/>
                  </a:cubicBezTo>
                  <a:lnTo>
                    <a:pt x="205" y="3263"/>
                  </a:lnTo>
                  <a:cubicBezTo>
                    <a:pt x="1" y="3435"/>
                    <a:pt x="123" y="3767"/>
                    <a:pt x="389" y="3767"/>
                  </a:cubicBezTo>
                  <a:cubicBezTo>
                    <a:pt x="456" y="3767"/>
                    <a:pt x="522" y="3743"/>
                    <a:pt x="573" y="3701"/>
                  </a:cubicBezTo>
                  <a:lnTo>
                    <a:pt x="4382" y="506"/>
                  </a:lnTo>
                  <a:cubicBezTo>
                    <a:pt x="4504" y="405"/>
                    <a:pt x="4520" y="224"/>
                    <a:pt x="4419" y="102"/>
                  </a:cubicBezTo>
                  <a:cubicBezTo>
                    <a:pt x="4362" y="35"/>
                    <a:pt x="4282" y="1"/>
                    <a:pt x="4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76;p44">
              <a:extLst>
                <a:ext uri="{FF2B5EF4-FFF2-40B4-BE49-F238E27FC236}">
                  <a16:creationId xmlns:a16="http://schemas.microsoft.com/office/drawing/2014/main" id="{5C539D58-D157-4268-A3E5-42AB8287E9E1}"/>
                </a:ext>
              </a:extLst>
            </p:cNvPr>
            <p:cNvSpPr/>
            <p:nvPr/>
          </p:nvSpPr>
          <p:spPr>
            <a:xfrm>
              <a:off x="590278" y="3558184"/>
              <a:ext cx="22188" cy="88102"/>
            </a:xfrm>
            <a:custGeom>
              <a:avLst/>
              <a:gdLst/>
              <a:ahLst/>
              <a:cxnLst/>
              <a:rect l="l" t="t" r="r" b="b"/>
              <a:pathLst>
                <a:path w="1505" h="5976" extrusionOk="0">
                  <a:moveTo>
                    <a:pt x="0" y="1"/>
                  </a:moveTo>
                  <a:lnTo>
                    <a:pt x="71" y="4996"/>
                  </a:lnTo>
                  <a:lnTo>
                    <a:pt x="1505" y="5976"/>
                  </a:lnTo>
                  <a:lnTo>
                    <a:pt x="1285" y="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77;p44">
              <a:extLst>
                <a:ext uri="{FF2B5EF4-FFF2-40B4-BE49-F238E27FC236}">
                  <a16:creationId xmlns:a16="http://schemas.microsoft.com/office/drawing/2014/main" id="{238C3EEB-791D-454A-8185-D309A628B7CD}"/>
                </a:ext>
              </a:extLst>
            </p:cNvPr>
            <p:cNvSpPr/>
            <p:nvPr/>
          </p:nvSpPr>
          <p:spPr>
            <a:xfrm>
              <a:off x="586032" y="3553968"/>
              <a:ext cx="30739" cy="96535"/>
            </a:xfrm>
            <a:custGeom>
              <a:avLst/>
              <a:gdLst/>
              <a:ahLst/>
              <a:cxnLst/>
              <a:rect l="l" t="t" r="r" b="b"/>
              <a:pathLst>
                <a:path w="2085" h="6548" extrusionOk="0">
                  <a:moveTo>
                    <a:pt x="287" y="1"/>
                  </a:moveTo>
                  <a:cubicBezTo>
                    <a:pt x="136" y="1"/>
                    <a:pt x="0" y="124"/>
                    <a:pt x="2" y="290"/>
                  </a:cubicBezTo>
                  <a:lnTo>
                    <a:pt x="73" y="5287"/>
                  </a:lnTo>
                  <a:cubicBezTo>
                    <a:pt x="75" y="5442"/>
                    <a:pt x="222" y="5568"/>
                    <a:pt x="356" y="5568"/>
                  </a:cubicBezTo>
                  <a:cubicBezTo>
                    <a:pt x="359" y="5568"/>
                    <a:pt x="361" y="5568"/>
                    <a:pt x="363" y="5568"/>
                  </a:cubicBezTo>
                  <a:cubicBezTo>
                    <a:pt x="520" y="5566"/>
                    <a:pt x="647" y="5437"/>
                    <a:pt x="645" y="5279"/>
                  </a:cubicBezTo>
                  <a:lnTo>
                    <a:pt x="581" y="723"/>
                  </a:lnTo>
                  <a:lnTo>
                    <a:pt x="1295" y="1031"/>
                  </a:lnTo>
                  <a:lnTo>
                    <a:pt x="1507" y="6274"/>
                  </a:lnTo>
                  <a:cubicBezTo>
                    <a:pt x="1513" y="6427"/>
                    <a:pt x="1638" y="6548"/>
                    <a:pt x="1792" y="6548"/>
                  </a:cubicBezTo>
                  <a:lnTo>
                    <a:pt x="1804" y="6547"/>
                  </a:lnTo>
                  <a:cubicBezTo>
                    <a:pt x="1961" y="6541"/>
                    <a:pt x="2084" y="6407"/>
                    <a:pt x="2078" y="6250"/>
                  </a:cubicBezTo>
                  <a:lnTo>
                    <a:pt x="1858" y="827"/>
                  </a:lnTo>
                  <a:cubicBezTo>
                    <a:pt x="1854" y="717"/>
                    <a:pt x="1786" y="620"/>
                    <a:pt x="1685" y="577"/>
                  </a:cubicBezTo>
                  <a:lnTo>
                    <a:pt x="401" y="25"/>
                  </a:lnTo>
                  <a:cubicBezTo>
                    <a:pt x="363" y="8"/>
                    <a:pt x="325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78;p44">
              <a:extLst>
                <a:ext uri="{FF2B5EF4-FFF2-40B4-BE49-F238E27FC236}">
                  <a16:creationId xmlns:a16="http://schemas.microsoft.com/office/drawing/2014/main" id="{041BD50A-795E-4C1B-8074-405D9ACFE837}"/>
                </a:ext>
              </a:extLst>
            </p:cNvPr>
            <p:cNvSpPr/>
            <p:nvPr/>
          </p:nvSpPr>
          <p:spPr>
            <a:xfrm>
              <a:off x="941199" y="3566204"/>
              <a:ext cx="24075" cy="78092"/>
            </a:xfrm>
            <a:custGeom>
              <a:avLst/>
              <a:gdLst/>
              <a:ahLst/>
              <a:cxnLst/>
              <a:rect l="l" t="t" r="r" b="b"/>
              <a:pathLst>
                <a:path w="1633" h="5297" extrusionOk="0">
                  <a:moveTo>
                    <a:pt x="1138" y="0"/>
                  </a:moveTo>
                  <a:lnTo>
                    <a:pt x="0" y="301"/>
                  </a:lnTo>
                  <a:lnTo>
                    <a:pt x="71" y="5297"/>
                  </a:lnTo>
                  <a:lnTo>
                    <a:pt x="1633" y="486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79;p44">
              <a:extLst>
                <a:ext uri="{FF2B5EF4-FFF2-40B4-BE49-F238E27FC236}">
                  <a16:creationId xmlns:a16="http://schemas.microsoft.com/office/drawing/2014/main" id="{6AF2F5C9-5472-4A19-9E9A-C95C641D1B09}"/>
                </a:ext>
              </a:extLst>
            </p:cNvPr>
            <p:cNvSpPr/>
            <p:nvPr/>
          </p:nvSpPr>
          <p:spPr>
            <a:xfrm>
              <a:off x="936968" y="3561988"/>
              <a:ext cx="32729" cy="86525"/>
            </a:xfrm>
            <a:custGeom>
              <a:avLst/>
              <a:gdLst/>
              <a:ahLst/>
              <a:cxnLst/>
              <a:rect l="l" t="t" r="r" b="b"/>
              <a:pathLst>
                <a:path w="2220" h="5869" extrusionOk="0">
                  <a:moveTo>
                    <a:pt x="1425" y="1"/>
                  </a:moveTo>
                  <a:cubicBezTo>
                    <a:pt x="1401" y="1"/>
                    <a:pt x="1376" y="4"/>
                    <a:pt x="1352" y="10"/>
                  </a:cubicBezTo>
                  <a:lnTo>
                    <a:pt x="214" y="312"/>
                  </a:lnTo>
                  <a:cubicBezTo>
                    <a:pt x="88" y="345"/>
                    <a:pt x="0" y="460"/>
                    <a:pt x="2" y="592"/>
                  </a:cubicBezTo>
                  <a:lnTo>
                    <a:pt x="73" y="5587"/>
                  </a:lnTo>
                  <a:cubicBezTo>
                    <a:pt x="75" y="5744"/>
                    <a:pt x="202" y="5869"/>
                    <a:pt x="358" y="5869"/>
                  </a:cubicBezTo>
                  <a:lnTo>
                    <a:pt x="362" y="5869"/>
                  </a:lnTo>
                  <a:cubicBezTo>
                    <a:pt x="520" y="5867"/>
                    <a:pt x="646" y="5737"/>
                    <a:pt x="644" y="5580"/>
                  </a:cubicBezTo>
                  <a:lnTo>
                    <a:pt x="576" y="806"/>
                  </a:lnTo>
                  <a:lnTo>
                    <a:pt x="1175" y="648"/>
                  </a:lnTo>
                  <a:lnTo>
                    <a:pt x="1636" y="5181"/>
                  </a:lnTo>
                  <a:cubicBezTo>
                    <a:pt x="1650" y="5326"/>
                    <a:pt x="1767" y="5438"/>
                    <a:pt x="1912" y="5438"/>
                  </a:cubicBezTo>
                  <a:cubicBezTo>
                    <a:pt x="1924" y="5438"/>
                    <a:pt x="1936" y="5438"/>
                    <a:pt x="1948" y="5436"/>
                  </a:cubicBezTo>
                  <a:cubicBezTo>
                    <a:pt x="2106" y="5420"/>
                    <a:pt x="2220" y="5280"/>
                    <a:pt x="2204" y="5123"/>
                  </a:cubicBezTo>
                  <a:lnTo>
                    <a:pt x="1709" y="257"/>
                  </a:lnTo>
                  <a:cubicBezTo>
                    <a:pt x="1700" y="173"/>
                    <a:pt x="1657" y="98"/>
                    <a:pt x="1587" y="51"/>
                  </a:cubicBezTo>
                  <a:cubicBezTo>
                    <a:pt x="1539" y="18"/>
                    <a:pt x="1483" y="1"/>
                    <a:pt x="1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80;p44">
              <a:extLst>
                <a:ext uri="{FF2B5EF4-FFF2-40B4-BE49-F238E27FC236}">
                  <a16:creationId xmlns:a16="http://schemas.microsoft.com/office/drawing/2014/main" id="{EDC19CF8-29DE-48E4-A958-8D4027615CC3}"/>
                </a:ext>
              </a:extLst>
            </p:cNvPr>
            <p:cNvSpPr/>
            <p:nvPr/>
          </p:nvSpPr>
          <p:spPr>
            <a:xfrm>
              <a:off x="724864" y="3592918"/>
              <a:ext cx="24090" cy="71768"/>
            </a:xfrm>
            <a:custGeom>
              <a:avLst/>
              <a:gdLst/>
              <a:ahLst/>
              <a:cxnLst/>
              <a:rect l="l" t="t" r="r" b="b"/>
              <a:pathLst>
                <a:path w="1634" h="4868" extrusionOk="0">
                  <a:moveTo>
                    <a:pt x="1139" y="1"/>
                  </a:moveTo>
                  <a:lnTo>
                    <a:pt x="1" y="303"/>
                  </a:lnTo>
                  <a:lnTo>
                    <a:pt x="150" y="4766"/>
                  </a:lnTo>
                  <a:lnTo>
                    <a:pt x="1634" y="4868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81;p44">
              <a:extLst>
                <a:ext uri="{FF2B5EF4-FFF2-40B4-BE49-F238E27FC236}">
                  <a16:creationId xmlns:a16="http://schemas.microsoft.com/office/drawing/2014/main" id="{E03930D1-32AD-444B-BAEF-1AAD99EC6A85}"/>
                </a:ext>
              </a:extLst>
            </p:cNvPr>
            <p:cNvSpPr/>
            <p:nvPr/>
          </p:nvSpPr>
          <p:spPr>
            <a:xfrm>
              <a:off x="720618" y="3588716"/>
              <a:ext cx="32758" cy="80186"/>
            </a:xfrm>
            <a:custGeom>
              <a:avLst/>
              <a:gdLst/>
              <a:ahLst/>
              <a:cxnLst/>
              <a:rect l="l" t="t" r="r" b="b"/>
              <a:pathLst>
                <a:path w="2222" h="5439" extrusionOk="0">
                  <a:moveTo>
                    <a:pt x="1429" y="1"/>
                  </a:moveTo>
                  <a:cubicBezTo>
                    <a:pt x="1404" y="1"/>
                    <a:pt x="1379" y="4"/>
                    <a:pt x="1354" y="11"/>
                  </a:cubicBezTo>
                  <a:lnTo>
                    <a:pt x="217" y="312"/>
                  </a:lnTo>
                  <a:cubicBezTo>
                    <a:pt x="88" y="345"/>
                    <a:pt x="1" y="464"/>
                    <a:pt x="5" y="598"/>
                  </a:cubicBezTo>
                  <a:lnTo>
                    <a:pt x="154" y="5059"/>
                  </a:lnTo>
                  <a:cubicBezTo>
                    <a:pt x="158" y="5214"/>
                    <a:pt x="298" y="5335"/>
                    <a:pt x="441" y="5335"/>
                  </a:cubicBezTo>
                  <a:cubicBezTo>
                    <a:pt x="444" y="5335"/>
                    <a:pt x="446" y="5335"/>
                    <a:pt x="449" y="5335"/>
                  </a:cubicBezTo>
                  <a:cubicBezTo>
                    <a:pt x="606" y="5330"/>
                    <a:pt x="729" y="5198"/>
                    <a:pt x="724" y="5041"/>
                  </a:cubicBezTo>
                  <a:lnTo>
                    <a:pt x="584" y="805"/>
                  </a:lnTo>
                  <a:lnTo>
                    <a:pt x="1177" y="648"/>
                  </a:lnTo>
                  <a:lnTo>
                    <a:pt x="1638" y="5182"/>
                  </a:lnTo>
                  <a:cubicBezTo>
                    <a:pt x="1652" y="5328"/>
                    <a:pt x="1775" y="5438"/>
                    <a:pt x="1922" y="5439"/>
                  </a:cubicBezTo>
                  <a:cubicBezTo>
                    <a:pt x="1932" y="5439"/>
                    <a:pt x="1941" y="5438"/>
                    <a:pt x="1951" y="5436"/>
                  </a:cubicBezTo>
                  <a:cubicBezTo>
                    <a:pt x="2108" y="5420"/>
                    <a:pt x="2222" y="5281"/>
                    <a:pt x="2207" y="5123"/>
                  </a:cubicBezTo>
                  <a:lnTo>
                    <a:pt x="1712" y="257"/>
                  </a:lnTo>
                  <a:cubicBezTo>
                    <a:pt x="1697" y="108"/>
                    <a:pt x="1571" y="1"/>
                    <a:pt x="14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82;p44">
              <a:extLst>
                <a:ext uri="{FF2B5EF4-FFF2-40B4-BE49-F238E27FC236}">
                  <a16:creationId xmlns:a16="http://schemas.microsoft.com/office/drawing/2014/main" id="{AA252948-DA8D-41BC-ACF2-66299EA3D791}"/>
                </a:ext>
              </a:extLst>
            </p:cNvPr>
            <p:cNvSpPr/>
            <p:nvPr/>
          </p:nvSpPr>
          <p:spPr>
            <a:xfrm>
              <a:off x="547716" y="2942396"/>
              <a:ext cx="487792" cy="660400"/>
            </a:xfrm>
            <a:custGeom>
              <a:avLst/>
              <a:gdLst/>
              <a:ahLst/>
              <a:cxnLst/>
              <a:rect l="l" t="t" r="r" b="b"/>
              <a:pathLst>
                <a:path w="33087" h="44795" extrusionOk="0">
                  <a:moveTo>
                    <a:pt x="16422" y="1"/>
                  </a:moveTo>
                  <a:cubicBezTo>
                    <a:pt x="14570" y="1"/>
                    <a:pt x="13104" y="274"/>
                    <a:pt x="13104" y="274"/>
                  </a:cubicBezTo>
                  <a:cubicBezTo>
                    <a:pt x="13104" y="274"/>
                    <a:pt x="116" y="3883"/>
                    <a:pt x="132" y="5024"/>
                  </a:cubicBezTo>
                  <a:cubicBezTo>
                    <a:pt x="149" y="6167"/>
                    <a:pt x="1" y="36148"/>
                    <a:pt x="36" y="38621"/>
                  </a:cubicBezTo>
                  <a:cubicBezTo>
                    <a:pt x="70" y="41096"/>
                    <a:pt x="3426" y="42857"/>
                    <a:pt x="7916" y="44030"/>
                  </a:cubicBezTo>
                  <a:cubicBezTo>
                    <a:pt x="9998" y="44574"/>
                    <a:pt x="13345" y="44794"/>
                    <a:pt x="16553" y="44794"/>
                  </a:cubicBezTo>
                  <a:cubicBezTo>
                    <a:pt x="20261" y="44794"/>
                    <a:pt x="23784" y="44501"/>
                    <a:pt x="24952" y="44076"/>
                  </a:cubicBezTo>
                  <a:cubicBezTo>
                    <a:pt x="27130" y="43283"/>
                    <a:pt x="30069" y="42481"/>
                    <a:pt x="30430" y="41048"/>
                  </a:cubicBezTo>
                  <a:cubicBezTo>
                    <a:pt x="30790" y="39615"/>
                    <a:pt x="30592" y="25532"/>
                    <a:pt x="30653" y="23152"/>
                  </a:cubicBezTo>
                  <a:cubicBezTo>
                    <a:pt x="30715" y="20773"/>
                    <a:pt x="33087" y="13505"/>
                    <a:pt x="32288" y="10852"/>
                  </a:cubicBezTo>
                  <a:cubicBezTo>
                    <a:pt x="31489" y="8199"/>
                    <a:pt x="29936" y="6032"/>
                    <a:pt x="28303" y="5008"/>
                  </a:cubicBezTo>
                  <a:cubicBezTo>
                    <a:pt x="26670" y="3984"/>
                    <a:pt x="22345" y="904"/>
                    <a:pt x="19386" y="280"/>
                  </a:cubicBezTo>
                  <a:cubicBezTo>
                    <a:pt x="18392" y="71"/>
                    <a:pt x="17358" y="1"/>
                    <a:pt x="1642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83;p44">
              <a:extLst>
                <a:ext uri="{FF2B5EF4-FFF2-40B4-BE49-F238E27FC236}">
                  <a16:creationId xmlns:a16="http://schemas.microsoft.com/office/drawing/2014/main" id="{4516E6FF-E676-4163-BFD6-E762F9EAF251}"/>
                </a:ext>
              </a:extLst>
            </p:cNvPr>
            <p:cNvSpPr/>
            <p:nvPr/>
          </p:nvSpPr>
          <p:spPr>
            <a:xfrm>
              <a:off x="543706" y="2938165"/>
              <a:ext cx="491861" cy="668773"/>
            </a:xfrm>
            <a:custGeom>
              <a:avLst/>
              <a:gdLst/>
              <a:ahLst/>
              <a:cxnLst/>
              <a:rect l="l" t="t" r="r" b="b"/>
              <a:pathLst>
                <a:path w="33363" h="45363" extrusionOk="0">
                  <a:moveTo>
                    <a:pt x="16701" y="574"/>
                  </a:moveTo>
                  <a:cubicBezTo>
                    <a:pt x="17620" y="574"/>
                    <a:pt x="18632" y="642"/>
                    <a:pt x="19599" y="846"/>
                  </a:cubicBezTo>
                  <a:cubicBezTo>
                    <a:pt x="22041" y="1362"/>
                    <a:pt x="25438" y="3587"/>
                    <a:pt x="27466" y="4917"/>
                  </a:cubicBezTo>
                  <a:cubicBezTo>
                    <a:pt x="27842" y="5162"/>
                    <a:pt x="28167" y="5375"/>
                    <a:pt x="28423" y="5537"/>
                  </a:cubicBezTo>
                  <a:cubicBezTo>
                    <a:pt x="30059" y="6563"/>
                    <a:pt x="31540" y="8741"/>
                    <a:pt x="32286" y="11222"/>
                  </a:cubicBezTo>
                  <a:cubicBezTo>
                    <a:pt x="32772" y="12835"/>
                    <a:pt x="31995" y="16408"/>
                    <a:pt x="31371" y="19278"/>
                  </a:cubicBezTo>
                  <a:cubicBezTo>
                    <a:pt x="30991" y="21026"/>
                    <a:pt x="30663" y="22536"/>
                    <a:pt x="30640" y="23433"/>
                  </a:cubicBezTo>
                  <a:cubicBezTo>
                    <a:pt x="30621" y="24156"/>
                    <a:pt x="30626" y="25912"/>
                    <a:pt x="30632" y="28135"/>
                  </a:cubicBezTo>
                  <a:cubicBezTo>
                    <a:pt x="30646" y="32979"/>
                    <a:pt x="30668" y="40301"/>
                    <a:pt x="30425" y="41265"/>
                  </a:cubicBezTo>
                  <a:cubicBezTo>
                    <a:pt x="30153" y="42345"/>
                    <a:pt x="27999" y="43093"/>
                    <a:pt x="26098" y="43753"/>
                  </a:cubicBezTo>
                  <a:cubicBezTo>
                    <a:pt x="25765" y="43868"/>
                    <a:pt x="25438" y="43982"/>
                    <a:pt x="25127" y="44095"/>
                  </a:cubicBezTo>
                  <a:cubicBezTo>
                    <a:pt x="24024" y="44497"/>
                    <a:pt x="20479" y="44803"/>
                    <a:pt x="16736" y="44803"/>
                  </a:cubicBezTo>
                  <a:cubicBezTo>
                    <a:pt x="13616" y="44803"/>
                    <a:pt x="10358" y="44590"/>
                    <a:pt x="8260" y="44042"/>
                  </a:cubicBezTo>
                  <a:cubicBezTo>
                    <a:pt x="4782" y="43132"/>
                    <a:pt x="629" y="41503"/>
                    <a:pt x="592" y="38905"/>
                  </a:cubicBezTo>
                  <a:cubicBezTo>
                    <a:pt x="572" y="37435"/>
                    <a:pt x="616" y="26188"/>
                    <a:pt x="652" y="17150"/>
                  </a:cubicBezTo>
                  <a:cubicBezTo>
                    <a:pt x="676" y="11045"/>
                    <a:pt x="698" y="5773"/>
                    <a:pt x="684" y="5347"/>
                  </a:cubicBezTo>
                  <a:cubicBezTo>
                    <a:pt x="1013" y="4654"/>
                    <a:pt x="7426" y="2511"/>
                    <a:pt x="13440" y="839"/>
                  </a:cubicBezTo>
                  <a:cubicBezTo>
                    <a:pt x="13581" y="814"/>
                    <a:pt x="14976" y="574"/>
                    <a:pt x="16701" y="574"/>
                  </a:cubicBezTo>
                  <a:close/>
                  <a:moveTo>
                    <a:pt x="16682" y="1"/>
                  </a:moveTo>
                  <a:cubicBezTo>
                    <a:pt x="14858" y="1"/>
                    <a:pt x="13415" y="264"/>
                    <a:pt x="13324" y="280"/>
                  </a:cubicBezTo>
                  <a:cubicBezTo>
                    <a:pt x="13316" y="282"/>
                    <a:pt x="13308" y="283"/>
                    <a:pt x="13300" y="285"/>
                  </a:cubicBezTo>
                  <a:cubicBezTo>
                    <a:pt x="8370" y="1656"/>
                    <a:pt x="102" y="4131"/>
                    <a:pt x="119" y="5316"/>
                  </a:cubicBezTo>
                  <a:cubicBezTo>
                    <a:pt x="126" y="5776"/>
                    <a:pt x="105" y="11046"/>
                    <a:pt x="81" y="17148"/>
                  </a:cubicBezTo>
                  <a:cubicBezTo>
                    <a:pt x="46" y="26189"/>
                    <a:pt x="1" y="37439"/>
                    <a:pt x="22" y="38914"/>
                  </a:cubicBezTo>
                  <a:cubicBezTo>
                    <a:pt x="55" y="41287"/>
                    <a:pt x="2779" y="43198"/>
                    <a:pt x="8115" y="44594"/>
                  </a:cubicBezTo>
                  <a:cubicBezTo>
                    <a:pt x="10195" y="45138"/>
                    <a:pt x="13607" y="45363"/>
                    <a:pt x="16880" y="45363"/>
                  </a:cubicBezTo>
                  <a:cubicBezTo>
                    <a:pt x="20579" y="45363"/>
                    <a:pt x="24103" y="45075"/>
                    <a:pt x="25322" y="44632"/>
                  </a:cubicBezTo>
                  <a:cubicBezTo>
                    <a:pt x="25630" y="44519"/>
                    <a:pt x="25954" y="44407"/>
                    <a:pt x="26285" y="44292"/>
                  </a:cubicBezTo>
                  <a:cubicBezTo>
                    <a:pt x="28422" y="43550"/>
                    <a:pt x="30631" y="42784"/>
                    <a:pt x="30978" y="41406"/>
                  </a:cubicBezTo>
                  <a:cubicBezTo>
                    <a:pt x="31239" y="40372"/>
                    <a:pt x="31218" y="33298"/>
                    <a:pt x="31203" y="28134"/>
                  </a:cubicBezTo>
                  <a:cubicBezTo>
                    <a:pt x="31198" y="25916"/>
                    <a:pt x="31192" y="24163"/>
                    <a:pt x="31211" y="23448"/>
                  </a:cubicBezTo>
                  <a:cubicBezTo>
                    <a:pt x="31232" y="22606"/>
                    <a:pt x="31570" y="21048"/>
                    <a:pt x="31929" y="19400"/>
                  </a:cubicBezTo>
                  <a:cubicBezTo>
                    <a:pt x="32601" y="16312"/>
                    <a:pt x="33362" y="12813"/>
                    <a:pt x="32834" y="11058"/>
                  </a:cubicBezTo>
                  <a:cubicBezTo>
                    <a:pt x="32049" y="8451"/>
                    <a:pt x="30475" y="6150"/>
                    <a:pt x="28728" y="5054"/>
                  </a:cubicBezTo>
                  <a:cubicBezTo>
                    <a:pt x="28473" y="4894"/>
                    <a:pt x="28151" y="4683"/>
                    <a:pt x="27780" y="4441"/>
                  </a:cubicBezTo>
                  <a:cubicBezTo>
                    <a:pt x="25716" y="3088"/>
                    <a:pt x="22263" y="826"/>
                    <a:pt x="19716" y="289"/>
                  </a:cubicBezTo>
                  <a:cubicBezTo>
                    <a:pt x="18693" y="73"/>
                    <a:pt x="17636" y="1"/>
                    <a:pt x="16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84;p44">
              <a:extLst>
                <a:ext uri="{FF2B5EF4-FFF2-40B4-BE49-F238E27FC236}">
                  <a16:creationId xmlns:a16="http://schemas.microsoft.com/office/drawing/2014/main" id="{4496C722-B0A0-4582-AD69-F7AEB5D8CC37}"/>
                </a:ext>
              </a:extLst>
            </p:cNvPr>
            <p:cNvSpPr/>
            <p:nvPr/>
          </p:nvSpPr>
          <p:spPr>
            <a:xfrm>
              <a:off x="873353" y="3060942"/>
              <a:ext cx="52292" cy="521169"/>
            </a:xfrm>
            <a:custGeom>
              <a:avLst/>
              <a:gdLst/>
              <a:ahLst/>
              <a:cxnLst/>
              <a:rect l="l" t="t" r="r" b="b"/>
              <a:pathLst>
                <a:path w="3547" h="35351" extrusionOk="0">
                  <a:moveTo>
                    <a:pt x="310" y="1"/>
                  </a:moveTo>
                  <a:cubicBezTo>
                    <a:pt x="293" y="1"/>
                    <a:pt x="276" y="2"/>
                    <a:pt x="259" y="6"/>
                  </a:cubicBezTo>
                  <a:cubicBezTo>
                    <a:pt x="103" y="33"/>
                    <a:pt x="0" y="182"/>
                    <a:pt x="28" y="337"/>
                  </a:cubicBezTo>
                  <a:cubicBezTo>
                    <a:pt x="45" y="427"/>
                    <a:pt x="1652" y="9427"/>
                    <a:pt x="892" y="13702"/>
                  </a:cubicBezTo>
                  <a:cubicBezTo>
                    <a:pt x="358" y="16705"/>
                    <a:pt x="897" y="26699"/>
                    <a:pt x="1443" y="28756"/>
                  </a:cubicBezTo>
                  <a:cubicBezTo>
                    <a:pt x="2137" y="31377"/>
                    <a:pt x="2306" y="34433"/>
                    <a:pt x="1369" y="34800"/>
                  </a:cubicBezTo>
                  <a:cubicBezTo>
                    <a:pt x="1241" y="34850"/>
                    <a:pt x="1166" y="34983"/>
                    <a:pt x="1192" y="35119"/>
                  </a:cubicBezTo>
                  <a:cubicBezTo>
                    <a:pt x="1217" y="35253"/>
                    <a:pt x="1334" y="35351"/>
                    <a:pt x="1471" y="35351"/>
                  </a:cubicBezTo>
                  <a:cubicBezTo>
                    <a:pt x="1472" y="35351"/>
                    <a:pt x="1472" y="35351"/>
                    <a:pt x="1473" y="35351"/>
                  </a:cubicBezTo>
                  <a:cubicBezTo>
                    <a:pt x="1508" y="35351"/>
                    <a:pt x="1544" y="35344"/>
                    <a:pt x="1577" y="35331"/>
                  </a:cubicBezTo>
                  <a:cubicBezTo>
                    <a:pt x="3546" y="34561"/>
                    <a:pt x="2010" y="28669"/>
                    <a:pt x="1995" y="28610"/>
                  </a:cubicBezTo>
                  <a:cubicBezTo>
                    <a:pt x="1458" y="26587"/>
                    <a:pt x="929" y="16757"/>
                    <a:pt x="1454" y="13802"/>
                  </a:cubicBezTo>
                  <a:cubicBezTo>
                    <a:pt x="2231" y="9427"/>
                    <a:pt x="658" y="609"/>
                    <a:pt x="590" y="236"/>
                  </a:cubicBezTo>
                  <a:cubicBezTo>
                    <a:pt x="565" y="98"/>
                    <a:pt x="445" y="1"/>
                    <a:pt x="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85;p44">
              <a:extLst>
                <a:ext uri="{FF2B5EF4-FFF2-40B4-BE49-F238E27FC236}">
                  <a16:creationId xmlns:a16="http://schemas.microsoft.com/office/drawing/2014/main" id="{2E1D521E-797E-4A21-A38A-55C085660A26}"/>
                </a:ext>
              </a:extLst>
            </p:cNvPr>
            <p:cNvSpPr/>
            <p:nvPr/>
          </p:nvSpPr>
          <p:spPr>
            <a:xfrm>
              <a:off x="707586" y="2858598"/>
              <a:ext cx="230193" cy="223809"/>
            </a:xfrm>
            <a:custGeom>
              <a:avLst/>
              <a:gdLst/>
              <a:ahLst/>
              <a:cxnLst/>
              <a:rect l="l" t="t" r="r" b="b"/>
              <a:pathLst>
                <a:path w="15614" h="15181" extrusionOk="0">
                  <a:moveTo>
                    <a:pt x="7579" y="0"/>
                  </a:moveTo>
                  <a:cubicBezTo>
                    <a:pt x="7504" y="0"/>
                    <a:pt x="7437" y="7"/>
                    <a:pt x="7377" y="21"/>
                  </a:cubicBezTo>
                  <a:cubicBezTo>
                    <a:pt x="6243" y="280"/>
                    <a:pt x="5116" y="946"/>
                    <a:pt x="5116" y="946"/>
                  </a:cubicBezTo>
                  <a:cubicBezTo>
                    <a:pt x="5116" y="946"/>
                    <a:pt x="5091" y="945"/>
                    <a:pt x="5048" y="945"/>
                  </a:cubicBezTo>
                  <a:cubicBezTo>
                    <a:pt x="4754" y="945"/>
                    <a:pt x="3591" y="991"/>
                    <a:pt x="3178" y="1705"/>
                  </a:cubicBezTo>
                  <a:cubicBezTo>
                    <a:pt x="2701" y="2523"/>
                    <a:pt x="1" y="6784"/>
                    <a:pt x="1" y="6784"/>
                  </a:cubicBezTo>
                  <a:lnTo>
                    <a:pt x="3530" y="15181"/>
                  </a:lnTo>
                  <a:lnTo>
                    <a:pt x="7619" y="11387"/>
                  </a:lnTo>
                  <a:lnTo>
                    <a:pt x="11553" y="14011"/>
                  </a:lnTo>
                  <a:lnTo>
                    <a:pt x="13128" y="10497"/>
                  </a:lnTo>
                  <a:lnTo>
                    <a:pt x="15613" y="13955"/>
                  </a:lnTo>
                  <a:cubicBezTo>
                    <a:pt x="15613" y="13955"/>
                    <a:pt x="14365" y="6094"/>
                    <a:pt x="13525" y="4076"/>
                  </a:cubicBezTo>
                  <a:cubicBezTo>
                    <a:pt x="12729" y="2163"/>
                    <a:pt x="8938" y="0"/>
                    <a:pt x="757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86;p44">
              <a:extLst>
                <a:ext uri="{FF2B5EF4-FFF2-40B4-BE49-F238E27FC236}">
                  <a16:creationId xmlns:a16="http://schemas.microsoft.com/office/drawing/2014/main" id="{313A2802-8363-4635-AF93-A1D229BC1D41}"/>
                </a:ext>
              </a:extLst>
            </p:cNvPr>
            <p:cNvSpPr/>
            <p:nvPr/>
          </p:nvSpPr>
          <p:spPr>
            <a:xfrm>
              <a:off x="703163" y="2854411"/>
              <a:ext cx="239068" cy="232198"/>
            </a:xfrm>
            <a:custGeom>
              <a:avLst/>
              <a:gdLst/>
              <a:ahLst/>
              <a:cxnLst/>
              <a:rect l="l" t="t" r="r" b="b"/>
              <a:pathLst>
                <a:path w="16216" h="15750" extrusionOk="0">
                  <a:moveTo>
                    <a:pt x="7882" y="568"/>
                  </a:moveTo>
                  <a:cubicBezTo>
                    <a:pt x="9019" y="568"/>
                    <a:pt x="12793" y="2625"/>
                    <a:pt x="13561" y="4469"/>
                  </a:cubicBezTo>
                  <a:cubicBezTo>
                    <a:pt x="14183" y="5961"/>
                    <a:pt x="15047" y="10803"/>
                    <a:pt x="15433" y="13080"/>
                  </a:cubicBezTo>
                  <a:lnTo>
                    <a:pt x="13660" y="10614"/>
                  </a:lnTo>
                  <a:cubicBezTo>
                    <a:pt x="13605" y="10539"/>
                    <a:pt x="13519" y="10495"/>
                    <a:pt x="13427" y="10495"/>
                  </a:cubicBezTo>
                  <a:cubicBezTo>
                    <a:pt x="13417" y="10495"/>
                    <a:pt x="13408" y="10496"/>
                    <a:pt x="13399" y="10497"/>
                  </a:cubicBezTo>
                  <a:cubicBezTo>
                    <a:pt x="13298" y="10506"/>
                    <a:pt x="13210" y="10571"/>
                    <a:pt x="13168" y="10663"/>
                  </a:cubicBezTo>
                  <a:lnTo>
                    <a:pt x="11731" y="13870"/>
                  </a:lnTo>
                  <a:lnTo>
                    <a:pt x="8077" y="11434"/>
                  </a:lnTo>
                  <a:cubicBezTo>
                    <a:pt x="8029" y="11401"/>
                    <a:pt x="7973" y="11385"/>
                    <a:pt x="7918" y="11385"/>
                  </a:cubicBezTo>
                  <a:cubicBezTo>
                    <a:pt x="7848" y="11385"/>
                    <a:pt x="7778" y="11411"/>
                    <a:pt x="7724" y="11461"/>
                  </a:cubicBezTo>
                  <a:lnTo>
                    <a:pt x="3935" y="14978"/>
                  </a:lnTo>
                  <a:lnTo>
                    <a:pt x="622" y="7095"/>
                  </a:lnTo>
                  <a:cubicBezTo>
                    <a:pt x="1080" y="6370"/>
                    <a:pt x="3292" y="2876"/>
                    <a:pt x="3724" y="2131"/>
                  </a:cubicBezTo>
                  <a:cubicBezTo>
                    <a:pt x="4024" y="1616"/>
                    <a:pt x="4935" y="1514"/>
                    <a:pt x="5337" y="1514"/>
                  </a:cubicBezTo>
                  <a:cubicBezTo>
                    <a:pt x="5361" y="1514"/>
                    <a:pt x="5384" y="1514"/>
                    <a:pt x="5404" y="1515"/>
                  </a:cubicBezTo>
                  <a:cubicBezTo>
                    <a:pt x="5409" y="1515"/>
                    <a:pt x="5414" y="1515"/>
                    <a:pt x="5420" y="1515"/>
                  </a:cubicBezTo>
                  <a:cubicBezTo>
                    <a:pt x="5470" y="1515"/>
                    <a:pt x="5518" y="1501"/>
                    <a:pt x="5561" y="1475"/>
                  </a:cubicBezTo>
                  <a:cubicBezTo>
                    <a:pt x="5571" y="1469"/>
                    <a:pt x="6665" y="829"/>
                    <a:pt x="7740" y="582"/>
                  </a:cubicBezTo>
                  <a:cubicBezTo>
                    <a:pt x="7781" y="573"/>
                    <a:pt x="7829" y="568"/>
                    <a:pt x="7882" y="568"/>
                  </a:cubicBezTo>
                  <a:close/>
                  <a:moveTo>
                    <a:pt x="7861" y="1"/>
                  </a:moveTo>
                  <a:cubicBezTo>
                    <a:pt x="7770" y="1"/>
                    <a:pt x="7686" y="9"/>
                    <a:pt x="7613" y="26"/>
                  </a:cubicBezTo>
                  <a:cubicBezTo>
                    <a:pt x="6601" y="258"/>
                    <a:pt x="5613" y="789"/>
                    <a:pt x="5341" y="943"/>
                  </a:cubicBezTo>
                  <a:cubicBezTo>
                    <a:pt x="4994" y="943"/>
                    <a:pt x="3720" y="1004"/>
                    <a:pt x="3231" y="1844"/>
                  </a:cubicBezTo>
                  <a:cubicBezTo>
                    <a:pt x="2763" y="2648"/>
                    <a:pt x="87" y="6872"/>
                    <a:pt x="60" y="6916"/>
                  </a:cubicBezTo>
                  <a:cubicBezTo>
                    <a:pt x="10" y="6994"/>
                    <a:pt x="1" y="7093"/>
                    <a:pt x="37" y="7179"/>
                  </a:cubicBezTo>
                  <a:lnTo>
                    <a:pt x="3567" y="15575"/>
                  </a:lnTo>
                  <a:cubicBezTo>
                    <a:pt x="3603" y="15661"/>
                    <a:pt x="3679" y="15724"/>
                    <a:pt x="3770" y="15743"/>
                  </a:cubicBezTo>
                  <a:cubicBezTo>
                    <a:pt x="3790" y="15747"/>
                    <a:pt x="3809" y="15750"/>
                    <a:pt x="3830" y="15750"/>
                  </a:cubicBezTo>
                  <a:cubicBezTo>
                    <a:pt x="3902" y="15750"/>
                    <a:pt x="3971" y="15722"/>
                    <a:pt x="4024" y="15674"/>
                  </a:cubicBezTo>
                  <a:lnTo>
                    <a:pt x="7947" y="12034"/>
                  </a:lnTo>
                  <a:lnTo>
                    <a:pt x="11695" y="14533"/>
                  </a:lnTo>
                  <a:cubicBezTo>
                    <a:pt x="11744" y="14566"/>
                    <a:pt x="11799" y="14581"/>
                    <a:pt x="11853" y="14581"/>
                  </a:cubicBezTo>
                  <a:cubicBezTo>
                    <a:pt x="11961" y="14581"/>
                    <a:pt x="12066" y="14520"/>
                    <a:pt x="12114" y="14412"/>
                  </a:cubicBezTo>
                  <a:lnTo>
                    <a:pt x="13485" y="11350"/>
                  </a:lnTo>
                  <a:lnTo>
                    <a:pt x="15681" y="14405"/>
                  </a:lnTo>
                  <a:cubicBezTo>
                    <a:pt x="15736" y="14482"/>
                    <a:pt x="15823" y="14524"/>
                    <a:pt x="15913" y="14524"/>
                  </a:cubicBezTo>
                  <a:cubicBezTo>
                    <a:pt x="15949" y="14524"/>
                    <a:pt x="15986" y="14517"/>
                    <a:pt x="16021" y="14503"/>
                  </a:cubicBezTo>
                  <a:cubicBezTo>
                    <a:pt x="16144" y="14452"/>
                    <a:pt x="16216" y="14324"/>
                    <a:pt x="16195" y="14193"/>
                  </a:cubicBezTo>
                  <a:cubicBezTo>
                    <a:pt x="16144" y="13871"/>
                    <a:pt x="14932" y="6276"/>
                    <a:pt x="14088" y="4250"/>
                  </a:cubicBezTo>
                  <a:cubicBezTo>
                    <a:pt x="13253" y="2244"/>
                    <a:pt x="9374" y="1"/>
                    <a:pt x="7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87;p44">
              <a:extLst>
                <a:ext uri="{FF2B5EF4-FFF2-40B4-BE49-F238E27FC236}">
                  <a16:creationId xmlns:a16="http://schemas.microsoft.com/office/drawing/2014/main" id="{31AB8940-A112-4D1A-9025-965E0D549095}"/>
                </a:ext>
              </a:extLst>
            </p:cNvPr>
            <p:cNvSpPr/>
            <p:nvPr/>
          </p:nvSpPr>
          <p:spPr>
            <a:xfrm>
              <a:off x="775638" y="2785135"/>
              <a:ext cx="114580" cy="280038"/>
            </a:xfrm>
            <a:custGeom>
              <a:avLst/>
              <a:gdLst/>
              <a:ahLst/>
              <a:cxnLst/>
              <a:rect l="l" t="t" r="r" b="b"/>
              <a:pathLst>
                <a:path w="7772" h="18995" extrusionOk="0">
                  <a:moveTo>
                    <a:pt x="498" y="1"/>
                  </a:moveTo>
                  <a:cubicBezTo>
                    <a:pt x="498" y="1"/>
                    <a:pt x="1" y="5123"/>
                    <a:pt x="31" y="7234"/>
                  </a:cubicBezTo>
                  <a:cubicBezTo>
                    <a:pt x="61" y="9346"/>
                    <a:pt x="2407" y="14429"/>
                    <a:pt x="3068" y="15231"/>
                  </a:cubicBezTo>
                  <a:cubicBezTo>
                    <a:pt x="3729" y="16035"/>
                    <a:pt x="6937" y="18994"/>
                    <a:pt x="6937" y="18994"/>
                  </a:cubicBezTo>
                  <a:cubicBezTo>
                    <a:pt x="6937" y="18994"/>
                    <a:pt x="7362" y="14522"/>
                    <a:pt x="7501" y="12895"/>
                  </a:cubicBezTo>
                  <a:cubicBezTo>
                    <a:pt x="7640" y="11269"/>
                    <a:pt x="7772" y="9075"/>
                    <a:pt x="7772" y="9075"/>
                  </a:cubicBezTo>
                  <a:cubicBezTo>
                    <a:pt x="7772" y="9075"/>
                    <a:pt x="4320" y="6199"/>
                    <a:pt x="3237" y="4265"/>
                  </a:cubicBezTo>
                  <a:cubicBezTo>
                    <a:pt x="2155" y="2331"/>
                    <a:pt x="498" y="1"/>
                    <a:pt x="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88;p44">
              <a:extLst>
                <a:ext uri="{FF2B5EF4-FFF2-40B4-BE49-F238E27FC236}">
                  <a16:creationId xmlns:a16="http://schemas.microsoft.com/office/drawing/2014/main" id="{3EA5A2B4-B80C-4D48-90E9-3B88841F88E8}"/>
                </a:ext>
              </a:extLst>
            </p:cNvPr>
            <p:cNvSpPr/>
            <p:nvPr/>
          </p:nvSpPr>
          <p:spPr>
            <a:xfrm>
              <a:off x="771451" y="2780919"/>
              <a:ext cx="123057" cy="288456"/>
            </a:xfrm>
            <a:custGeom>
              <a:avLst/>
              <a:gdLst/>
              <a:ahLst/>
              <a:cxnLst/>
              <a:rect l="l" t="t" r="r" b="b"/>
              <a:pathLst>
                <a:path w="8347" h="19566" extrusionOk="0">
                  <a:moveTo>
                    <a:pt x="994" y="1092"/>
                  </a:moveTo>
                  <a:cubicBezTo>
                    <a:pt x="1560" y="1918"/>
                    <a:pt x="2551" y="3402"/>
                    <a:pt x="3272" y="4691"/>
                  </a:cubicBezTo>
                  <a:cubicBezTo>
                    <a:pt x="4270" y="6474"/>
                    <a:pt x="7149" y="8966"/>
                    <a:pt x="7762" y="9486"/>
                  </a:cubicBezTo>
                  <a:cubicBezTo>
                    <a:pt x="7731" y="9999"/>
                    <a:pt x="7618" y="11790"/>
                    <a:pt x="7500" y="13156"/>
                  </a:cubicBezTo>
                  <a:cubicBezTo>
                    <a:pt x="7392" y="14423"/>
                    <a:pt x="7111" y="17417"/>
                    <a:pt x="6992" y="18678"/>
                  </a:cubicBezTo>
                  <a:cubicBezTo>
                    <a:pt x="6100" y="17847"/>
                    <a:pt x="4070" y="15943"/>
                    <a:pt x="3572" y="15336"/>
                  </a:cubicBezTo>
                  <a:cubicBezTo>
                    <a:pt x="2973" y="14610"/>
                    <a:pt x="630" y="9570"/>
                    <a:pt x="600" y="7516"/>
                  </a:cubicBezTo>
                  <a:cubicBezTo>
                    <a:pt x="578" y="5936"/>
                    <a:pt x="858" y="2605"/>
                    <a:pt x="994" y="1092"/>
                  </a:cubicBezTo>
                  <a:close/>
                  <a:moveTo>
                    <a:pt x="783" y="1"/>
                  </a:moveTo>
                  <a:cubicBezTo>
                    <a:pt x="647" y="1"/>
                    <a:pt x="513" y="97"/>
                    <a:pt x="497" y="258"/>
                  </a:cubicBezTo>
                  <a:cubicBezTo>
                    <a:pt x="476" y="468"/>
                    <a:pt x="0" y="5422"/>
                    <a:pt x="29" y="7525"/>
                  </a:cubicBezTo>
                  <a:cubicBezTo>
                    <a:pt x="61" y="9784"/>
                    <a:pt x="2470" y="14897"/>
                    <a:pt x="3131" y="15699"/>
                  </a:cubicBezTo>
                  <a:cubicBezTo>
                    <a:pt x="3798" y="16508"/>
                    <a:pt x="6896" y="19369"/>
                    <a:pt x="7028" y="19490"/>
                  </a:cubicBezTo>
                  <a:cubicBezTo>
                    <a:pt x="7081" y="19539"/>
                    <a:pt x="7149" y="19566"/>
                    <a:pt x="7221" y="19566"/>
                  </a:cubicBezTo>
                  <a:cubicBezTo>
                    <a:pt x="7368" y="19566"/>
                    <a:pt x="7491" y="19454"/>
                    <a:pt x="7505" y="19307"/>
                  </a:cubicBezTo>
                  <a:cubicBezTo>
                    <a:pt x="7505" y="19307"/>
                    <a:pt x="7929" y="14833"/>
                    <a:pt x="8069" y="13206"/>
                  </a:cubicBezTo>
                  <a:cubicBezTo>
                    <a:pt x="8207" y="11595"/>
                    <a:pt x="8340" y="9400"/>
                    <a:pt x="8341" y="9378"/>
                  </a:cubicBezTo>
                  <a:cubicBezTo>
                    <a:pt x="8346" y="9287"/>
                    <a:pt x="8308" y="9199"/>
                    <a:pt x="8238" y="9141"/>
                  </a:cubicBezTo>
                  <a:cubicBezTo>
                    <a:pt x="8204" y="9113"/>
                    <a:pt x="4815" y="6278"/>
                    <a:pt x="3770" y="4412"/>
                  </a:cubicBezTo>
                  <a:cubicBezTo>
                    <a:pt x="2692" y="2487"/>
                    <a:pt x="1030" y="144"/>
                    <a:pt x="1013" y="121"/>
                  </a:cubicBezTo>
                  <a:cubicBezTo>
                    <a:pt x="954" y="39"/>
                    <a:pt x="868" y="1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89;p44">
              <a:extLst>
                <a:ext uri="{FF2B5EF4-FFF2-40B4-BE49-F238E27FC236}">
                  <a16:creationId xmlns:a16="http://schemas.microsoft.com/office/drawing/2014/main" id="{4A29BEA6-D0B7-47FB-89D4-A951FDBD6441}"/>
                </a:ext>
              </a:extLst>
            </p:cNvPr>
            <p:cNvSpPr/>
            <p:nvPr/>
          </p:nvSpPr>
          <p:spPr>
            <a:xfrm>
              <a:off x="672321" y="2516789"/>
              <a:ext cx="363836" cy="346690"/>
            </a:xfrm>
            <a:custGeom>
              <a:avLst/>
              <a:gdLst/>
              <a:ahLst/>
              <a:cxnLst/>
              <a:rect l="l" t="t" r="r" b="b"/>
              <a:pathLst>
                <a:path w="24679" h="23516" extrusionOk="0">
                  <a:moveTo>
                    <a:pt x="12855" y="1"/>
                  </a:moveTo>
                  <a:cubicBezTo>
                    <a:pt x="9343" y="1"/>
                    <a:pt x="4767" y="2121"/>
                    <a:pt x="2618" y="5683"/>
                  </a:cubicBezTo>
                  <a:cubicBezTo>
                    <a:pt x="0" y="10024"/>
                    <a:pt x="3578" y="16146"/>
                    <a:pt x="3675" y="17200"/>
                  </a:cubicBezTo>
                  <a:cubicBezTo>
                    <a:pt x="3770" y="18255"/>
                    <a:pt x="1585" y="18773"/>
                    <a:pt x="1597" y="19666"/>
                  </a:cubicBezTo>
                  <a:cubicBezTo>
                    <a:pt x="1610" y="20558"/>
                    <a:pt x="2214" y="23069"/>
                    <a:pt x="4980" y="23435"/>
                  </a:cubicBezTo>
                  <a:cubicBezTo>
                    <a:pt x="5399" y="23491"/>
                    <a:pt x="5773" y="23515"/>
                    <a:pt x="6107" y="23515"/>
                  </a:cubicBezTo>
                  <a:cubicBezTo>
                    <a:pt x="7976" y="23515"/>
                    <a:pt x="8581" y="22742"/>
                    <a:pt x="8782" y="22326"/>
                  </a:cubicBezTo>
                  <a:cubicBezTo>
                    <a:pt x="9018" y="21835"/>
                    <a:pt x="15484" y="13866"/>
                    <a:pt x="16449" y="13121"/>
                  </a:cubicBezTo>
                  <a:cubicBezTo>
                    <a:pt x="16805" y="12846"/>
                    <a:pt x="17318" y="12512"/>
                    <a:pt x="17823" y="12200"/>
                  </a:cubicBezTo>
                  <a:cubicBezTo>
                    <a:pt x="18213" y="13954"/>
                    <a:pt x="19644" y="15835"/>
                    <a:pt x="20173" y="15835"/>
                  </a:cubicBezTo>
                  <a:cubicBezTo>
                    <a:pt x="20191" y="15835"/>
                    <a:pt x="20207" y="15833"/>
                    <a:pt x="20222" y="15829"/>
                  </a:cubicBezTo>
                  <a:cubicBezTo>
                    <a:pt x="20870" y="15658"/>
                    <a:pt x="24180" y="14312"/>
                    <a:pt x="24460" y="11059"/>
                  </a:cubicBezTo>
                  <a:cubicBezTo>
                    <a:pt x="24678" y="8503"/>
                    <a:pt x="22356" y="6840"/>
                    <a:pt x="21351" y="6243"/>
                  </a:cubicBezTo>
                  <a:cubicBezTo>
                    <a:pt x="20747" y="3784"/>
                    <a:pt x="18073" y="1345"/>
                    <a:pt x="14968" y="311"/>
                  </a:cubicBezTo>
                  <a:cubicBezTo>
                    <a:pt x="14339" y="102"/>
                    <a:pt x="13622" y="1"/>
                    <a:pt x="128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90;p44">
              <a:extLst>
                <a:ext uri="{FF2B5EF4-FFF2-40B4-BE49-F238E27FC236}">
                  <a16:creationId xmlns:a16="http://schemas.microsoft.com/office/drawing/2014/main" id="{5114EA97-2AA7-4DF6-AC9E-9209289B0C4D}"/>
                </a:ext>
              </a:extLst>
            </p:cNvPr>
            <p:cNvSpPr/>
            <p:nvPr/>
          </p:nvSpPr>
          <p:spPr>
            <a:xfrm>
              <a:off x="675874" y="2512248"/>
              <a:ext cx="364573" cy="355432"/>
            </a:xfrm>
            <a:custGeom>
              <a:avLst/>
              <a:gdLst/>
              <a:ahLst/>
              <a:cxnLst/>
              <a:rect l="l" t="t" r="r" b="b"/>
              <a:pathLst>
                <a:path w="24729" h="24109" extrusionOk="0">
                  <a:moveTo>
                    <a:pt x="12620" y="596"/>
                  </a:moveTo>
                  <a:cubicBezTo>
                    <a:pt x="13357" y="596"/>
                    <a:pt x="14041" y="691"/>
                    <a:pt x="14637" y="890"/>
                  </a:cubicBezTo>
                  <a:cubicBezTo>
                    <a:pt x="17708" y="1913"/>
                    <a:pt x="20256" y="4269"/>
                    <a:pt x="20832" y="6619"/>
                  </a:cubicBezTo>
                  <a:cubicBezTo>
                    <a:pt x="20851" y="6694"/>
                    <a:pt x="20898" y="6757"/>
                    <a:pt x="20964" y="6798"/>
                  </a:cubicBezTo>
                  <a:cubicBezTo>
                    <a:pt x="21925" y="7367"/>
                    <a:pt x="24139" y="8950"/>
                    <a:pt x="23934" y="11343"/>
                  </a:cubicBezTo>
                  <a:cubicBezTo>
                    <a:pt x="23644" y="14724"/>
                    <a:pt x="19945" y="15853"/>
                    <a:pt x="19938" y="15859"/>
                  </a:cubicBezTo>
                  <a:cubicBezTo>
                    <a:pt x="19615" y="15816"/>
                    <a:pt x="18248" y="14186"/>
                    <a:pt x="17860" y="12447"/>
                  </a:cubicBezTo>
                  <a:cubicBezTo>
                    <a:pt x="17829" y="12309"/>
                    <a:pt x="17708" y="12223"/>
                    <a:pt x="17580" y="12223"/>
                  </a:cubicBezTo>
                  <a:cubicBezTo>
                    <a:pt x="17530" y="12223"/>
                    <a:pt x="17478" y="12237"/>
                    <a:pt x="17431" y="12266"/>
                  </a:cubicBezTo>
                  <a:cubicBezTo>
                    <a:pt x="16821" y="12643"/>
                    <a:pt x="16351" y="12959"/>
                    <a:pt x="16033" y="13204"/>
                  </a:cubicBezTo>
                  <a:cubicBezTo>
                    <a:pt x="15094" y="13928"/>
                    <a:pt x="8577" y="21902"/>
                    <a:pt x="8283" y="22510"/>
                  </a:cubicBezTo>
                  <a:cubicBezTo>
                    <a:pt x="8084" y="22925"/>
                    <a:pt x="7511" y="23539"/>
                    <a:pt x="5877" y="23539"/>
                  </a:cubicBezTo>
                  <a:cubicBezTo>
                    <a:pt x="5554" y="23539"/>
                    <a:pt x="5189" y="23515"/>
                    <a:pt x="4777" y="23460"/>
                  </a:cubicBezTo>
                  <a:cubicBezTo>
                    <a:pt x="2241" y="23123"/>
                    <a:pt x="1654" y="20826"/>
                    <a:pt x="1642" y="19970"/>
                  </a:cubicBezTo>
                  <a:cubicBezTo>
                    <a:pt x="1639" y="19699"/>
                    <a:pt x="2098" y="19379"/>
                    <a:pt x="2503" y="19097"/>
                  </a:cubicBezTo>
                  <a:cubicBezTo>
                    <a:pt x="3103" y="18678"/>
                    <a:pt x="3784" y="18204"/>
                    <a:pt x="3719" y="17482"/>
                  </a:cubicBezTo>
                  <a:cubicBezTo>
                    <a:pt x="3694" y="17217"/>
                    <a:pt x="3520" y="16774"/>
                    <a:pt x="3256" y="16104"/>
                  </a:cubicBezTo>
                  <a:cubicBezTo>
                    <a:pt x="2340" y="13773"/>
                    <a:pt x="634" y="9433"/>
                    <a:pt x="2622" y="6139"/>
                  </a:cubicBezTo>
                  <a:cubicBezTo>
                    <a:pt x="4736" y="2634"/>
                    <a:pt x="9233" y="596"/>
                    <a:pt x="12620" y="596"/>
                  </a:cubicBezTo>
                  <a:close/>
                  <a:moveTo>
                    <a:pt x="12549" y="0"/>
                  </a:moveTo>
                  <a:cubicBezTo>
                    <a:pt x="8568" y="0"/>
                    <a:pt x="3979" y="2784"/>
                    <a:pt x="2132" y="5843"/>
                  </a:cubicBezTo>
                  <a:cubicBezTo>
                    <a:pt x="1" y="9380"/>
                    <a:pt x="1840" y="14062"/>
                    <a:pt x="2725" y="16312"/>
                  </a:cubicBezTo>
                  <a:cubicBezTo>
                    <a:pt x="2943" y="16869"/>
                    <a:pt x="3133" y="17351"/>
                    <a:pt x="3149" y="17534"/>
                  </a:cubicBezTo>
                  <a:cubicBezTo>
                    <a:pt x="3185" y="17925"/>
                    <a:pt x="2672" y="18282"/>
                    <a:pt x="2176" y="18628"/>
                  </a:cubicBezTo>
                  <a:cubicBezTo>
                    <a:pt x="1629" y="19010"/>
                    <a:pt x="1063" y="19404"/>
                    <a:pt x="1071" y="19978"/>
                  </a:cubicBezTo>
                  <a:cubicBezTo>
                    <a:pt x="1084" y="20972"/>
                    <a:pt x="1764" y="23636"/>
                    <a:pt x="4701" y="24026"/>
                  </a:cubicBezTo>
                  <a:cubicBezTo>
                    <a:pt x="5086" y="24079"/>
                    <a:pt x="5474" y="24106"/>
                    <a:pt x="5863" y="24108"/>
                  </a:cubicBezTo>
                  <a:cubicBezTo>
                    <a:pt x="7819" y="24108"/>
                    <a:pt x="8538" y="23298"/>
                    <a:pt x="8797" y="22759"/>
                  </a:cubicBezTo>
                  <a:cubicBezTo>
                    <a:pt x="9005" y="22361"/>
                    <a:pt x="15382" y="14428"/>
                    <a:pt x="16382" y="13655"/>
                  </a:cubicBezTo>
                  <a:cubicBezTo>
                    <a:pt x="16626" y="13467"/>
                    <a:pt x="16969" y="13233"/>
                    <a:pt x="17403" y="12956"/>
                  </a:cubicBezTo>
                  <a:cubicBezTo>
                    <a:pt x="17833" y="14391"/>
                    <a:pt x="18854" y="15882"/>
                    <a:pt x="19546" y="16303"/>
                  </a:cubicBezTo>
                  <a:cubicBezTo>
                    <a:pt x="19684" y="16387"/>
                    <a:pt x="19814" y="16430"/>
                    <a:pt x="19932" y="16430"/>
                  </a:cubicBezTo>
                  <a:cubicBezTo>
                    <a:pt x="19974" y="16430"/>
                    <a:pt x="20015" y="16424"/>
                    <a:pt x="20054" y="16413"/>
                  </a:cubicBezTo>
                  <a:cubicBezTo>
                    <a:pt x="21120" y="16132"/>
                    <a:pt x="24227" y="14602"/>
                    <a:pt x="24502" y="11392"/>
                  </a:cubicBezTo>
                  <a:cubicBezTo>
                    <a:pt x="24729" y="8761"/>
                    <a:pt x="22456" y="7040"/>
                    <a:pt x="21356" y="6367"/>
                  </a:cubicBezTo>
                  <a:cubicBezTo>
                    <a:pt x="20683" y="3875"/>
                    <a:pt x="18014" y="1413"/>
                    <a:pt x="14817" y="348"/>
                  </a:cubicBezTo>
                  <a:cubicBezTo>
                    <a:pt x="14102" y="110"/>
                    <a:pt x="13338" y="0"/>
                    <a:pt x="1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91;p44">
              <a:extLst>
                <a:ext uri="{FF2B5EF4-FFF2-40B4-BE49-F238E27FC236}">
                  <a16:creationId xmlns:a16="http://schemas.microsoft.com/office/drawing/2014/main" id="{304816B5-001C-4214-BDE2-5821D1849DFD}"/>
                </a:ext>
              </a:extLst>
            </p:cNvPr>
            <p:cNvSpPr/>
            <p:nvPr/>
          </p:nvSpPr>
          <p:spPr>
            <a:xfrm>
              <a:off x="899374" y="2580551"/>
              <a:ext cx="85729" cy="82471"/>
            </a:xfrm>
            <a:custGeom>
              <a:avLst/>
              <a:gdLst/>
              <a:ahLst/>
              <a:cxnLst/>
              <a:rect l="l" t="t" r="r" b="b"/>
              <a:pathLst>
                <a:path w="5815" h="5594" extrusionOk="0">
                  <a:moveTo>
                    <a:pt x="3183" y="0"/>
                  </a:moveTo>
                  <a:cubicBezTo>
                    <a:pt x="3136" y="0"/>
                    <a:pt x="3091" y="3"/>
                    <a:pt x="3049" y="9"/>
                  </a:cubicBezTo>
                  <a:cubicBezTo>
                    <a:pt x="1566" y="201"/>
                    <a:pt x="207" y="3693"/>
                    <a:pt x="56" y="4090"/>
                  </a:cubicBezTo>
                  <a:cubicBezTo>
                    <a:pt x="1" y="4238"/>
                    <a:pt x="75" y="4403"/>
                    <a:pt x="222" y="4459"/>
                  </a:cubicBezTo>
                  <a:cubicBezTo>
                    <a:pt x="256" y="4471"/>
                    <a:pt x="290" y="4477"/>
                    <a:pt x="323" y="4477"/>
                  </a:cubicBezTo>
                  <a:cubicBezTo>
                    <a:pt x="439" y="4477"/>
                    <a:pt x="547" y="4407"/>
                    <a:pt x="591" y="4292"/>
                  </a:cubicBezTo>
                  <a:cubicBezTo>
                    <a:pt x="1112" y="2915"/>
                    <a:pt x="2260" y="686"/>
                    <a:pt x="3123" y="574"/>
                  </a:cubicBezTo>
                  <a:cubicBezTo>
                    <a:pt x="3138" y="572"/>
                    <a:pt x="3160" y="570"/>
                    <a:pt x="3187" y="570"/>
                  </a:cubicBezTo>
                  <a:cubicBezTo>
                    <a:pt x="3298" y="570"/>
                    <a:pt x="3498" y="615"/>
                    <a:pt x="3736" y="949"/>
                  </a:cubicBezTo>
                  <a:cubicBezTo>
                    <a:pt x="5162" y="2949"/>
                    <a:pt x="4281" y="5177"/>
                    <a:pt x="4271" y="5199"/>
                  </a:cubicBezTo>
                  <a:cubicBezTo>
                    <a:pt x="4194" y="5387"/>
                    <a:pt x="4333" y="5594"/>
                    <a:pt x="4536" y="5594"/>
                  </a:cubicBezTo>
                  <a:cubicBezTo>
                    <a:pt x="4651" y="5594"/>
                    <a:pt x="4756" y="5523"/>
                    <a:pt x="4799" y="5416"/>
                  </a:cubicBezTo>
                  <a:cubicBezTo>
                    <a:pt x="4842" y="5313"/>
                    <a:pt x="5815" y="2880"/>
                    <a:pt x="4201" y="617"/>
                  </a:cubicBezTo>
                  <a:cubicBezTo>
                    <a:pt x="3849" y="124"/>
                    <a:pt x="3473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92;p44">
              <a:extLst>
                <a:ext uri="{FF2B5EF4-FFF2-40B4-BE49-F238E27FC236}">
                  <a16:creationId xmlns:a16="http://schemas.microsoft.com/office/drawing/2014/main" id="{349F7272-5E62-4F37-AD61-85DC1A9D0135}"/>
                </a:ext>
              </a:extLst>
            </p:cNvPr>
            <p:cNvSpPr/>
            <p:nvPr/>
          </p:nvSpPr>
          <p:spPr>
            <a:xfrm>
              <a:off x="724761" y="2714842"/>
              <a:ext cx="21834" cy="11765"/>
            </a:xfrm>
            <a:custGeom>
              <a:avLst/>
              <a:gdLst/>
              <a:ahLst/>
              <a:cxnLst/>
              <a:rect l="l" t="t" r="r" b="b"/>
              <a:pathLst>
                <a:path w="1481" h="798" extrusionOk="0">
                  <a:moveTo>
                    <a:pt x="323" y="1"/>
                  </a:moveTo>
                  <a:cubicBezTo>
                    <a:pt x="208" y="1"/>
                    <a:pt x="100" y="70"/>
                    <a:pt x="57" y="184"/>
                  </a:cubicBezTo>
                  <a:cubicBezTo>
                    <a:pt x="0" y="331"/>
                    <a:pt x="74" y="496"/>
                    <a:pt x="221" y="553"/>
                  </a:cubicBezTo>
                  <a:cubicBezTo>
                    <a:pt x="494" y="657"/>
                    <a:pt x="802" y="737"/>
                    <a:pt x="1136" y="793"/>
                  </a:cubicBezTo>
                  <a:cubicBezTo>
                    <a:pt x="1152" y="796"/>
                    <a:pt x="1168" y="797"/>
                    <a:pt x="1183" y="797"/>
                  </a:cubicBezTo>
                  <a:cubicBezTo>
                    <a:pt x="1332" y="797"/>
                    <a:pt x="1456" y="683"/>
                    <a:pt x="1468" y="534"/>
                  </a:cubicBezTo>
                  <a:cubicBezTo>
                    <a:pt x="1481" y="386"/>
                    <a:pt x="1377" y="254"/>
                    <a:pt x="1230" y="230"/>
                  </a:cubicBezTo>
                  <a:cubicBezTo>
                    <a:pt x="932" y="181"/>
                    <a:pt x="661" y="110"/>
                    <a:pt x="425" y="20"/>
                  </a:cubicBezTo>
                  <a:cubicBezTo>
                    <a:pt x="392" y="7"/>
                    <a:pt x="357" y="1"/>
                    <a:pt x="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93;p44">
              <a:extLst>
                <a:ext uri="{FF2B5EF4-FFF2-40B4-BE49-F238E27FC236}">
                  <a16:creationId xmlns:a16="http://schemas.microsoft.com/office/drawing/2014/main" id="{E7D1471D-016B-4704-A80A-CD77C459C878}"/>
                </a:ext>
              </a:extLst>
            </p:cNvPr>
            <p:cNvSpPr/>
            <p:nvPr/>
          </p:nvSpPr>
          <p:spPr>
            <a:xfrm>
              <a:off x="764508" y="2591284"/>
              <a:ext cx="133879" cy="135810"/>
            </a:xfrm>
            <a:custGeom>
              <a:avLst/>
              <a:gdLst/>
              <a:ahLst/>
              <a:cxnLst/>
              <a:rect l="l" t="t" r="r" b="b"/>
              <a:pathLst>
                <a:path w="9081" h="9212" extrusionOk="0">
                  <a:moveTo>
                    <a:pt x="8755" y="1"/>
                  </a:moveTo>
                  <a:cubicBezTo>
                    <a:pt x="8657" y="1"/>
                    <a:pt x="8562" y="51"/>
                    <a:pt x="8509" y="141"/>
                  </a:cubicBezTo>
                  <a:cubicBezTo>
                    <a:pt x="8489" y="175"/>
                    <a:pt x="6526" y="3545"/>
                    <a:pt x="4582" y="6215"/>
                  </a:cubicBezTo>
                  <a:cubicBezTo>
                    <a:pt x="3244" y="8052"/>
                    <a:pt x="1303" y="8525"/>
                    <a:pt x="263" y="8643"/>
                  </a:cubicBezTo>
                  <a:cubicBezTo>
                    <a:pt x="112" y="8659"/>
                    <a:pt x="0" y="8791"/>
                    <a:pt x="9" y="8942"/>
                  </a:cubicBezTo>
                  <a:cubicBezTo>
                    <a:pt x="18" y="9094"/>
                    <a:pt x="143" y="9212"/>
                    <a:pt x="294" y="9212"/>
                  </a:cubicBezTo>
                  <a:cubicBezTo>
                    <a:pt x="295" y="9212"/>
                    <a:pt x="295" y="9212"/>
                    <a:pt x="296" y="9212"/>
                  </a:cubicBezTo>
                  <a:cubicBezTo>
                    <a:pt x="307" y="9212"/>
                    <a:pt x="318" y="9211"/>
                    <a:pt x="329" y="9210"/>
                  </a:cubicBezTo>
                  <a:cubicBezTo>
                    <a:pt x="1460" y="9081"/>
                    <a:pt x="3578" y="8564"/>
                    <a:pt x="5044" y="6551"/>
                  </a:cubicBezTo>
                  <a:cubicBezTo>
                    <a:pt x="7006" y="3857"/>
                    <a:pt x="8983" y="462"/>
                    <a:pt x="9003" y="428"/>
                  </a:cubicBezTo>
                  <a:cubicBezTo>
                    <a:pt x="9080" y="292"/>
                    <a:pt x="9035" y="118"/>
                    <a:pt x="8899" y="40"/>
                  </a:cubicBezTo>
                  <a:cubicBezTo>
                    <a:pt x="8853" y="13"/>
                    <a:pt x="8804" y="1"/>
                    <a:pt x="8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94;p44">
              <a:extLst>
                <a:ext uri="{FF2B5EF4-FFF2-40B4-BE49-F238E27FC236}">
                  <a16:creationId xmlns:a16="http://schemas.microsoft.com/office/drawing/2014/main" id="{F6514722-BE7E-4575-8E82-0FBA241769CB}"/>
                </a:ext>
              </a:extLst>
            </p:cNvPr>
            <p:cNvSpPr/>
            <p:nvPr/>
          </p:nvSpPr>
          <p:spPr>
            <a:xfrm>
              <a:off x="883408" y="2548662"/>
              <a:ext cx="33776" cy="10615"/>
            </a:xfrm>
            <a:custGeom>
              <a:avLst/>
              <a:gdLst/>
              <a:ahLst/>
              <a:cxnLst/>
              <a:rect l="l" t="t" r="r" b="b"/>
              <a:pathLst>
                <a:path w="2291" h="720" extrusionOk="0">
                  <a:moveTo>
                    <a:pt x="1540" y="0"/>
                  </a:moveTo>
                  <a:cubicBezTo>
                    <a:pt x="1092" y="0"/>
                    <a:pt x="654" y="52"/>
                    <a:pt x="234" y="156"/>
                  </a:cubicBezTo>
                  <a:cubicBezTo>
                    <a:pt x="93" y="191"/>
                    <a:pt x="1" y="325"/>
                    <a:pt x="17" y="468"/>
                  </a:cubicBezTo>
                  <a:cubicBezTo>
                    <a:pt x="35" y="612"/>
                    <a:pt x="156" y="719"/>
                    <a:pt x="301" y="719"/>
                  </a:cubicBezTo>
                  <a:cubicBezTo>
                    <a:pt x="325" y="719"/>
                    <a:pt x="348" y="716"/>
                    <a:pt x="371" y="711"/>
                  </a:cubicBezTo>
                  <a:cubicBezTo>
                    <a:pt x="747" y="617"/>
                    <a:pt x="1128" y="570"/>
                    <a:pt x="1524" y="570"/>
                  </a:cubicBezTo>
                  <a:cubicBezTo>
                    <a:pt x="1670" y="570"/>
                    <a:pt x="1819" y="576"/>
                    <a:pt x="1970" y="589"/>
                  </a:cubicBezTo>
                  <a:cubicBezTo>
                    <a:pt x="1977" y="590"/>
                    <a:pt x="1985" y="590"/>
                    <a:pt x="1992" y="590"/>
                  </a:cubicBezTo>
                  <a:cubicBezTo>
                    <a:pt x="2140" y="590"/>
                    <a:pt x="2266" y="477"/>
                    <a:pt x="2277" y="327"/>
                  </a:cubicBezTo>
                  <a:cubicBezTo>
                    <a:pt x="2290" y="169"/>
                    <a:pt x="2173" y="32"/>
                    <a:pt x="2016" y="19"/>
                  </a:cubicBezTo>
                  <a:cubicBezTo>
                    <a:pt x="1856" y="7"/>
                    <a:pt x="1697" y="0"/>
                    <a:pt x="1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95;p44">
              <a:extLst>
                <a:ext uri="{FF2B5EF4-FFF2-40B4-BE49-F238E27FC236}">
                  <a16:creationId xmlns:a16="http://schemas.microsoft.com/office/drawing/2014/main" id="{12722620-A598-46EA-8431-6D254EABDE00}"/>
                </a:ext>
              </a:extLst>
            </p:cNvPr>
            <p:cNvSpPr/>
            <p:nvPr/>
          </p:nvSpPr>
          <p:spPr>
            <a:xfrm>
              <a:off x="704416" y="2562005"/>
              <a:ext cx="162878" cy="97435"/>
            </a:xfrm>
            <a:custGeom>
              <a:avLst/>
              <a:gdLst/>
              <a:ahLst/>
              <a:cxnLst/>
              <a:rect l="l" t="t" r="r" b="b"/>
              <a:pathLst>
                <a:path w="11048" h="6609" extrusionOk="0">
                  <a:moveTo>
                    <a:pt x="10721" y="1"/>
                  </a:moveTo>
                  <a:cubicBezTo>
                    <a:pt x="10667" y="1"/>
                    <a:pt x="10613" y="16"/>
                    <a:pt x="10566" y="47"/>
                  </a:cubicBezTo>
                  <a:cubicBezTo>
                    <a:pt x="9578" y="674"/>
                    <a:pt x="8720" y="1527"/>
                    <a:pt x="7810" y="2429"/>
                  </a:cubicBezTo>
                  <a:cubicBezTo>
                    <a:pt x="7223" y="3013"/>
                    <a:pt x="6617" y="3616"/>
                    <a:pt x="5965" y="4160"/>
                  </a:cubicBezTo>
                  <a:cubicBezTo>
                    <a:pt x="3921" y="5869"/>
                    <a:pt x="1514" y="6034"/>
                    <a:pt x="652" y="6034"/>
                  </a:cubicBezTo>
                  <a:cubicBezTo>
                    <a:pt x="448" y="6034"/>
                    <a:pt x="330" y="6024"/>
                    <a:pt x="325" y="6024"/>
                  </a:cubicBezTo>
                  <a:cubicBezTo>
                    <a:pt x="316" y="6023"/>
                    <a:pt x="307" y="6023"/>
                    <a:pt x="299" y="6023"/>
                  </a:cubicBezTo>
                  <a:cubicBezTo>
                    <a:pt x="153" y="6023"/>
                    <a:pt x="28" y="6134"/>
                    <a:pt x="15" y="6283"/>
                  </a:cubicBezTo>
                  <a:cubicBezTo>
                    <a:pt x="1" y="6440"/>
                    <a:pt x="116" y="6579"/>
                    <a:pt x="274" y="6593"/>
                  </a:cubicBezTo>
                  <a:cubicBezTo>
                    <a:pt x="301" y="6595"/>
                    <a:pt x="453" y="6608"/>
                    <a:pt x="702" y="6608"/>
                  </a:cubicBezTo>
                  <a:cubicBezTo>
                    <a:pt x="1684" y="6608"/>
                    <a:pt x="4164" y="6410"/>
                    <a:pt x="6330" y="4598"/>
                  </a:cubicBezTo>
                  <a:cubicBezTo>
                    <a:pt x="7001" y="4038"/>
                    <a:pt x="7616" y="3426"/>
                    <a:pt x="8212" y="2835"/>
                  </a:cubicBezTo>
                  <a:cubicBezTo>
                    <a:pt x="9099" y="1954"/>
                    <a:pt x="9936" y="1123"/>
                    <a:pt x="10871" y="529"/>
                  </a:cubicBezTo>
                  <a:cubicBezTo>
                    <a:pt x="11006" y="445"/>
                    <a:pt x="11047" y="267"/>
                    <a:pt x="10961" y="133"/>
                  </a:cubicBezTo>
                  <a:cubicBezTo>
                    <a:pt x="10907" y="48"/>
                    <a:pt x="10815" y="1"/>
                    <a:pt x="10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96;p44">
              <a:extLst>
                <a:ext uri="{FF2B5EF4-FFF2-40B4-BE49-F238E27FC236}">
                  <a16:creationId xmlns:a16="http://schemas.microsoft.com/office/drawing/2014/main" id="{1280598F-E413-4744-B42F-A06970937FAF}"/>
                </a:ext>
              </a:extLst>
            </p:cNvPr>
            <p:cNvSpPr/>
            <p:nvPr/>
          </p:nvSpPr>
          <p:spPr>
            <a:xfrm>
              <a:off x="966851" y="2670850"/>
              <a:ext cx="47472" cy="61094"/>
            </a:xfrm>
            <a:custGeom>
              <a:avLst/>
              <a:gdLst/>
              <a:ahLst/>
              <a:cxnLst/>
              <a:rect l="l" t="t" r="r" b="b"/>
              <a:pathLst>
                <a:path w="3220" h="4144" extrusionOk="0">
                  <a:moveTo>
                    <a:pt x="1089" y="1"/>
                  </a:moveTo>
                  <a:cubicBezTo>
                    <a:pt x="640" y="1"/>
                    <a:pt x="289" y="66"/>
                    <a:pt x="257" y="72"/>
                  </a:cubicBezTo>
                  <a:cubicBezTo>
                    <a:pt x="103" y="102"/>
                    <a:pt x="1" y="251"/>
                    <a:pt x="30" y="406"/>
                  </a:cubicBezTo>
                  <a:cubicBezTo>
                    <a:pt x="56" y="543"/>
                    <a:pt x="175" y="638"/>
                    <a:pt x="309" y="638"/>
                  </a:cubicBezTo>
                  <a:cubicBezTo>
                    <a:pt x="327" y="638"/>
                    <a:pt x="345" y="637"/>
                    <a:pt x="364" y="633"/>
                  </a:cubicBezTo>
                  <a:cubicBezTo>
                    <a:pt x="520" y="604"/>
                    <a:pt x="789" y="572"/>
                    <a:pt x="1088" y="572"/>
                  </a:cubicBezTo>
                  <a:cubicBezTo>
                    <a:pt x="1545" y="572"/>
                    <a:pt x="2070" y="647"/>
                    <a:pt x="2356" y="923"/>
                  </a:cubicBezTo>
                  <a:cubicBezTo>
                    <a:pt x="2557" y="1117"/>
                    <a:pt x="2626" y="1399"/>
                    <a:pt x="2567" y="1785"/>
                  </a:cubicBezTo>
                  <a:cubicBezTo>
                    <a:pt x="2310" y="3480"/>
                    <a:pt x="1692" y="3573"/>
                    <a:pt x="1700" y="3573"/>
                  </a:cubicBezTo>
                  <a:cubicBezTo>
                    <a:pt x="1542" y="3574"/>
                    <a:pt x="1415" y="3702"/>
                    <a:pt x="1416" y="3860"/>
                  </a:cubicBezTo>
                  <a:cubicBezTo>
                    <a:pt x="1417" y="4016"/>
                    <a:pt x="1544" y="4143"/>
                    <a:pt x="1701" y="4143"/>
                  </a:cubicBezTo>
                  <a:cubicBezTo>
                    <a:pt x="1702" y="4143"/>
                    <a:pt x="1702" y="4143"/>
                    <a:pt x="1703" y="4143"/>
                  </a:cubicBezTo>
                  <a:lnTo>
                    <a:pt x="1707" y="4143"/>
                  </a:lnTo>
                  <a:cubicBezTo>
                    <a:pt x="1818" y="4141"/>
                    <a:pt x="2798" y="4065"/>
                    <a:pt x="3133" y="1871"/>
                  </a:cubicBezTo>
                  <a:cubicBezTo>
                    <a:pt x="3220" y="1296"/>
                    <a:pt x="3091" y="838"/>
                    <a:pt x="2752" y="511"/>
                  </a:cubicBezTo>
                  <a:cubicBezTo>
                    <a:pt x="2322" y="97"/>
                    <a:pt x="1634" y="1"/>
                    <a:pt x="1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97;p44">
              <a:extLst>
                <a:ext uri="{FF2B5EF4-FFF2-40B4-BE49-F238E27FC236}">
                  <a16:creationId xmlns:a16="http://schemas.microsoft.com/office/drawing/2014/main" id="{2D582000-8001-4704-B7EA-A675C240D61F}"/>
                </a:ext>
              </a:extLst>
            </p:cNvPr>
            <p:cNvSpPr/>
            <p:nvPr/>
          </p:nvSpPr>
          <p:spPr>
            <a:xfrm>
              <a:off x="762208" y="2652333"/>
              <a:ext cx="223293" cy="296093"/>
            </a:xfrm>
            <a:custGeom>
              <a:avLst/>
              <a:gdLst/>
              <a:ahLst/>
              <a:cxnLst/>
              <a:rect l="l" t="t" r="r" b="b"/>
              <a:pathLst>
                <a:path w="15146" h="20084" extrusionOk="0">
                  <a:moveTo>
                    <a:pt x="10475" y="0"/>
                  </a:moveTo>
                  <a:cubicBezTo>
                    <a:pt x="9881" y="0"/>
                    <a:pt x="9352" y="179"/>
                    <a:pt x="9005" y="536"/>
                  </a:cubicBezTo>
                  <a:cubicBezTo>
                    <a:pt x="8044" y="1524"/>
                    <a:pt x="6963" y="5520"/>
                    <a:pt x="4138" y="6695"/>
                  </a:cubicBezTo>
                  <a:cubicBezTo>
                    <a:pt x="3332" y="7030"/>
                    <a:pt x="2648" y="7127"/>
                    <a:pt x="2083" y="7127"/>
                  </a:cubicBezTo>
                  <a:cubicBezTo>
                    <a:pt x="1322" y="7127"/>
                    <a:pt x="776" y="6952"/>
                    <a:pt x="435" y="6952"/>
                  </a:cubicBezTo>
                  <a:cubicBezTo>
                    <a:pt x="141" y="6952"/>
                    <a:pt x="1" y="7082"/>
                    <a:pt x="7" y="7566"/>
                  </a:cubicBezTo>
                  <a:cubicBezTo>
                    <a:pt x="28" y="9028"/>
                    <a:pt x="1065" y="13480"/>
                    <a:pt x="2716" y="15324"/>
                  </a:cubicBezTo>
                  <a:cubicBezTo>
                    <a:pt x="4366" y="17169"/>
                    <a:pt x="6513" y="19656"/>
                    <a:pt x="8060" y="19959"/>
                  </a:cubicBezTo>
                  <a:cubicBezTo>
                    <a:pt x="8493" y="20044"/>
                    <a:pt x="8996" y="20083"/>
                    <a:pt x="9499" y="20083"/>
                  </a:cubicBezTo>
                  <a:cubicBezTo>
                    <a:pt x="10791" y="20083"/>
                    <a:pt x="12083" y="19824"/>
                    <a:pt x="12194" y="19414"/>
                  </a:cubicBezTo>
                  <a:cubicBezTo>
                    <a:pt x="12349" y="18843"/>
                    <a:pt x="13746" y="14276"/>
                    <a:pt x="14446" y="12073"/>
                  </a:cubicBezTo>
                  <a:cubicBezTo>
                    <a:pt x="15146" y="9871"/>
                    <a:pt x="14759" y="5490"/>
                    <a:pt x="14759" y="5490"/>
                  </a:cubicBezTo>
                  <a:cubicBezTo>
                    <a:pt x="14759" y="5490"/>
                    <a:pt x="14762" y="5370"/>
                    <a:pt x="14749" y="5161"/>
                  </a:cubicBezTo>
                  <a:cubicBezTo>
                    <a:pt x="14708" y="4517"/>
                    <a:pt x="14509" y="3028"/>
                    <a:pt x="13568" y="1690"/>
                  </a:cubicBezTo>
                  <a:cubicBezTo>
                    <a:pt x="12774" y="560"/>
                    <a:pt x="11524" y="0"/>
                    <a:pt x="10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98;p44">
              <a:extLst>
                <a:ext uri="{FF2B5EF4-FFF2-40B4-BE49-F238E27FC236}">
                  <a16:creationId xmlns:a16="http://schemas.microsoft.com/office/drawing/2014/main" id="{272CED8A-5455-48EE-AABF-4D117DD27F6E}"/>
                </a:ext>
              </a:extLst>
            </p:cNvPr>
            <p:cNvSpPr/>
            <p:nvPr/>
          </p:nvSpPr>
          <p:spPr>
            <a:xfrm>
              <a:off x="758050" y="2648117"/>
              <a:ext cx="231402" cy="304466"/>
            </a:xfrm>
            <a:custGeom>
              <a:avLst/>
              <a:gdLst/>
              <a:ahLst/>
              <a:cxnLst/>
              <a:rect l="l" t="t" r="r" b="b"/>
              <a:pathLst>
                <a:path w="15696" h="20652" extrusionOk="0">
                  <a:moveTo>
                    <a:pt x="10760" y="571"/>
                  </a:moveTo>
                  <a:cubicBezTo>
                    <a:pt x="10831" y="571"/>
                    <a:pt x="10904" y="574"/>
                    <a:pt x="10978" y="580"/>
                  </a:cubicBezTo>
                  <a:cubicBezTo>
                    <a:pt x="11986" y="660"/>
                    <a:pt x="12997" y="1257"/>
                    <a:pt x="13617" y="2140"/>
                  </a:cubicBezTo>
                  <a:cubicBezTo>
                    <a:pt x="14528" y="3436"/>
                    <a:pt x="14709" y="4897"/>
                    <a:pt x="14745" y="5466"/>
                  </a:cubicBezTo>
                  <a:cubicBezTo>
                    <a:pt x="14757" y="5653"/>
                    <a:pt x="14755" y="5762"/>
                    <a:pt x="14755" y="5769"/>
                  </a:cubicBezTo>
                  <a:cubicBezTo>
                    <a:pt x="14755" y="5780"/>
                    <a:pt x="14756" y="5791"/>
                    <a:pt x="14756" y="5802"/>
                  </a:cubicBezTo>
                  <a:cubicBezTo>
                    <a:pt x="14760" y="5844"/>
                    <a:pt x="15130" y="10148"/>
                    <a:pt x="14456" y="12272"/>
                  </a:cubicBezTo>
                  <a:cubicBezTo>
                    <a:pt x="13754" y="14480"/>
                    <a:pt x="12357" y="19047"/>
                    <a:pt x="12202" y="19618"/>
                  </a:cubicBezTo>
                  <a:cubicBezTo>
                    <a:pt x="12085" y="19838"/>
                    <a:pt x="10975" y="20086"/>
                    <a:pt x="9764" y="20086"/>
                  </a:cubicBezTo>
                  <a:cubicBezTo>
                    <a:pt x="9307" y="20086"/>
                    <a:pt x="8834" y="20051"/>
                    <a:pt x="8396" y="19965"/>
                  </a:cubicBezTo>
                  <a:cubicBezTo>
                    <a:pt x="7028" y="19697"/>
                    <a:pt x="5063" y="17496"/>
                    <a:pt x="3485" y="15727"/>
                  </a:cubicBezTo>
                  <a:lnTo>
                    <a:pt x="3211" y="15420"/>
                  </a:lnTo>
                  <a:cubicBezTo>
                    <a:pt x="1611" y="13632"/>
                    <a:pt x="595" y="9284"/>
                    <a:pt x="574" y="7848"/>
                  </a:cubicBezTo>
                  <a:cubicBezTo>
                    <a:pt x="571" y="7589"/>
                    <a:pt x="617" y="7537"/>
                    <a:pt x="617" y="7537"/>
                  </a:cubicBezTo>
                  <a:cubicBezTo>
                    <a:pt x="632" y="7527"/>
                    <a:pt x="664" y="7523"/>
                    <a:pt x="705" y="7523"/>
                  </a:cubicBezTo>
                  <a:cubicBezTo>
                    <a:pt x="823" y="7523"/>
                    <a:pt x="1022" y="7556"/>
                    <a:pt x="1180" y="7581"/>
                  </a:cubicBezTo>
                  <a:cubicBezTo>
                    <a:pt x="1484" y="7632"/>
                    <a:pt x="1880" y="7697"/>
                    <a:pt x="2361" y="7697"/>
                  </a:cubicBezTo>
                  <a:cubicBezTo>
                    <a:pt x="2957" y="7697"/>
                    <a:pt x="3683" y="7597"/>
                    <a:pt x="4529" y="7245"/>
                  </a:cubicBezTo>
                  <a:cubicBezTo>
                    <a:pt x="6574" y="6393"/>
                    <a:pt x="7723" y="4181"/>
                    <a:pt x="8563" y="2566"/>
                  </a:cubicBezTo>
                  <a:cubicBezTo>
                    <a:pt x="8917" y="1885"/>
                    <a:pt x="9222" y="1298"/>
                    <a:pt x="9491" y="1021"/>
                  </a:cubicBezTo>
                  <a:cubicBezTo>
                    <a:pt x="9773" y="730"/>
                    <a:pt x="10228" y="571"/>
                    <a:pt x="10760" y="571"/>
                  </a:cubicBezTo>
                  <a:close/>
                  <a:moveTo>
                    <a:pt x="10755" y="0"/>
                  </a:moveTo>
                  <a:cubicBezTo>
                    <a:pt x="10069" y="0"/>
                    <a:pt x="9471" y="222"/>
                    <a:pt x="9081" y="622"/>
                  </a:cubicBezTo>
                  <a:cubicBezTo>
                    <a:pt x="8754" y="959"/>
                    <a:pt x="8446" y="1552"/>
                    <a:pt x="8056" y="2303"/>
                  </a:cubicBezTo>
                  <a:cubicBezTo>
                    <a:pt x="7258" y="3840"/>
                    <a:pt x="6163" y="5946"/>
                    <a:pt x="4309" y="6718"/>
                  </a:cubicBezTo>
                  <a:cubicBezTo>
                    <a:pt x="3547" y="7035"/>
                    <a:pt x="2901" y="7127"/>
                    <a:pt x="2365" y="7127"/>
                  </a:cubicBezTo>
                  <a:cubicBezTo>
                    <a:pt x="1930" y="7127"/>
                    <a:pt x="1567" y="7067"/>
                    <a:pt x="1272" y="7018"/>
                  </a:cubicBezTo>
                  <a:cubicBezTo>
                    <a:pt x="1066" y="6984"/>
                    <a:pt x="881" y="6953"/>
                    <a:pt x="716" y="6953"/>
                  </a:cubicBezTo>
                  <a:cubicBezTo>
                    <a:pt x="533" y="6953"/>
                    <a:pt x="376" y="6991"/>
                    <a:pt x="245" y="7104"/>
                  </a:cubicBezTo>
                  <a:cubicBezTo>
                    <a:pt x="24" y="7293"/>
                    <a:pt x="0" y="7605"/>
                    <a:pt x="4" y="7855"/>
                  </a:cubicBezTo>
                  <a:cubicBezTo>
                    <a:pt x="24" y="9282"/>
                    <a:pt x="1023" y="13831"/>
                    <a:pt x="2784" y="15800"/>
                  </a:cubicBezTo>
                  <a:lnTo>
                    <a:pt x="3058" y="16107"/>
                  </a:lnTo>
                  <a:cubicBezTo>
                    <a:pt x="4693" y="17940"/>
                    <a:pt x="6730" y="20220"/>
                    <a:pt x="8286" y="20526"/>
                  </a:cubicBezTo>
                  <a:cubicBezTo>
                    <a:pt x="8700" y="20606"/>
                    <a:pt x="9241" y="20652"/>
                    <a:pt x="9804" y="20652"/>
                  </a:cubicBezTo>
                  <a:cubicBezTo>
                    <a:pt x="11133" y="20652"/>
                    <a:pt x="12582" y="20401"/>
                    <a:pt x="12751" y="19775"/>
                  </a:cubicBezTo>
                  <a:cubicBezTo>
                    <a:pt x="12907" y="19201"/>
                    <a:pt x="14299" y="14650"/>
                    <a:pt x="15000" y="12445"/>
                  </a:cubicBezTo>
                  <a:cubicBezTo>
                    <a:pt x="15695" y="10257"/>
                    <a:pt x="15355" y="6096"/>
                    <a:pt x="15327" y="5766"/>
                  </a:cubicBezTo>
                  <a:cubicBezTo>
                    <a:pt x="15327" y="5723"/>
                    <a:pt x="15327" y="5607"/>
                    <a:pt x="15316" y="5430"/>
                  </a:cubicBezTo>
                  <a:cubicBezTo>
                    <a:pt x="15277" y="4813"/>
                    <a:pt x="15078" y="3227"/>
                    <a:pt x="14084" y="1812"/>
                  </a:cubicBezTo>
                  <a:cubicBezTo>
                    <a:pt x="13358" y="779"/>
                    <a:pt x="12214" y="106"/>
                    <a:pt x="11024" y="11"/>
                  </a:cubicBezTo>
                  <a:cubicBezTo>
                    <a:pt x="10933" y="4"/>
                    <a:pt x="10843" y="0"/>
                    <a:pt x="10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99;p44">
              <a:extLst>
                <a:ext uri="{FF2B5EF4-FFF2-40B4-BE49-F238E27FC236}">
                  <a16:creationId xmlns:a16="http://schemas.microsoft.com/office/drawing/2014/main" id="{0537D49E-0E14-48BE-A771-43A92516E2A1}"/>
                </a:ext>
              </a:extLst>
            </p:cNvPr>
            <p:cNvSpPr/>
            <p:nvPr/>
          </p:nvSpPr>
          <p:spPr>
            <a:xfrm>
              <a:off x="732074" y="2740008"/>
              <a:ext cx="51246" cy="75792"/>
            </a:xfrm>
            <a:custGeom>
              <a:avLst/>
              <a:gdLst/>
              <a:ahLst/>
              <a:cxnLst/>
              <a:rect l="l" t="t" r="r" b="b"/>
              <a:pathLst>
                <a:path w="3476" h="5141" extrusionOk="0">
                  <a:moveTo>
                    <a:pt x="1481" y="1"/>
                  </a:moveTo>
                  <a:cubicBezTo>
                    <a:pt x="1448" y="1"/>
                    <a:pt x="1413" y="2"/>
                    <a:pt x="1379" y="5"/>
                  </a:cubicBezTo>
                  <a:cubicBezTo>
                    <a:pt x="0" y="105"/>
                    <a:pt x="117" y="2702"/>
                    <a:pt x="1034" y="4313"/>
                  </a:cubicBezTo>
                  <a:cubicBezTo>
                    <a:pt x="1394" y="4948"/>
                    <a:pt x="1850" y="5140"/>
                    <a:pt x="2269" y="5140"/>
                  </a:cubicBezTo>
                  <a:cubicBezTo>
                    <a:pt x="2915" y="5140"/>
                    <a:pt x="3476" y="4685"/>
                    <a:pt x="3476" y="4685"/>
                  </a:cubicBezTo>
                  <a:lnTo>
                    <a:pt x="2948" y="1849"/>
                  </a:lnTo>
                  <a:cubicBezTo>
                    <a:pt x="2948" y="1849"/>
                    <a:pt x="2768" y="1"/>
                    <a:pt x="1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00;p44">
              <a:extLst>
                <a:ext uri="{FF2B5EF4-FFF2-40B4-BE49-F238E27FC236}">
                  <a16:creationId xmlns:a16="http://schemas.microsoft.com/office/drawing/2014/main" id="{D1283575-B233-45A5-8479-D9C2A4074AA2}"/>
                </a:ext>
              </a:extLst>
            </p:cNvPr>
            <p:cNvSpPr/>
            <p:nvPr/>
          </p:nvSpPr>
          <p:spPr>
            <a:xfrm>
              <a:off x="729700" y="2735806"/>
              <a:ext cx="58352" cy="84210"/>
            </a:xfrm>
            <a:custGeom>
              <a:avLst/>
              <a:gdLst/>
              <a:ahLst/>
              <a:cxnLst/>
              <a:rect l="l" t="t" r="r" b="b"/>
              <a:pathLst>
                <a:path w="3958" h="5712" extrusionOk="0">
                  <a:moveTo>
                    <a:pt x="1643" y="0"/>
                  </a:moveTo>
                  <a:cubicBezTo>
                    <a:pt x="1602" y="0"/>
                    <a:pt x="1561" y="2"/>
                    <a:pt x="1519" y="5"/>
                  </a:cubicBezTo>
                  <a:cubicBezTo>
                    <a:pt x="1072" y="37"/>
                    <a:pt x="718" y="278"/>
                    <a:pt x="492" y="700"/>
                  </a:cubicBezTo>
                  <a:cubicBezTo>
                    <a:pt x="0" y="1621"/>
                    <a:pt x="203" y="3434"/>
                    <a:pt x="947" y="4739"/>
                  </a:cubicBezTo>
                  <a:cubicBezTo>
                    <a:pt x="1250" y="5274"/>
                    <a:pt x="1653" y="5593"/>
                    <a:pt x="2140" y="5684"/>
                  </a:cubicBezTo>
                  <a:cubicBezTo>
                    <a:pt x="2235" y="5701"/>
                    <a:pt x="2332" y="5711"/>
                    <a:pt x="2429" y="5711"/>
                  </a:cubicBezTo>
                  <a:cubicBezTo>
                    <a:pt x="3168" y="5711"/>
                    <a:pt x="3788" y="5215"/>
                    <a:pt x="3816" y="5191"/>
                  </a:cubicBezTo>
                  <a:cubicBezTo>
                    <a:pt x="3939" y="5091"/>
                    <a:pt x="3957" y="4912"/>
                    <a:pt x="3857" y="4789"/>
                  </a:cubicBezTo>
                  <a:cubicBezTo>
                    <a:pt x="3801" y="4720"/>
                    <a:pt x="3719" y="4683"/>
                    <a:pt x="3636" y="4683"/>
                  </a:cubicBezTo>
                  <a:cubicBezTo>
                    <a:pt x="3573" y="4683"/>
                    <a:pt x="3509" y="4705"/>
                    <a:pt x="3456" y="4748"/>
                  </a:cubicBezTo>
                  <a:cubicBezTo>
                    <a:pt x="3450" y="4752"/>
                    <a:pt x="2959" y="5140"/>
                    <a:pt x="2431" y="5140"/>
                  </a:cubicBezTo>
                  <a:cubicBezTo>
                    <a:pt x="2369" y="5140"/>
                    <a:pt x="2307" y="5135"/>
                    <a:pt x="2245" y="5123"/>
                  </a:cubicBezTo>
                  <a:cubicBezTo>
                    <a:pt x="1930" y="5063"/>
                    <a:pt x="1660" y="4839"/>
                    <a:pt x="1443" y="4457"/>
                  </a:cubicBezTo>
                  <a:cubicBezTo>
                    <a:pt x="797" y="3320"/>
                    <a:pt x="592" y="1723"/>
                    <a:pt x="995" y="968"/>
                  </a:cubicBezTo>
                  <a:cubicBezTo>
                    <a:pt x="1127" y="721"/>
                    <a:pt x="1312" y="592"/>
                    <a:pt x="1560" y="573"/>
                  </a:cubicBezTo>
                  <a:cubicBezTo>
                    <a:pt x="1585" y="572"/>
                    <a:pt x="1610" y="571"/>
                    <a:pt x="1634" y="571"/>
                  </a:cubicBezTo>
                  <a:cubicBezTo>
                    <a:pt x="2648" y="571"/>
                    <a:pt x="2818" y="2097"/>
                    <a:pt x="2825" y="2163"/>
                  </a:cubicBezTo>
                  <a:cubicBezTo>
                    <a:pt x="2840" y="2308"/>
                    <a:pt x="2964" y="2422"/>
                    <a:pt x="3102" y="2422"/>
                  </a:cubicBezTo>
                  <a:cubicBezTo>
                    <a:pt x="3114" y="2422"/>
                    <a:pt x="3125" y="2421"/>
                    <a:pt x="3137" y="2419"/>
                  </a:cubicBezTo>
                  <a:cubicBezTo>
                    <a:pt x="3293" y="2403"/>
                    <a:pt x="3408" y="2264"/>
                    <a:pt x="3393" y="2107"/>
                  </a:cubicBezTo>
                  <a:cubicBezTo>
                    <a:pt x="3320" y="1363"/>
                    <a:pt x="2861" y="0"/>
                    <a:pt x="1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701;p44">
              <a:extLst>
                <a:ext uri="{FF2B5EF4-FFF2-40B4-BE49-F238E27FC236}">
                  <a16:creationId xmlns:a16="http://schemas.microsoft.com/office/drawing/2014/main" id="{3F551B5E-7E9E-4B2F-823E-75F8501B913D}"/>
                </a:ext>
              </a:extLst>
            </p:cNvPr>
            <p:cNvSpPr/>
            <p:nvPr/>
          </p:nvSpPr>
          <p:spPr>
            <a:xfrm>
              <a:off x="841907" y="2747733"/>
              <a:ext cx="51865" cy="20360"/>
            </a:xfrm>
            <a:custGeom>
              <a:avLst/>
              <a:gdLst/>
              <a:ahLst/>
              <a:cxnLst/>
              <a:rect l="l" t="t" r="r" b="b"/>
              <a:pathLst>
                <a:path w="3518" h="1381" extrusionOk="0">
                  <a:moveTo>
                    <a:pt x="2224" y="0"/>
                  </a:moveTo>
                  <a:cubicBezTo>
                    <a:pt x="1537" y="0"/>
                    <a:pt x="672" y="175"/>
                    <a:pt x="135" y="930"/>
                  </a:cubicBezTo>
                  <a:cubicBezTo>
                    <a:pt x="0" y="1118"/>
                    <a:pt x="135" y="1380"/>
                    <a:pt x="368" y="1381"/>
                  </a:cubicBezTo>
                  <a:cubicBezTo>
                    <a:pt x="460" y="1381"/>
                    <a:pt x="546" y="1336"/>
                    <a:pt x="600" y="1260"/>
                  </a:cubicBezTo>
                  <a:cubicBezTo>
                    <a:pt x="996" y="705"/>
                    <a:pt x="1673" y="573"/>
                    <a:pt x="2227" y="573"/>
                  </a:cubicBezTo>
                  <a:cubicBezTo>
                    <a:pt x="2721" y="573"/>
                    <a:pt x="3116" y="678"/>
                    <a:pt x="3125" y="681"/>
                  </a:cubicBezTo>
                  <a:cubicBezTo>
                    <a:pt x="3150" y="688"/>
                    <a:pt x="3175" y="691"/>
                    <a:pt x="3200" y="691"/>
                  </a:cubicBezTo>
                  <a:cubicBezTo>
                    <a:pt x="3325" y="691"/>
                    <a:pt x="3440" y="608"/>
                    <a:pt x="3476" y="481"/>
                  </a:cubicBezTo>
                  <a:cubicBezTo>
                    <a:pt x="3517" y="329"/>
                    <a:pt x="3428" y="172"/>
                    <a:pt x="3277" y="130"/>
                  </a:cubicBezTo>
                  <a:cubicBezTo>
                    <a:pt x="3237" y="119"/>
                    <a:pt x="2791" y="0"/>
                    <a:pt x="2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702;p44">
              <a:extLst>
                <a:ext uri="{FF2B5EF4-FFF2-40B4-BE49-F238E27FC236}">
                  <a16:creationId xmlns:a16="http://schemas.microsoft.com/office/drawing/2014/main" id="{0FB2A01A-A9D7-439D-AD62-786EE23352EE}"/>
                </a:ext>
              </a:extLst>
            </p:cNvPr>
            <p:cNvSpPr/>
            <p:nvPr/>
          </p:nvSpPr>
          <p:spPr>
            <a:xfrm>
              <a:off x="933341" y="2744446"/>
              <a:ext cx="36046" cy="14124"/>
            </a:xfrm>
            <a:custGeom>
              <a:avLst/>
              <a:gdLst/>
              <a:ahLst/>
              <a:cxnLst/>
              <a:rect l="l" t="t" r="r" b="b"/>
              <a:pathLst>
                <a:path w="2445" h="958" extrusionOk="0">
                  <a:moveTo>
                    <a:pt x="1237" y="1"/>
                  </a:moveTo>
                  <a:cubicBezTo>
                    <a:pt x="602" y="1"/>
                    <a:pt x="0" y="423"/>
                    <a:pt x="0" y="423"/>
                  </a:cubicBezTo>
                  <a:lnTo>
                    <a:pt x="2444" y="957"/>
                  </a:lnTo>
                  <a:cubicBezTo>
                    <a:pt x="2163" y="217"/>
                    <a:pt x="1691" y="1"/>
                    <a:pt x="1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703;p44">
              <a:extLst>
                <a:ext uri="{FF2B5EF4-FFF2-40B4-BE49-F238E27FC236}">
                  <a16:creationId xmlns:a16="http://schemas.microsoft.com/office/drawing/2014/main" id="{8DE8C904-ADFA-46A7-9D61-CC645E603EC9}"/>
                </a:ext>
              </a:extLst>
            </p:cNvPr>
            <p:cNvSpPr/>
            <p:nvPr/>
          </p:nvSpPr>
          <p:spPr>
            <a:xfrm>
              <a:off x="928550" y="2740244"/>
              <a:ext cx="45820" cy="22527"/>
            </a:xfrm>
            <a:custGeom>
              <a:avLst/>
              <a:gdLst/>
              <a:ahLst/>
              <a:cxnLst/>
              <a:rect l="l" t="t" r="r" b="b"/>
              <a:pathLst>
                <a:path w="3108" h="1528" extrusionOk="0">
                  <a:moveTo>
                    <a:pt x="1565" y="0"/>
                  </a:moveTo>
                  <a:cubicBezTo>
                    <a:pt x="846" y="0"/>
                    <a:pt x="194" y="452"/>
                    <a:pt x="161" y="474"/>
                  </a:cubicBezTo>
                  <a:cubicBezTo>
                    <a:pt x="32" y="566"/>
                    <a:pt x="0" y="743"/>
                    <a:pt x="92" y="872"/>
                  </a:cubicBezTo>
                  <a:cubicBezTo>
                    <a:pt x="147" y="952"/>
                    <a:pt x="235" y="994"/>
                    <a:pt x="325" y="994"/>
                  </a:cubicBezTo>
                  <a:cubicBezTo>
                    <a:pt x="382" y="994"/>
                    <a:pt x="439" y="977"/>
                    <a:pt x="488" y="942"/>
                  </a:cubicBezTo>
                  <a:cubicBezTo>
                    <a:pt x="495" y="938"/>
                    <a:pt x="1030" y="570"/>
                    <a:pt x="1559" y="570"/>
                  </a:cubicBezTo>
                  <a:cubicBezTo>
                    <a:pt x="1655" y="570"/>
                    <a:pt x="1751" y="583"/>
                    <a:pt x="1844" y="611"/>
                  </a:cubicBezTo>
                  <a:cubicBezTo>
                    <a:pt x="2130" y="700"/>
                    <a:pt x="2352" y="946"/>
                    <a:pt x="2503" y="1344"/>
                  </a:cubicBezTo>
                  <a:cubicBezTo>
                    <a:pt x="2544" y="1455"/>
                    <a:pt x="2651" y="1528"/>
                    <a:pt x="2769" y="1528"/>
                  </a:cubicBezTo>
                  <a:cubicBezTo>
                    <a:pt x="2969" y="1528"/>
                    <a:pt x="3107" y="1328"/>
                    <a:pt x="3036" y="1141"/>
                  </a:cubicBezTo>
                  <a:cubicBezTo>
                    <a:pt x="2819" y="569"/>
                    <a:pt x="2474" y="207"/>
                    <a:pt x="2010" y="65"/>
                  </a:cubicBezTo>
                  <a:cubicBezTo>
                    <a:pt x="1862" y="19"/>
                    <a:pt x="1712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704;p44">
              <a:extLst>
                <a:ext uri="{FF2B5EF4-FFF2-40B4-BE49-F238E27FC236}">
                  <a16:creationId xmlns:a16="http://schemas.microsoft.com/office/drawing/2014/main" id="{45B78B43-7B1A-40E4-B149-B7391975D02B}"/>
                </a:ext>
              </a:extLst>
            </p:cNvPr>
            <p:cNvSpPr/>
            <p:nvPr/>
          </p:nvSpPr>
          <p:spPr>
            <a:xfrm>
              <a:off x="891472" y="2768108"/>
              <a:ext cx="45806" cy="78652"/>
            </a:xfrm>
            <a:custGeom>
              <a:avLst/>
              <a:gdLst/>
              <a:ahLst/>
              <a:cxnLst/>
              <a:rect l="l" t="t" r="r" b="b"/>
              <a:pathLst>
                <a:path w="3107" h="5335" extrusionOk="0">
                  <a:moveTo>
                    <a:pt x="2448" y="0"/>
                  </a:moveTo>
                  <a:cubicBezTo>
                    <a:pt x="2440" y="0"/>
                    <a:pt x="2433" y="1"/>
                    <a:pt x="2426" y="1"/>
                  </a:cubicBezTo>
                  <a:cubicBezTo>
                    <a:pt x="2270" y="17"/>
                    <a:pt x="2154" y="157"/>
                    <a:pt x="2171" y="314"/>
                  </a:cubicBezTo>
                  <a:cubicBezTo>
                    <a:pt x="2349" y="2111"/>
                    <a:pt x="2487" y="4134"/>
                    <a:pt x="2411" y="4402"/>
                  </a:cubicBezTo>
                  <a:cubicBezTo>
                    <a:pt x="2391" y="4444"/>
                    <a:pt x="2225" y="4589"/>
                    <a:pt x="1865" y="4687"/>
                  </a:cubicBezTo>
                  <a:cubicBezTo>
                    <a:pt x="1696" y="4733"/>
                    <a:pt x="1497" y="4763"/>
                    <a:pt x="1293" y="4763"/>
                  </a:cubicBezTo>
                  <a:cubicBezTo>
                    <a:pt x="1010" y="4763"/>
                    <a:pt x="718" y="4704"/>
                    <a:pt x="486" y="4546"/>
                  </a:cubicBezTo>
                  <a:cubicBezTo>
                    <a:pt x="437" y="4513"/>
                    <a:pt x="381" y="4497"/>
                    <a:pt x="326" y="4497"/>
                  </a:cubicBezTo>
                  <a:cubicBezTo>
                    <a:pt x="234" y="4497"/>
                    <a:pt x="145" y="4541"/>
                    <a:pt x="90" y="4622"/>
                  </a:cubicBezTo>
                  <a:cubicBezTo>
                    <a:pt x="1" y="4753"/>
                    <a:pt x="34" y="4930"/>
                    <a:pt x="165" y="5018"/>
                  </a:cubicBezTo>
                  <a:cubicBezTo>
                    <a:pt x="503" y="5249"/>
                    <a:pt x="906" y="5335"/>
                    <a:pt x="1293" y="5335"/>
                  </a:cubicBezTo>
                  <a:cubicBezTo>
                    <a:pt x="1572" y="5333"/>
                    <a:pt x="1847" y="5291"/>
                    <a:pt x="2112" y="5210"/>
                  </a:cubicBezTo>
                  <a:cubicBezTo>
                    <a:pt x="2317" y="5145"/>
                    <a:pt x="2810" y="4957"/>
                    <a:pt x="2944" y="4607"/>
                  </a:cubicBezTo>
                  <a:cubicBezTo>
                    <a:pt x="3107" y="4182"/>
                    <a:pt x="2854" y="1424"/>
                    <a:pt x="2739" y="258"/>
                  </a:cubicBezTo>
                  <a:cubicBezTo>
                    <a:pt x="2725" y="107"/>
                    <a:pt x="2596" y="0"/>
                    <a:pt x="2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705;p44">
              <a:extLst>
                <a:ext uri="{FF2B5EF4-FFF2-40B4-BE49-F238E27FC236}">
                  <a16:creationId xmlns:a16="http://schemas.microsoft.com/office/drawing/2014/main" id="{31B8D126-91D2-41BC-940E-E49062F9F143}"/>
                </a:ext>
              </a:extLst>
            </p:cNvPr>
            <p:cNvSpPr/>
            <p:nvPr/>
          </p:nvSpPr>
          <p:spPr>
            <a:xfrm>
              <a:off x="837720" y="2842337"/>
              <a:ext cx="54902" cy="32935"/>
            </a:xfrm>
            <a:custGeom>
              <a:avLst/>
              <a:gdLst/>
              <a:ahLst/>
              <a:cxnLst/>
              <a:rect l="l" t="t" r="r" b="b"/>
              <a:pathLst>
                <a:path w="3724" h="2234" extrusionOk="0">
                  <a:moveTo>
                    <a:pt x="324" y="0"/>
                  </a:moveTo>
                  <a:cubicBezTo>
                    <a:pt x="287" y="0"/>
                    <a:pt x="250" y="7"/>
                    <a:pt x="214" y="22"/>
                  </a:cubicBezTo>
                  <a:cubicBezTo>
                    <a:pt x="68" y="83"/>
                    <a:pt x="0" y="251"/>
                    <a:pt x="61" y="396"/>
                  </a:cubicBezTo>
                  <a:cubicBezTo>
                    <a:pt x="92" y="469"/>
                    <a:pt x="835" y="2184"/>
                    <a:pt x="3428" y="2234"/>
                  </a:cubicBezTo>
                  <a:lnTo>
                    <a:pt x="3434" y="2234"/>
                  </a:lnTo>
                  <a:lnTo>
                    <a:pt x="3434" y="2233"/>
                  </a:lnTo>
                  <a:cubicBezTo>
                    <a:pt x="3435" y="2233"/>
                    <a:pt x="3436" y="2233"/>
                    <a:pt x="3438" y="2233"/>
                  </a:cubicBezTo>
                  <a:cubicBezTo>
                    <a:pt x="3593" y="2233"/>
                    <a:pt x="3721" y="2107"/>
                    <a:pt x="3722" y="1951"/>
                  </a:cubicBezTo>
                  <a:cubicBezTo>
                    <a:pt x="3724" y="1793"/>
                    <a:pt x="3597" y="1664"/>
                    <a:pt x="3439" y="1662"/>
                  </a:cubicBezTo>
                  <a:cubicBezTo>
                    <a:pt x="1235" y="1619"/>
                    <a:pt x="614" y="235"/>
                    <a:pt x="588" y="175"/>
                  </a:cubicBezTo>
                  <a:cubicBezTo>
                    <a:pt x="542" y="66"/>
                    <a:pt x="436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706;p44">
              <a:extLst>
                <a:ext uri="{FF2B5EF4-FFF2-40B4-BE49-F238E27FC236}">
                  <a16:creationId xmlns:a16="http://schemas.microsoft.com/office/drawing/2014/main" id="{6783F625-A60B-4EEC-B2B5-E47EFBE36B3D}"/>
                </a:ext>
              </a:extLst>
            </p:cNvPr>
            <p:cNvSpPr/>
            <p:nvPr/>
          </p:nvSpPr>
          <p:spPr>
            <a:xfrm>
              <a:off x="867913" y="2775435"/>
              <a:ext cx="14581" cy="26375"/>
            </a:xfrm>
            <a:custGeom>
              <a:avLst/>
              <a:gdLst/>
              <a:ahLst/>
              <a:cxnLst/>
              <a:rect l="l" t="t" r="r" b="b"/>
              <a:pathLst>
                <a:path w="989" h="1789" extrusionOk="0">
                  <a:moveTo>
                    <a:pt x="486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4" y="5"/>
                    <a:pt x="1" y="409"/>
                    <a:pt x="8" y="901"/>
                  </a:cubicBezTo>
                  <a:cubicBezTo>
                    <a:pt x="15" y="1393"/>
                    <a:pt x="237" y="1788"/>
                    <a:pt x="504" y="1788"/>
                  </a:cubicBezTo>
                  <a:cubicBezTo>
                    <a:pt x="505" y="1788"/>
                    <a:pt x="506" y="1788"/>
                    <a:pt x="507" y="1788"/>
                  </a:cubicBezTo>
                  <a:cubicBezTo>
                    <a:pt x="777" y="1784"/>
                    <a:pt x="989" y="1382"/>
                    <a:pt x="982" y="888"/>
                  </a:cubicBezTo>
                  <a:cubicBezTo>
                    <a:pt x="976" y="396"/>
                    <a:pt x="754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707;p44">
              <a:extLst>
                <a:ext uri="{FF2B5EF4-FFF2-40B4-BE49-F238E27FC236}">
                  <a16:creationId xmlns:a16="http://schemas.microsoft.com/office/drawing/2014/main" id="{B7EAF248-12BB-4421-978B-48F366E2422A}"/>
                </a:ext>
              </a:extLst>
            </p:cNvPr>
            <p:cNvSpPr/>
            <p:nvPr/>
          </p:nvSpPr>
          <p:spPr>
            <a:xfrm>
              <a:off x="936083" y="2769700"/>
              <a:ext cx="14581" cy="26345"/>
            </a:xfrm>
            <a:custGeom>
              <a:avLst/>
              <a:gdLst/>
              <a:ahLst/>
              <a:cxnLst/>
              <a:rect l="l" t="t" r="r" b="b"/>
              <a:pathLst>
                <a:path w="989" h="1787" extrusionOk="0">
                  <a:moveTo>
                    <a:pt x="485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3" y="4"/>
                    <a:pt x="0" y="407"/>
                    <a:pt x="8" y="901"/>
                  </a:cubicBezTo>
                  <a:cubicBezTo>
                    <a:pt x="14" y="1391"/>
                    <a:pt x="236" y="1787"/>
                    <a:pt x="504" y="1787"/>
                  </a:cubicBezTo>
                  <a:cubicBezTo>
                    <a:pt x="505" y="1787"/>
                    <a:pt x="506" y="1787"/>
                    <a:pt x="507" y="1787"/>
                  </a:cubicBezTo>
                  <a:cubicBezTo>
                    <a:pt x="776" y="1782"/>
                    <a:pt x="988" y="1380"/>
                    <a:pt x="982" y="887"/>
                  </a:cubicBezTo>
                  <a:cubicBezTo>
                    <a:pt x="975" y="395"/>
                    <a:pt x="753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708;p44">
              <a:extLst>
                <a:ext uri="{FF2B5EF4-FFF2-40B4-BE49-F238E27FC236}">
                  <a16:creationId xmlns:a16="http://schemas.microsoft.com/office/drawing/2014/main" id="{A05F832E-A6F6-4A30-B5B1-46F5D0EEC2A6}"/>
                </a:ext>
              </a:extLst>
            </p:cNvPr>
            <p:cNvSpPr/>
            <p:nvPr/>
          </p:nvSpPr>
          <p:spPr>
            <a:xfrm>
              <a:off x="477437" y="3010522"/>
              <a:ext cx="194412" cy="456670"/>
            </a:xfrm>
            <a:custGeom>
              <a:avLst/>
              <a:gdLst/>
              <a:ahLst/>
              <a:cxnLst/>
              <a:rect l="l" t="t" r="r" b="b"/>
              <a:pathLst>
                <a:path w="13187" h="30976" extrusionOk="0">
                  <a:moveTo>
                    <a:pt x="5390" y="1"/>
                  </a:moveTo>
                  <a:cubicBezTo>
                    <a:pt x="4830" y="1"/>
                    <a:pt x="4198" y="164"/>
                    <a:pt x="3571" y="661"/>
                  </a:cubicBezTo>
                  <a:cubicBezTo>
                    <a:pt x="1736" y="2114"/>
                    <a:pt x="753" y="23542"/>
                    <a:pt x="507" y="26400"/>
                  </a:cubicBezTo>
                  <a:cubicBezTo>
                    <a:pt x="263" y="29258"/>
                    <a:pt x="1" y="30976"/>
                    <a:pt x="1" y="30976"/>
                  </a:cubicBezTo>
                  <a:lnTo>
                    <a:pt x="10809" y="27968"/>
                  </a:lnTo>
                  <a:lnTo>
                    <a:pt x="11617" y="24530"/>
                  </a:lnTo>
                  <a:cubicBezTo>
                    <a:pt x="11617" y="24530"/>
                    <a:pt x="13187" y="24507"/>
                    <a:pt x="13028" y="23368"/>
                  </a:cubicBezTo>
                  <a:cubicBezTo>
                    <a:pt x="12869" y="22229"/>
                    <a:pt x="12769" y="15234"/>
                    <a:pt x="12736" y="12808"/>
                  </a:cubicBezTo>
                  <a:cubicBezTo>
                    <a:pt x="12703" y="10381"/>
                    <a:pt x="9210" y="5721"/>
                    <a:pt x="9210" y="5721"/>
                  </a:cubicBezTo>
                  <a:lnTo>
                    <a:pt x="7282" y="608"/>
                  </a:lnTo>
                  <a:cubicBezTo>
                    <a:pt x="7282" y="608"/>
                    <a:pt x="6470" y="1"/>
                    <a:pt x="5390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709;p44">
              <a:extLst>
                <a:ext uri="{FF2B5EF4-FFF2-40B4-BE49-F238E27FC236}">
                  <a16:creationId xmlns:a16="http://schemas.microsoft.com/office/drawing/2014/main" id="{6AB9A2CE-3188-4AC8-A688-9465B174DDFC}"/>
                </a:ext>
              </a:extLst>
            </p:cNvPr>
            <p:cNvSpPr/>
            <p:nvPr/>
          </p:nvSpPr>
          <p:spPr>
            <a:xfrm>
              <a:off x="472897" y="3006394"/>
              <a:ext cx="201518" cy="465000"/>
            </a:xfrm>
            <a:custGeom>
              <a:avLst/>
              <a:gdLst/>
              <a:ahLst/>
              <a:cxnLst/>
              <a:rect l="l" t="t" r="r" b="b"/>
              <a:pathLst>
                <a:path w="13669" h="31541" extrusionOk="0">
                  <a:moveTo>
                    <a:pt x="5685" y="1"/>
                  </a:moveTo>
                  <a:cubicBezTo>
                    <a:pt x="5073" y="1"/>
                    <a:pt x="4384" y="178"/>
                    <a:pt x="3703" y="717"/>
                  </a:cubicBezTo>
                  <a:cubicBezTo>
                    <a:pt x="2267" y="1853"/>
                    <a:pt x="1418" y="12534"/>
                    <a:pt x="713" y="23908"/>
                  </a:cubicBezTo>
                  <a:cubicBezTo>
                    <a:pt x="632" y="25213"/>
                    <a:pt x="572" y="26187"/>
                    <a:pt x="531" y="26656"/>
                  </a:cubicBezTo>
                  <a:cubicBezTo>
                    <a:pt x="290" y="29471"/>
                    <a:pt x="29" y="31196"/>
                    <a:pt x="27" y="31214"/>
                  </a:cubicBezTo>
                  <a:cubicBezTo>
                    <a:pt x="1" y="31385"/>
                    <a:pt x="135" y="31541"/>
                    <a:pt x="310" y="31541"/>
                  </a:cubicBezTo>
                  <a:cubicBezTo>
                    <a:pt x="335" y="31541"/>
                    <a:pt x="361" y="31538"/>
                    <a:pt x="386" y="31530"/>
                  </a:cubicBezTo>
                  <a:lnTo>
                    <a:pt x="11193" y="28523"/>
                  </a:lnTo>
                  <a:cubicBezTo>
                    <a:pt x="11293" y="28495"/>
                    <a:pt x="11370" y="28414"/>
                    <a:pt x="11394" y="28313"/>
                  </a:cubicBezTo>
                  <a:lnTo>
                    <a:pt x="12154" y="25079"/>
                  </a:lnTo>
                  <a:cubicBezTo>
                    <a:pt x="12472" y="25043"/>
                    <a:pt x="13035" y="24922"/>
                    <a:pt x="13371" y="24531"/>
                  </a:cubicBezTo>
                  <a:cubicBezTo>
                    <a:pt x="13583" y="24284"/>
                    <a:pt x="13668" y="23966"/>
                    <a:pt x="13618" y="23609"/>
                  </a:cubicBezTo>
                  <a:cubicBezTo>
                    <a:pt x="13462" y="22488"/>
                    <a:pt x="13362" y="15415"/>
                    <a:pt x="13329" y="13084"/>
                  </a:cubicBezTo>
                  <a:cubicBezTo>
                    <a:pt x="13295" y="10593"/>
                    <a:pt x="9892" y="6022"/>
                    <a:pt x="9746" y="5829"/>
                  </a:cubicBezTo>
                  <a:cubicBezTo>
                    <a:pt x="9690" y="5754"/>
                    <a:pt x="9604" y="5714"/>
                    <a:pt x="9517" y="5714"/>
                  </a:cubicBezTo>
                  <a:cubicBezTo>
                    <a:pt x="9458" y="5714"/>
                    <a:pt x="9398" y="5733"/>
                    <a:pt x="9347" y="5771"/>
                  </a:cubicBezTo>
                  <a:cubicBezTo>
                    <a:pt x="9220" y="5866"/>
                    <a:pt x="9195" y="6045"/>
                    <a:pt x="9289" y="6171"/>
                  </a:cubicBezTo>
                  <a:cubicBezTo>
                    <a:pt x="9324" y="6217"/>
                    <a:pt x="12726" y="10786"/>
                    <a:pt x="12759" y="13100"/>
                  </a:cubicBezTo>
                  <a:cubicBezTo>
                    <a:pt x="12816" y="17148"/>
                    <a:pt x="12909" y="22651"/>
                    <a:pt x="13053" y="23687"/>
                  </a:cubicBezTo>
                  <a:cubicBezTo>
                    <a:pt x="13080" y="23882"/>
                    <a:pt x="13042" y="24036"/>
                    <a:pt x="12938" y="24158"/>
                  </a:cubicBezTo>
                  <a:cubicBezTo>
                    <a:pt x="12691" y="24448"/>
                    <a:pt x="12119" y="24521"/>
                    <a:pt x="11920" y="24524"/>
                  </a:cubicBezTo>
                  <a:cubicBezTo>
                    <a:pt x="11789" y="24527"/>
                    <a:pt x="11677" y="24617"/>
                    <a:pt x="11646" y="24745"/>
                  </a:cubicBezTo>
                  <a:lnTo>
                    <a:pt x="10877" y="28018"/>
                  </a:lnTo>
                  <a:lnTo>
                    <a:pt x="653" y="30863"/>
                  </a:lnTo>
                  <a:cubicBezTo>
                    <a:pt x="746" y="30179"/>
                    <a:pt x="928" y="28717"/>
                    <a:pt x="1100" y="26704"/>
                  </a:cubicBezTo>
                  <a:cubicBezTo>
                    <a:pt x="1141" y="26232"/>
                    <a:pt x="1201" y="25254"/>
                    <a:pt x="1283" y="23943"/>
                  </a:cubicBezTo>
                  <a:cubicBezTo>
                    <a:pt x="1650" y="18023"/>
                    <a:pt x="2623" y="2299"/>
                    <a:pt x="4057" y="1165"/>
                  </a:cubicBezTo>
                  <a:cubicBezTo>
                    <a:pt x="4627" y="713"/>
                    <a:pt x="5200" y="564"/>
                    <a:pt x="5708" y="564"/>
                  </a:cubicBezTo>
                  <a:cubicBezTo>
                    <a:pt x="6655" y="564"/>
                    <a:pt x="7374" y="1083"/>
                    <a:pt x="7420" y="1118"/>
                  </a:cubicBezTo>
                  <a:cubicBezTo>
                    <a:pt x="7471" y="1156"/>
                    <a:pt x="7531" y="1174"/>
                    <a:pt x="7590" y="1174"/>
                  </a:cubicBezTo>
                  <a:cubicBezTo>
                    <a:pt x="7677" y="1174"/>
                    <a:pt x="7763" y="1135"/>
                    <a:pt x="7820" y="1059"/>
                  </a:cubicBezTo>
                  <a:cubicBezTo>
                    <a:pt x="7914" y="933"/>
                    <a:pt x="7888" y="754"/>
                    <a:pt x="7761" y="660"/>
                  </a:cubicBezTo>
                  <a:cubicBezTo>
                    <a:pt x="7747" y="650"/>
                    <a:pt x="6857" y="1"/>
                    <a:pt x="5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710;p44">
              <a:extLst>
                <a:ext uri="{FF2B5EF4-FFF2-40B4-BE49-F238E27FC236}">
                  <a16:creationId xmlns:a16="http://schemas.microsoft.com/office/drawing/2014/main" id="{8D4828B9-84A0-4BE2-96E9-DD9B06F35C13}"/>
                </a:ext>
              </a:extLst>
            </p:cNvPr>
            <p:cNvSpPr/>
            <p:nvPr/>
          </p:nvSpPr>
          <p:spPr>
            <a:xfrm>
              <a:off x="525720" y="3354233"/>
              <a:ext cx="106501" cy="9627"/>
            </a:xfrm>
            <a:custGeom>
              <a:avLst/>
              <a:gdLst/>
              <a:ahLst/>
              <a:cxnLst/>
              <a:rect l="l" t="t" r="r" b="b"/>
              <a:pathLst>
                <a:path w="7224" h="653" extrusionOk="0">
                  <a:moveTo>
                    <a:pt x="3119" y="1"/>
                  </a:moveTo>
                  <a:cubicBezTo>
                    <a:pt x="2227" y="1"/>
                    <a:pt x="1188" y="69"/>
                    <a:pt x="0" y="250"/>
                  </a:cubicBezTo>
                  <a:lnTo>
                    <a:pt x="7223" y="652"/>
                  </a:lnTo>
                  <a:cubicBezTo>
                    <a:pt x="7223" y="652"/>
                    <a:pt x="5873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711;p44">
              <a:extLst>
                <a:ext uri="{FF2B5EF4-FFF2-40B4-BE49-F238E27FC236}">
                  <a16:creationId xmlns:a16="http://schemas.microsoft.com/office/drawing/2014/main" id="{82E82032-CB46-4336-9475-6BA36F929855}"/>
                </a:ext>
              </a:extLst>
            </p:cNvPr>
            <p:cNvSpPr/>
            <p:nvPr/>
          </p:nvSpPr>
          <p:spPr>
            <a:xfrm>
              <a:off x="521208" y="3350002"/>
              <a:ext cx="115553" cy="18045"/>
            </a:xfrm>
            <a:custGeom>
              <a:avLst/>
              <a:gdLst/>
              <a:ahLst/>
              <a:cxnLst/>
              <a:rect l="l" t="t" r="r" b="b"/>
              <a:pathLst>
                <a:path w="7838" h="1224" extrusionOk="0">
                  <a:moveTo>
                    <a:pt x="3442" y="1"/>
                  </a:moveTo>
                  <a:cubicBezTo>
                    <a:pt x="2533" y="1"/>
                    <a:pt x="1475" y="71"/>
                    <a:pt x="264" y="255"/>
                  </a:cubicBezTo>
                  <a:cubicBezTo>
                    <a:pt x="107" y="279"/>
                    <a:pt x="1" y="424"/>
                    <a:pt x="25" y="580"/>
                  </a:cubicBezTo>
                  <a:cubicBezTo>
                    <a:pt x="45" y="721"/>
                    <a:pt x="167" y="823"/>
                    <a:pt x="306" y="823"/>
                  </a:cubicBezTo>
                  <a:cubicBezTo>
                    <a:pt x="320" y="823"/>
                    <a:pt x="335" y="822"/>
                    <a:pt x="350" y="819"/>
                  </a:cubicBezTo>
                  <a:cubicBezTo>
                    <a:pt x="1515" y="642"/>
                    <a:pt x="2535" y="575"/>
                    <a:pt x="3411" y="575"/>
                  </a:cubicBezTo>
                  <a:cubicBezTo>
                    <a:pt x="6062" y="575"/>
                    <a:pt x="7389" y="1187"/>
                    <a:pt x="7406" y="1196"/>
                  </a:cubicBezTo>
                  <a:cubicBezTo>
                    <a:pt x="7444" y="1214"/>
                    <a:pt x="7487" y="1224"/>
                    <a:pt x="7529" y="1224"/>
                  </a:cubicBezTo>
                  <a:cubicBezTo>
                    <a:pt x="7663" y="1224"/>
                    <a:pt x="7778" y="1133"/>
                    <a:pt x="7808" y="1002"/>
                  </a:cubicBezTo>
                  <a:cubicBezTo>
                    <a:pt x="7838" y="873"/>
                    <a:pt x="7774" y="739"/>
                    <a:pt x="7654" y="681"/>
                  </a:cubicBezTo>
                  <a:cubicBezTo>
                    <a:pt x="7579" y="645"/>
                    <a:pt x="6201" y="1"/>
                    <a:pt x="3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712;p44">
              <a:extLst>
                <a:ext uri="{FF2B5EF4-FFF2-40B4-BE49-F238E27FC236}">
                  <a16:creationId xmlns:a16="http://schemas.microsoft.com/office/drawing/2014/main" id="{E5B9BC51-2E40-44E3-B447-0B5CA04EC07B}"/>
                </a:ext>
              </a:extLst>
            </p:cNvPr>
            <p:cNvSpPr/>
            <p:nvPr/>
          </p:nvSpPr>
          <p:spPr>
            <a:xfrm>
              <a:off x="574960" y="3334169"/>
              <a:ext cx="14816" cy="3066"/>
            </a:xfrm>
            <a:custGeom>
              <a:avLst/>
              <a:gdLst/>
              <a:ahLst/>
              <a:cxnLst/>
              <a:rect l="l" t="t" r="r" b="b"/>
              <a:pathLst>
                <a:path w="1005" h="208" extrusionOk="0">
                  <a:moveTo>
                    <a:pt x="1" y="1"/>
                  </a:moveTo>
                  <a:lnTo>
                    <a:pt x="1004" y="207"/>
                  </a:lnTo>
                  <a:cubicBezTo>
                    <a:pt x="676" y="109"/>
                    <a:pt x="341" y="4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713;p44">
              <a:extLst>
                <a:ext uri="{FF2B5EF4-FFF2-40B4-BE49-F238E27FC236}">
                  <a16:creationId xmlns:a16="http://schemas.microsoft.com/office/drawing/2014/main" id="{6390FC87-89C9-40EA-968F-4C3182FF2878}"/>
                </a:ext>
              </a:extLst>
            </p:cNvPr>
            <p:cNvSpPr/>
            <p:nvPr/>
          </p:nvSpPr>
          <p:spPr>
            <a:xfrm>
              <a:off x="570508" y="3329967"/>
              <a:ext cx="23736" cy="11470"/>
            </a:xfrm>
            <a:custGeom>
              <a:avLst/>
              <a:gdLst/>
              <a:ahLst/>
              <a:cxnLst/>
              <a:rect l="l" t="t" r="r" b="b"/>
              <a:pathLst>
                <a:path w="1610" h="778" extrusionOk="0">
                  <a:moveTo>
                    <a:pt x="304" y="0"/>
                  </a:moveTo>
                  <a:cubicBezTo>
                    <a:pt x="160" y="0"/>
                    <a:pt x="37" y="107"/>
                    <a:pt x="19" y="252"/>
                  </a:cubicBezTo>
                  <a:cubicBezTo>
                    <a:pt x="1" y="409"/>
                    <a:pt x="113" y="551"/>
                    <a:pt x="269" y="569"/>
                  </a:cubicBezTo>
                  <a:cubicBezTo>
                    <a:pt x="592" y="608"/>
                    <a:pt x="912" y="673"/>
                    <a:pt x="1224" y="765"/>
                  </a:cubicBezTo>
                  <a:cubicBezTo>
                    <a:pt x="1251" y="773"/>
                    <a:pt x="1278" y="777"/>
                    <a:pt x="1306" y="777"/>
                  </a:cubicBezTo>
                  <a:cubicBezTo>
                    <a:pt x="1449" y="777"/>
                    <a:pt x="1568" y="674"/>
                    <a:pt x="1589" y="534"/>
                  </a:cubicBezTo>
                  <a:cubicBezTo>
                    <a:pt x="1610" y="392"/>
                    <a:pt x="1524" y="259"/>
                    <a:pt x="1388" y="218"/>
                  </a:cubicBezTo>
                  <a:cubicBezTo>
                    <a:pt x="1044" y="116"/>
                    <a:pt x="693" y="44"/>
                    <a:pt x="338" y="2"/>
                  </a:cubicBezTo>
                  <a:cubicBezTo>
                    <a:pt x="326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714;p44">
              <a:extLst>
                <a:ext uri="{FF2B5EF4-FFF2-40B4-BE49-F238E27FC236}">
                  <a16:creationId xmlns:a16="http://schemas.microsoft.com/office/drawing/2014/main" id="{D10F5C5C-2280-4360-B9E6-D00CB518B75E}"/>
                </a:ext>
              </a:extLst>
            </p:cNvPr>
            <p:cNvSpPr/>
            <p:nvPr/>
          </p:nvSpPr>
          <p:spPr>
            <a:xfrm>
              <a:off x="486047" y="3335009"/>
              <a:ext cx="56715" cy="18517"/>
            </a:xfrm>
            <a:custGeom>
              <a:avLst/>
              <a:gdLst/>
              <a:ahLst/>
              <a:cxnLst/>
              <a:rect l="l" t="t" r="r" b="b"/>
              <a:pathLst>
                <a:path w="3847" h="1256" extrusionOk="0">
                  <a:moveTo>
                    <a:pt x="3847" y="0"/>
                  </a:moveTo>
                  <a:lnTo>
                    <a:pt x="3847" y="0"/>
                  </a:lnTo>
                  <a:cubicBezTo>
                    <a:pt x="1736" y="320"/>
                    <a:pt x="0" y="1256"/>
                    <a:pt x="0" y="1256"/>
                  </a:cubicBezTo>
                  <a:lnTo>
                    <a:pt x="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715;p44">
              <a:extLst>
                <a:ext uri="{FF2B5EF4-FFF2-40B4-BE49-F238E27FC236}">
                  <a16:creationId xmlns:a16="http://schemas.microsoft.com/office/drawing/2014/main" id="{E415BDDB-B079-4B52-9008-91F262DCF18B}"/>
                </a:ext>
              </a:extLst>
            </p:cNvPr>
            <p:cNvSpPr/>
            <p:nvPr/>
          </p:nvSpPr>
          <p:spPr>
            <a:xfrm>
              <a:off x="481492" y="3330778"/>
              <a:ext cx="65856" cy="26964"/>
            </a:xfrm>
            <a:custGeom>
              <a:avLst/>
              <a:gdLst/>
              <a:ahLst/>
              <a:cxnLst/>
              <a:rect l="l" t="t" r="r" b="b"/>
              <a:pathLst>
                <a:path w="4467" h="1829" extrusionOk="0">
                  <a:moveTo>
                    <a:pt x="4159" y="1"/>
                  </a:moveTo>
                  <a:cubicBezTo>
                    <a:pt x="4144" y="1"/>
                    <a:pt x="4128" y="2"/>
                    <a:pt x="4112" y="5"/>
                  </a:cubicBezTo>
                  <a:cubicBezTo>
                    <a:pt x="1977" y="329"/>
                    <a:pt x="246" y="1253"/>
                    <a:pt x="175" y="1292"/>
                  </a:cubicBezTo>
                  <a:cubicBezTo>
                    <a:pt x="59" y="1354"/>
                    <a:pt x="1" y="1486"/>
                    <a:pt x="33" y="1614"/>
                  </a:cubicBezTo>
                  <a:cubicBezTo>
                    <a:pt x="65" y="1741"/>
                    <a:pt x="179" y="1829"/>
                    <a:pt x="311" y="1829"/>
                  </a:cubicBezTo>
                  <a:cubicBezTo>
                    <a:pt x="357" y="1829"/>
                    <a:pt x="404" y="1817"/>
                    <a:pt x="445" y="1795"/>
                  </a:cubicBezTo>
                  <a:cubicBezTo>
                    <a:pt x="463" y="1785"/>
                    <a:pt x="2160" y="879"/>
                    <a:pt x="4198" y="569"/>
                  </a:cubicBezTo>
                  <a:cubicBezTo>
                    <a:pt x="4356" y="548"/>
                    <a:pt x="4467" y="401"/>
                    <a:pt x="4443" y="244"/>
                  </a:cubicBezTo>
                  <a:cubicBezTo>
                    <a:pt x="4421" y="102"/>
                    <a:pt x="4299" y="1"/>
                    <a:pt x="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716;p44">
              <a:extLst>
                <a:ext uri="{FF2B5EF4-FFF2-40B4-BE49-F238E27FC236}">
                  <a16:creationId xmlns:a16="http://schemas.microsoft.com/office/drawing/2014/main" id="{469885B8-9B4E-4C7C-8952-60F06389EFB3}"/>
                </a:ext>
              </a:extLst>
            </p:cNvPr>
            <p:cNvSpPr/>
            <p:nvPr/>
          </p:nvSpPr>
          <p:spPr>
            <a:xfrm>
              <a:off x="449529" y="3393316"/>
              <a:ext cx="220138" cy="137210"/>
            </a:xfrm>
            <a:custGeom>
              <a:avLst/>
              <a:gdLst/>
              <a:ahLst/>
              <a:cxnLst/>
              <a:rect l="l" t="t" r="r" b="b"/>
              <a:pathLst>
                <a:path w="14932" h="9307" extrusionOk="0">
                  <a:moveTo>
                    <a:pt x="12999" y="0"/>
                  </a:moveTo>
                  <a:cubicBezTo>
                    <a:pt x="12986" y="0"/>
                    <a:pt x="12972" y="0"/>
                    <a:pt x="12959" y="0"/>
                  </a:cubicBezTo>
                  <a:cubicBezTo>
                    <a:pt x="10961" y="29"/>
                    <a:pt x="1254" y="166"/>
                    <a:pt x="1" y="2325"/>
                  </a:cubicBezTo>
                  <a:cubicBezTo>
                    <a:pt x="1" y="2325"/>
                    <a:pt x="1521" y="8870"/>
                    <a:pt x="2811" y="9280"/>
                  </a:cubicBezTo>
                  <a:cubicBezTo>
                    <a:pt x="2866" y="9298"/>
                    <a:pt x="2936" y="9306"/>
                    <a:pt x="3018" y="9306"/>
                  </a:cubicBezTo>
                  <a:cubicBezTo>
                    <a:pt x="4861" y="9306"/>
                    <a:pt x="13173" y="5070"/>
                    <a:pt x="13152" y="3567"/>
                  </a:cubicBezTo>
                  <a:cubicBezTo>
                    <a:pt x="13130" y="2007"/>
                    <a:pt x="14932" y="0"/>
                    <a:pt x="1299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717;p44">
              <a:extLst>
                <a:ext uri="{FF2B5EF4-FFF2-40B4-BE49-F238E27FC236}">
                  <a16:creationId xmlns:a16="http://schemas.microsoft.com/office/drawing/2014/main" id="{866EE01A-5CB4-4DA7-ADC6-090AA23DFE34}"/>
                </a:ext>
              </a:extLst>
            </p:cNvPr>
            <p:cNvSpPr/>
            <p:nvPr/>
          </p:nvSpPr>
          <p:spPr>
            <a:xfrm>
              <a:off x="445195" y="3389115"/>
              <a:ext cx="215833" cy="145540"/>
            </a:xfrm>
            <a:custGeom>
              <a:avLst/>
              <a:gdLst/>
              <a:ahLst/>
              <a:cxnLst/>
              <a:rect l="l" t="t" r="r" b="b"/>
              <a:pathLst>
                <a:path w="14640" h="9872" extrusionOk="0">
                  <a:moveTo>
                    <a:pt x="13334" y="570"/>
                  </a:moveTo>
                  <a:cubicBezTo>
                    <a:pt x="13607" y="570"/>
                    <a:pt x="13791" y="629"/>
                    <a:pt x="13857" y="721"/>
                  </a:cubicBezTo>
                  <a:cubicBezTo>
                    <a:pt x="14000" y="923"/>
                    <a:pt x="13786" y="1511"/>
                    <a:pt x="13597" y="2028"/>
                  </a:cubicBezTo>
                  <a:cubicBezTo>
                    <a:pt x="13388" y="2600"/>
                    <a:pt x="13151" y="3248"/>
                    <a:pt x="13160" y="3855"/>
                  </a:cubicBezTo>
                  <a:cubicBezTo>
                    <a:pt x="13161" y="3923"/>
                    <a:pt x="13104" y="4306"/>
                    <a:pt x="11873" y="5219"/>
                  </a:cubicBezTo>
                  <a:cubicBezTo>
                    <a:pt x="9345" y="7094"/>
                    <a:pt x="4482" y="9311"/>
                    <a:pt x="3336" y="9311"/>
                  </a:cubicBezTo>
                  <a:cubicBezTo>
                    <a:pt x="3278" y="9311"/>
                    <a:pt x="3229" y="9305"/>
                    <a:pt x="3191" y="9293"/>
                  </a:cubicBezTo>
                  <a:cubicBezTo>
                    <a:pt x="2420" y="9048"/>
                    <a:pt x="1224" y="5311"/>
                    <a:pt x="600" y="2665"/>
                  </a:cubicBezTo>
                  <a:cubicBezTo>
                    <a:pt x="1090" y="2018"/>
                    <a:pt x="3317" y="711"/>
                    <a:pt x="13257" y="571"/>
                  </a:cubicBezTo>
                  <a:cubicBezTo>
                    <a:pt x="13283" y="570"/>
                    <a:pt x="13309" y="570"/>
                    <a:pt x="13334" y="570"/>
                  </a:cubicBezTo>
                  <a:close/>
                  <a:moveTo>
                    <a:pt x="13286" y="0"/>
                  </a:moveTo>
                  <a:cubicBezTo>
                    <a:pt x="13274" y="0"/>
                    <a:pt x="13261" y="0"/>
                    <a:pt x="13248" y="0"/>
                  </a:cubicBezTo>
                  <a:cubicBezTo>
                    <a:pt x="7836" y="77"/>
                    <a:pt x="1152" y="566"/>
                    <a:pt x="48" y="2466"/>
                  </a:cubicBezTo>
                  <a:cubicBezTo>
                    <a:pt x="11" y="2529"/>
                    <a:pt x="0" y="2604"/>
                    <a:pt x="17" y="2675"/>
                  </a:cubicBezTo>
                  <a:cubicBezTo>
                    <a:pt x="276" y="3794"/>
                    <a:pt x="1643" y="9400"/>
                    <a:pt x="3018" y="9838"/>
                  </a:cubicBezTo>
                  <a:cubicBezTo>
                    <a:pt x="3091" y="9861"/>
                    <a:pt x="3180" y="9872"/>
                    <a:pt x="3287" y="9872"/>
                  </a:cubicBezTo>
                  <a:cubicBezTo>
                    <a:pt x="4845" y="9872"/>
                    <a:pt x="9801" y="7469"/>
                    <a:pt x="12214" y="5676"/>
                  </a:cubicBezTo>
                  <a:cubicBezTo>
                    <a:pt x="13583" y="4661"/>
                    <a:pt x="13735" y="4147"/>
                    <a:pt x="13732" y="3848"/>
                  </a:cubicBezTo>
                  <a:cubicBezTo>
                    <a:pt x="13724" y="3345"/>
                    <a:pt x="13942" y="2750"/>
                    <a:pt x="14134" y="2225"/>
                  </a:cubicBezTo>
                  <a:cubicBezTo>
                    <a:pt x="14405" y="1480"/>
                    <a:pt x="14640" y="838"/>
                    <a:pt x="14322" y="391"/>
                  </a:cubicBezTo>
                  <a:cubicBezTo>
                    <a:pt x="14136" y="127"/>
                    <a:pt x="13789" y="0"/>
                    <a:pt x="13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718;p44">
              <a:extLst>
                <a:ext uri="{FF2B5EF4-FFF2-40B4-BE49-F238E27FC236}">
                  <a16:creationId xmlns:a16="http://schemas.microsoft.com/office/drawing/2014/main" id="{67B01DBC-D17B-4B47-897C-DC0BE570A29D}"/>
                </a:ext>
              </a:extLst>
            </p:cNvPr>
            <p:cNvSpPr/>
            <p:nvPr/>
          </p:nvSpPr>
          <p:spPr>
            <a:xfrm>
              <a:off x="473840" y="3341334"/>
              <a:ext cx="667698" cy="227967"/>
            </a:xfrm>
            <a:custGeom>
              <a:avLst/>
              <a:gdLst/>
              <a:ahLst/>
              <a:cxnLst/>
              <a:rect l="l" t="t" r="r" b="b"/>
              <a:pathLst>
                <a:path w="45290" h="15463" extrusionOk="0">
                  <a:moveTo>
                    <a:pt x="37787" y="0"/>
                  </a:moveTo>
                  <a:cubicBezTo>
                    <a:pt x="37770" y="0"/>
                    <a:pt x="37753" y="0"/>
                    <a:pt x="37736" y="1"/>
                  </a:cubicBezTo>
                  <a:cubicBezTo>
                    <a:pt x="36166" y="22"/>
                    <a:pt x="29160" y="3988"/>
                    <a:pt x="29160" y="3988"/>
                  </a:cubicBezTo>
                  <a:cubicBezTo>
                    <a:pt x="29160" y="3988"/>
                    <a:pt x="10485" y="5822"/>
                    <a:pt x="7076" y="7013"/>
                  </a:cubicBezTo>
                  <a:cubicBezTo>
                    <a:pt x="3666" y="8203"/>
                    <a:pt x="0" y="11395"/>
                    <a:pt x="445" y="12531"/>
                  </a:cubicBezTo>
                  <a:cubicBezTo>
                    <a:pt x="886" y="13661"/>
                    <a:pt x="3737" y="15462"/>
                    <a:pt x="5172" y="15462"/>
                  </a:cubicBezTo>
                  <a:cubicBezTo>
                    <a:pt x="5180" y="15462"/>
                    <a:pt x="5188" y="15462"/>
                    <a:pt x="5197" y="15462"/>
                  </a:cubicBezTo>
                  <a:cubicBezTo>
                    <a:pt x="6624" y="15442"/>
                    <a:pt x="8753" y="14555"/>
                    <a:pt x="9181" y="14550"/>
                  </a:cubicBezTo>
                  <a:cubicBezTo>
                    <a:pt x="9609" y="14543"/>
                    <a:pt x="28063" y="7145"/>
                    <a:pt x="28490" y="6996"/>
                  </a:cubicBezTo>
                  <a:cubicBezTo>
                    <a:pt x="28916" y="6848"/>
                    <a:pt x="31766" y="6521"/>
                    <a:pt x="33043" y="5933"/>
                  </a:cubicBezTo>
                  <a:cubicBezTo>
                    <a:pt x="34319" y="5344"/>
                    <a:pt x="36224" y="3457"/>
                    <a:pt x="36224" y="3457"/>
                  </a:cubicBezTo>
                  <a:cubicBezTo>
                    <a:pt x="36224" y="3457"/>
                    <a:pt x="43313" y="3434"/>
                    <a:pt x="44023" y="3138"/>
                  </a:cubicBezTo>
                  <a:cubicBezTo>
                    <a:pt x="44731" y="2842"/>
                    <a:pt x="45289" y="2027"/>
                    <a:pt x="42854" y="1490"/>
                  </a:cubicBezTo>
                  <a:cubicBezTo>
                    <a:pt x="40447" y="959"/>
                    <a:pt x="39330" y="0"/>
                    <a:pt x="37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719;p44">
              <a:extLst>
                <a:ext uri="{FF2B5EF4-FFF2-40B4-BE49-F238E27FC236}">
                  <a16:creationId xmlns:a16="http://schemas.microsoft.com/office/drawing/2014/main" id="{43E870ED-ED27-4989-97C8-381869C52B11}"/>
                </a:ext>
              </a:extLst>
            </p:cNvPr>
            <p:cNvSpPr/>
            <p:nvPr/>
          </p:nvSpPr>
          <p:spPr>
            <a:xfrm>
              <a:off x="474990" y="3337117"/>
              <a:ext cx="661476" cy="236370"/>
            </a:xfrm>
            <a:custGeom>
              <a:avLst/>
              <a:gdLst/>
              <a:ahLst/>
              <a:cxnLst/>
              <a:rect l="l" t="t" r="r" b="b"/>
              <a:pathLst>
                <a:path w="44868" h="16033" extrusionOk="0">
                  <a:moveTo>
                    <a:pt x="37711" y="573"/>
                  </a:moveTo>
                  <a:cubicBezTo>
                    <a:pt x="38496" y="573"/>
                    <a:pt x="39173" y="842"/>
                    <a:pt x="40024" y="1181"/>
                  </a:cubicBezTo>
                  <a:cubicBezTo>
                    <a:pt x="40762" y="1475"/>
                    <a:pt x="41598" y="1808"/>
                    <a:pt x="42715" y="2054"/>
                  </a:cubicBezTo>
                  <a:cubicBezTo>
                    <a:pt x="44213" y="2384"/>
                    <a:pt x="44263" y="2759"/>
                    <a:pt x="44265" y="2774"/>
                  </a:cubicBezTo>
                  <a:cubicBezTo>
                    <a:pt x="44274" y="2872"/>
                    <a:pt x="44115" y="3043"/>
                    <a:pt x="43835" y="3160"/>
                  </a:cubicBezTo>
                  <a:cubicBezTo>
                    <a:pt x="43355" y="3359"/>
                    <a:pt x="38863" y="3447"/>
                    <a:pt x="36144" y="3456"/>
                  </a:cubicBezTo>
                  <a:cubicBezTo>
                    <a:pt x="36069" y="3456"/>
                    <a:pt x="35998" y="3486"/>
                    <a:pt x="35944" y="3538"/>
                  </a:cubicBezTo>
                  <a:cubicBezTo>
                    <a:pt x="35926" y="3557"/>
                    <a:pt x="34060" y="5397"/>
                    <a:pt x="32845" y="5958"/>
                  </a:cubicBezTo>
                  <a:cubicBezTo>
                    <a:pt x="32000" y="6349"/>
                    <a:pt x="30402" y="6625"/>
                    <a:pt x="29345" y="6807"/>
                  </a:cubicBezTo>
                  <a:cubicBezTo>
                    <a:pt x="28771" y="6906"/>
                    <a:pt x="28465" y="6961"/>
                    <a:pt x="28317" y="7012"/>
                  </a:cubicBezTo>
                  <a:cubicBezTo>
                    <a:pt x="28207" y="7052"/>
                    <a:pt x="27072" y="7502"/>
                    <a:pt x="24910" y="8362"/>
                  </a:cubicBezTo>
                  <a:cubicBezTo>
                    <a:pt x="19951" y="10334"/>
                    <a:pt x="9632" y="14438"/>
                    <a:pt x="9099" y="14549"/>
                  </a:cubicBezTo>
                  <a:cubicBezTo>
                    <a:pt x="8916" y="14551"/>
                    <a:pt x="8607" y="14645"/>
                    <a:pt x="8032" y="14822"/>
                  </a:cubicBezTo>
                  <a:cubicBezTo>
                    <a:pt x="7173" y="15086"/>
                    <a:pt x="5996" y="15449"/>
                    <a:pt x="5115" y="15462"/>
                  </a:cubicBezTo>
                  <a:lnTo>
                    <a:pt x="5094" y="15462"/>
                  </a:lnTo>
                  <a:cubicBezTo>
                    <a:pt x="3723" y="15462"/>
                    <a:pt x="1007" y="13671"/>
                    <a:pt x="632" y="12712"/>
                  </a:cubicBezTo>
                  <a:cubicBezTo>
                    <a:pt x="592" y="12611"/>
                    <a:pt x="622" y="12440"/>
                    <a:pt x="718" y="12232"/>
                  </a:cubicBezTo>
                  <a:cubicBezTo>
                    <a:pt x="1323" y="10916"/>
                    <a:pt x="4302" y="8541"/>
                    <a:pt x="7092" y="7567"/>
                  </a:cubicBezTo>
                  <a:cubicBezTo>
                    <a:pt x="10430" y="6402"/>
                    <a:pt x="28925" y="4577"/>
                    <a:pt x="29111" y="4558"/>
                  </a:cubicBezTo>
                  <a:cubicBezTo>
                    <a:pt x="29151" y="4554"/>
                    <a:pt x="29189" y="4542"/>
                    <a:pt x="29224" y="4522"/>
                  </a:cubicBezTo>
                  <a:cubicBezTo>
                    <a:pt x="31154" y="3430"/>
                    <a:pt x="36434" y="590"/>
                    <a:pt x="37662" y="573"/>
                  </a:cubicBezTo>
                  <a:close/>
                  <a:moveTo>
                    <a:pt x="37748" y="1"/>
                  </a:moveTo>
                  <a:cubicBezTo>
                    <a:pt x="37717" y="1"/>
                    <a:pt x="37685" y="1"/>
                    <a:pt x="37653" y="2"/>
                  </a:cubicBezTo>
                  <a:cubicBezTo>
                    <a:pt x="36090" y="24"/>
                    <a:pt x="29930" y="3468"/>
                    <a:pt x="28994" y="3996"/>
                  </a:cubicBezTo>
                  <a:cubicBezTo>
                    <a:pt x="27629" y="4131"/>
                    <a:pt x="10243" y="5863"/>
                    <a:pt x="6904" y="7029"/>
                  </a:cubicBezTo>
                  <a:cubicBezTo>
                    <a:pt x="3938" y="8064"/>
                    <a:pt x="863" y="10548"/>
                    <a:pt x="199" y="11995"/>
                  </a:cubicBezTo>
                  <a:cubicBezTo>
                    <a:pt x="34" y="12354"/>
                    <a:pt x="0" y="12666"/>
                    <a:pt x="100" y="12921"/>
                  </a:cubicBezTo>
                  <a:cubicBezTo>
                    <a:pt x="595" y="14186"/>
                    <a:pt x="3568" y="16033"/>
                    <a:pt x="5097" y="16033"/>
                  </a:cubicBezTo>
                  <a:lnTo>
                    <a:pt x="5123" y="16033"/>
                  </a:lnTo>
                  <a:cubicBezTo>
                    <a:pt x="6086" y="16020"/>
                    <a:pt x="7308" y="15643"/>
                    <a:pt x="8201" y="15368"/>
                  </a:cubicBezTo>
                  <a:cubicBezTo>
                    <a:pt x="8573" y="15252"/>
                    <a:pt x="8996" y="15122"/>
                    <a:pt x="9107" y="15121"/>
                  </a:cubicBezTo>
                  <a:cubicBezTo>
                    <a:pt x="9387" y="15116"/>
                    <a:pt x="13278" y="13603"/>
                    <a:pt x="25121" y="8893"/>
                  </a:cubicBezTo>
                  <a:cubicBezTo>
                    <a:pt x="26953" y="8164"/>
                    <a:pt x="28400" y="7588"/>
                    <a:pt x="28506" y="7551"/>
                  </a:cubicBezTo>
                  <a:cubicBezTo>
                    <a:pt x="28616" y="7513"/>
                    <a:pt x="29017" y="7443"/>
                    <a:pt x="29442" y="7371"/>
                  </a:cubicBezTo>
                  <a:cubicBezTo>
                    <a:pt x="30529" y="7182"/>
                    <a:pt x="32171" y="6899"/>
                    <a:pt x="33084" y="6478"/>
                  </a:cubicBezTo>
                  <a:cubicBezTo>
                    <a:pt x="34251" y="5939"/>
                    <a:pt x="35873" y="4405"/>
                    <a:pt x="36262" y="4026"/>
                  </a:cubicBezTo>
                  <a:cubicBezTo>
                    <a:pt x="37683" y="4021"/>
                    <a:pt x="43350" y="3981"/>
                    <a:pt x="44053" y="3687"/>
                  </a:cubicBezTo>
                  <a:cubicBezTo>
                    <a:pt x="44569" y="3473"/>
                    <a:pt x="44868" y="3103"/>
                    <a:pt x="44834" y="2724"/>
                  </a:cubicBezTo>
                  <a:cubicBezTo>
                    <a:pt x="44786" y="2184"/>
                    <a:pt x="44133" y="1782"/>
                    <a:pt x="42838" y="1497"/>
                  </a:cubicBezTo>
                  <a:cubicBezTo>
                    <a:pt x="41765" y="1261"/>
                    <a:pt x="40953" y="937"/>
                    <a:pt x="40235" y="651"/>
                  </a:cubicBezTo>
                  <a:cubicBezTo>
                    <a:pt x="39375" y="308"/>
                    <a:pt x="38633" y="1"/>
                    <a:pt x="3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720;p44">
              <a:extLst>
                <a:ext uri="{FF2B5EF4-FFF2-40B4-BE49-F238E27FC236}">
                  <a16:creationId xmlns:a16="http://schemas.microsoft.com/office/drawing/2014/main" id="{0F14F777-7D6B-44D4-807D-CCF092333F2C}"/>
                </a:ext>
              </a:extLst>
            </p:cNvPr>
            <p:cNvSpPr/>
            <p:nvPr/>
          </p:nvSpPr>
          <p:spPr>
            <a:xfrm>
              <a:off x="990572" y="3367738"/>
              <a:ext cx="121421" cy="25829"/>
            </a:xfrm>
            <a:custGeom>
              <a:avLst/>
              <a:gdLst/>
              <a:ahLst/>
              <a:cxnLst/>
              <a:rect l="l" t="t" r="r" b="b"/>
              <a:pathLst>
                <a:path w="8236" h="1752" extrusionOk="0">
                  <a:moveTo>
                    <a:pt x="1954" y="1"/>
                  </a:moveTo>
                  <a:cubicBezTo>
                    <a:pt x="764" y="1"/>
                    <a:pt x="192" y="384"/>
                    <a:pt x="166" y="401"/>
                  </a:cubicBezTo>
                  <a:cubicBezTo>
                    <a:pt x="35" y="489"/>
                    <a:pt x="1" y="668"/>
                    <a:pt x="90" y="798"/>
                  </a:cubicBezTo>
                  <a:cubicBezTo>
                    <a:pt x="144" y="879"/>
                    <a:pt x="234" y="923"/>
                    <a:pt x="325" y="923"/>
                  </a:cubicBezTo>
                  <a:cubicBezTo>
                    <a:pt x="381" y="923"/>
                    <a:pt x="437" y="907"/>
                    <a:pt x="486" y="873"/>
                  </a:cubicBezTo>
                  <a:cubicBezTo>
                    <a:pt x="491" y="870"/>
                    <a:pt x="958" y="571"/>
                    <a:pt x="1950" y="571"/>
                  </a:cubicBezTo>
                  <a:cubicBezTo>
                    <a:pt x="2054" y="571"/>
                    <a:pt x="2165" y="574"/>
                    <a:pt x="2281" y="582"/>
                  </a:cubicBezTo>
                  <a:cubicBezTo>
                    <a:pt x="3594" y="664"/>
                    <a:pt x="7821" y="1732"/>
                    <a:pt x="7864" y="1743"/>
                  </a:cubicBezTo>
                  <a:cubicBezTo>
                    <a:pt x="7887" y="1748"/>
                    <a:pt x="7911" y="1751"/>
                    <a:pt x="7934" y="1752"/>
                  </a:cubicBezTo>
                  <a:cubicBezTo>
                    <a:pt x="8078" y="1752"/>
                    <a:pt x="8200" y="1644"/>
                    <a:pt x="8218" y="1500"/>
                  </a:cubicBezTo>
                  <a:cubicBezTo>
                    <a:pt x="8236" y="1358"/>
                    <a:pt x="8144" y="1223"/>
                    <a:pt x="8004" y="1188"/>
                  </a:cubicBezTo>
                  <a:cubicBezTo>
                    <a:pt x="7828" y="1144"/>
                    <a:pt x="3682" y="97"/>
                    <a:pt x="2317" y="12"/>
                  </a:cubicBezTo>
                  <a:cubicBezTo>
                    <a:pt x="2190" y="4"/>
                    <a:pt x="2069" y="1"/>
                    <a:pt x="1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721;p44">
              <a:extLst>
                <a:ext uri="{FF2B5EF4-FFF2-40B4-BE49-F238E27FC236}">
                  <a16:creationId xmlns:a16="http://schemas.microsoft.com/office/drawing/2014/main" id="{37903A46-61C9-43A4-863C-91E179AA610C}"/>
                </a:ext>
              </a:extLst>
            </p:cNvPr>
            <p:cNvSpPr/>
            <p:nvPr/>
          </p:nvSpPr>
          <p:spPr>
            <a:xfrm>
              <a:off x="1013306" y="3349177"/>
              <a:ext cx="120507" cy="34881"/>
            </a:xfrm>
            <a:custGeom>
              <a:avLst/>
              <a:gdLst/>
              <a:ahLst/>
              <a:cxnLst/>
              <a:rect l="l" t="t" r="r" b="b"/>
              <a:pathLst>
                <a:path w="8174" h="2366" extrusionOk="0">
                  <a:moveTo>
                    <a:pt x="1442" y="0"/>
                  </a:moveTo>
                  <a:cubicBezTo>
                    <a:pt x="784" y="0"/>
                    <a:pt x="238" y="248"/>
                    <a:pt x="207" y="262"/>
                  </a:cubicBezTo>
                  <a:cubicBezTo>
                    <a:pt x="63" y="328"/>
                    <a:pt x="0" y="497"/>
                    <a:pt x="66" y="641"/>
                  </a:cubicBezTo>
                  <a:cubicBezTo>
                    <a:pt x="115" y="745"/>
                    <a:pt x="218" y="807"/>
                    <a:pt x="326" y="807"/>
                  </a:cubicBezTo>
                  <a:cubicBezTo>
                    <a:pt x="366" y="807"/>
                    <a:pt x="406" y="798"/>
                    <a:pt x="445" y="781"/>
                  </a:cubicBezTo>
                  <a:cubicBezTo>
                    <a:pt x="451" y="778"/>
                    <a:pt x="912" y="571"/>
                    <a:pt x="1442" y="571"/>
                  </a:cubicBezTo>
                  <a:cubicBezTo>
                    <a:pt x="1624" y="571"/>
                    <a:pt x="1814" y="596"/>
                    <a:pt x="1996" y="661"/>
                  </a:cubicBezTo>
                  <a:cubicBezTo>
                    <a:pt x="2306" y="772"/>
                    <a:pt x="3103" y="977"/>
                    <a:pt x="4026" y="1214"/>
                  </a:cubicBezTo>
                  <a:cubicBezTo>
                    <a:pt x="5254" y="1529"/>
                    <a:pt x="7295" y="2053"/>
                    <a:pt x="7611" y="2253"/>
                  </a:cubicBezTo>
                  <a:cubicBezTo>
                    <a:pt x="7665" y="2323"/>
                    <a:pt x="7749" y="2366"/>
                    <a:pt x="7839" y="2366"/>
                  </a:cubicBezTo>
                  <a:lnTo>
                    <a:pt x="7839" y="2366"/>
                  </a:lnTo>
                  <a:cubicBezTo>
                    <a:pt x="8035" y="2366"/>
                    <a:pt x="8173" y="2171"/>
                    <a:pt x="8108" y="1987"/>
                  </a:cubicBezTo>
                  <a:cubicBezTo>
                    <a:pt x="8013" y="1711"/>
                    <a:pt x="7613" y="1545"/>
                    <a:pt x="4167" y="660"/>
                  </a:cubicBezTo>
                  <a:cubicBezTo>
                    <a:pt x="3296" y="437"/>
                    <a:pt x="2474" y="225"/>
                    <a:pt x="2190" y="123"/>
                  </a:cubicBezTo>
                  <a:cubicBezTo>
                    <a:pt x="1939" y="34"/>
                    <a:pt x="1683" y="0"/>
                    <a:pt x="1442" y="0"/>
                  </a:cubicBezTo>
                  <a:close/>
                  <a:moveTo>
                    <a:pt x="7839" y="2366"/>
                  </a:moveTo>
                  <a:cubicBezTo>
                    <a:pt x="7839" y="2366"/>
                    <a:pt x="7839" y="2366"/>
                    <a:pt x="7838" y="2366"/>
                  </a:cubicBezTo>
                  <a:lnTo>
                    <a:pt x="7839" y="2366"/>
                  </a:lnTo>
                  <a:cubicBezTo>
                    <a:pt x="7839" y="2366"/>
                    <a:pt x="7839" y="2366"/>
                    <a:pt x="7839" y="2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722;p44">
              <a:extLst>
                <a:ext uri="{FF2B5EF4-FFF2-40B4-BE49-F238E27FC236}">
                  <a16:creationId xmlns:a16="http://schemas.microsoft.com/office/drawing/2014/main" id="{E6717A54-F4EE-4659-A30D-EF0C3FA3321E}"/>
                </a:ext>
              </a:extLst>
            </p:cNvPr>
            <p:cNvSpPr/>
            <p:nvPr/>
          </p:nvSpPr>
          <p:spPr>
            <a:xfrm>
              <a:off x="913497" y="3407514"/>
              <a:ext cx="583178" cy="29294"/>
            </a:xfrm>
            <a:custGeom>
              <a:avLst/>
              <a:gdLst/>
              <a:ahLst/>
              <a:cxnLst/>
              <a:rect l="l" t="t" r="r" b="b"/>
              <a:pathLst>
                <a:path w="39557" h="1987" extrusionOk="0">
                  <a:moveTo>
                    <a:pt x="39536" y="1"/>
                  </a:moveTo>
                  <a:lnTo>
                    <a:pt x="0" y="560"/>
                  </a:lnTo>
                  <a:lnTo>
                    <a:pt x="20" y="1987"/>
                  </a:lnTo>
                  <a:lnTo>
                    <a:pt x="39556" y="1428"/>
                  </a:lnTo>
                  <a:lnTo>
                    <a:pt x="39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723;p44">
              <a:extLst>
                <a:ext uri="{FF2B5EF4-FFF2-40B4-BE49-F238E27FC236}">
                  <a16:creationId xmlns:a16="http://schemas.microsoft.com/office/drawing/2014/main" id="{2D02AC25-6418-4A0F-833A-CA41B441EB66}"/>
                </a:ext>
              </a:extLst>
            </p:cNvPr>
            <p:cNvSpPr/>
            <p:nvPr/>
          </p:nvSpPr>
          <p:spPr>
            <a:xfrm>
              <a:off x="909207" y="3403356"/>
              <a:ext cx="591655" cy="37682"/>
            </a:xfrm>
            <a:custGeom>
              <a:avLst/>
              <a:gdLst/>
              <a:ahLst/>
              <a:cxnLst/>
              <a:rect l="l" t="t" r="r" b="b"/>
              <a:pathLst>
                <a:path w="40132" h="2556" extrusionOk="0">
                  <a:moveTo>
                    <a:pt x="39542" y="574"/>
                  </a:moveTo>
                  <a:lnTo>
                    <a:pt x="39555" y="1431"/>
                  </a:lnTo>
                  <a:lnTo>
                    <a:pt x="589" y="1981"/>
                  </a:lnTo>
                  <a:lnTo>
                    <a:pt x="576" y="1124"/>
                  </a:lnTo>
                  <a:lnTo>
                    <a:pt x="39542" y="574"/>
                  </a:lnTo>
                  <a:close/>
                  <a:moveTo>
                    <a:pt x="39820" y="1"/>
                  </a:moveTo>
                  <a:lnTo>
                    <a:pt x="284" y="559"/>
                  </a:lnTo>
                  <a:cubicBezTo>
                    <a:pt x="126" y="560"/>
                    <a:pt x="0" y="690"/>
                    <a:pt x="2" y="848"/>
                  </a:cubicBezTo>
                  <a:lnTo>
                    <a:pt x="22" y="2274"/>
                  </a:lnTo>
                  <a:cubicBezTo>
                    <a:pt x="24" y="2431"/>
                    <a:pt x="151" y="2556"/>
                    <a:pt x="308" y="2556"/>
                  </a:cubicBezTo>
                  <a:lnTo>
                    <a:pt x="311" y="2556"/>
                  </a:lnTo>
                  <a:lnTo>
                    <a:pt x="39847" y="1999"/>
                  </a:lnTo>
                  <a:cubicBezTo>
                    <a:pt x="40006" y="1997"/>
                    <a:pt x="40132" y="1868"/>
                    <a:pt x="40129" y="1710"/>
                  </a:cubicBezTo>
                  <a:lnTo>
                    <a:pt x="40109" y="283"/>
                  </a:lnTo>
                  <a:cubicBezTo>
                    <a:pt x="40108" y="206"/>
                    <a:pt x="40076" y="135"/>
                    <a:pt x="40023" y="81"/>
                  </a:cubicBezTo>
                  <a:cubicBezTo>
                    <a:pt x="39969" y="29"/>
                    <a:pt x="39885" y="12"/>
                    <a:pt x="39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724;p44">
              <a:extLst>
                <a:ext uri="{FF2B5EF4-FFF2-40B4-BE49-F238E27FC236}">
                  <a16:creationId xmlns:a16="http://schemas.microsoft.com/office/drawing/2014/main" id="{5F3ECEB3-1747-4E39-A2B3-3D5332FA3E25}"/>
                </a:ext>
              </a:extLst>
            </p:cNvPr>
            <p:cNvSpPr/>
            <p:nvPr/>
          </p:nvSpPr>
          <p:spPr>
            <a:xfrm>
              <a:off x="1176655" y="3120281"/>
              <a:ext cx="393483" cy="304422"/>
            </a:xfrm>
            <a:custGeom>
              <a:avLst/>
              <a:gdLst/>
              <a:ahLst/>
              <a:cxnLst/>
              <a:rect l="l" t="t" r="r" b="b"/>
              <a:pathLst>
                <a:path w="26690" h="20649" extrusionOk="0">
                  <a:moveTo>
                    <a:pt x="26689" y="1"/>
                  </a:moveTo>
                  <a:lnTo>
                    <a:pt x="5138" y="305"/>
                  </a:lnTo>
                  <a:lnTo>
                    <a:pt x="0" y="20649"/>
                  </a:lnTo>
                  <a:lnTo>
                    <a:pt x="21552" y="20345"/>
                  </a:lnTo>
                  <a:lnTo>
                    <a:pt x="26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725;p44">
              <a:extLst>
                <a:ext uri="{FF2B5EF4-FFF2-40B4-BE49-F238E27FC236}">
                  <a16:creationId xmlns:a16="http://schemas.microsoft.com/office/drawing/2014/main" id="{3E6B8776-5A92-4ACD-AB12-B5109740211D}"/>
                </a:ext>
              </a:extLst>
            </p:cNvPr>
            <p:cNvSpPr/>
            <p:nvPr/>
          </p:nvSpPr>
          <p:spPr>
            <a:xfrm>
              <a:off x="1171893" y="3116065"/>
              <a:ext cx="403007" cy="312855"/>
            </a:xfrm>
            <a:custGeom>
              <a:avLst/>
              <a:gdLst/>
              <a:ahLst/>
              <a:cxnLst/>
              <a:rect l="l" t="t" r="r" b="b"/>
              <a:pathLst>
                <a:path w="27336" h="21221" extrusionOk="0">
                  <a:moveTo>
                    <a:pt x="26644" y="577"/>
                  </a:moveTo>
                  <a:lnTo>
                    <a:pt x="21652" y="20349"/>
                  </a:lnTo>
                  <a:lnTo>
                    <a:pt x="691" y="20644"/>
                  </a:lnTo>
                  <a:lnTo>
                    <a:pt x="5684" y="873"/>
                  </a:lnTo>
                  <a:lnTo>
                    <a:pt x="26644" y="577"/>
                  </a:lnTo>
                  <a:close/>
                  <a:moveTo>
                    <a:pt x="27012" y="1"/>
                  </a:moveTo>
                  <a:cubicBezTo>
                    <a:pt x="27010" y="1"/>
                    <a:pt x="27009" y="1"/>
                    <a:pt x="27008" y="1"/>
                  </a:cubicBezTo>
                  <a:lnTo>
                    <a:pt x="5457" y="305"/>
                  </a:lnTo>
                  <a:cubicBezTo>
                    <a:pt x="5327" y="306"/>
                    <a:pt x="5215" y="396"/>
                    <a:pt x="5184" y="521"/>
                  </a:cubicBezTo>
                  <a:lnTo>
                    <a:pt x="46" y="20865"/>
                  </a:lnTo>
                  <a:cubicBezTo>
                    <a:pt x="0" y="21045"/>
                    <a:pt x="136" y="21221"/>
                    <a:pt x="322" y="21221"/>
                  </a:cubicBezTo>
                  <a:lnTo>
                    <a:pt x="326" y="21221"/>
                  </a:lnTo>
                  <a:lnTo>
                    <a:pt x="21879" y="20916"/>
                  </a:lnTo>
                  <a:cubicBezTo>
                    <a:pt x="22008" y="20914"/>
                    <a:pt x="22120" y="20826"/>
                    <a:pt x="22152" y="20701"/>
                  </a:cubicBezTo>
                  <a:lnTo>
                    <a:pt x="27289" y="356"/>
                  </a:lnTo>
                  <a:cubicBezTo>
                    <a:pt x="27335" y="176"/>
                    <a:pt x="27198" y="1"/>
                    <a:pt x="27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726;p44">
              <a:extLst>
                <a:ext uri="{FF2B5EF4-FFF2-40B4-BE49-F238E27FC236}">
                  <a16:creationId xmlns:a16="http://schemas.microsoft.com/office/drawing/2014/main" id="{A1E0B2D3-21DD-458C-B675-F1140B649E93}"/>
                </a:ext>
              </a:extLst>
            </p:cNvPr>
            <p:cNvSpPr/>
            <p:nvPr/>
          </p:nvSpPr>
          <p:spPr>
            <a:xfrm>
              <a:off x="797797" y="3598432"/>
              <a:ext cx="72991" cy="49447"/>
            </a:xfrm>
            <a:custGeom>
              <a:avLst/>
              <a:gdLst/>
              <a:ahLst/>
              <a:cxnLst/>
              <a:rect l="l" t="t" r="r" b="b"/>
              <a:pathLst>
                <a:path w="4951" h="3354" extrusionOk="0">
                  <a:moveTo>
                    <a:pt x="4950" y="1"/>
                  </a:moveTo>
                  <a:lnTo>
                    <a:pt x="99" y="211"/>
                  </a:lnTo>
                  <a:lnTo>
                    <a:pt x="0" y="3353"/>
                  </a:lnTo>
                  <a:lnTo>
                    <a:pt x="4853" y="3286"/>
                  </a:lnTo>
                  <a:lnTo>
                    <a:pt x="4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727;p44">
              <a:extLst>
                <a:ext uri="{FF2B5EF4-FFF2-40B4-BE49-F238E27FC236}">
                  <a16:creationId xmlns:a16="http://schemas.microsoft.com/office/drawing/2014/main" id="{47D5CE4F-7C08-466B-9E50-361C2429C50E}"/>
                </a:ext>
              </a:extLst>
            </p:cNvPr>
            <p:cNvSpPr/>
            <p:nvPr/>
          </p:nvSpPr>
          <p:spPr>
            <a:xfrm>
              <a:off x="793521" y="3594215"/>
              <a:ext cx="81512" cy="57880"/>
            </a:xfrm>
            <a:custGeom>
              <a:avLst/>
              <a:gdLst/>
              <a:ahLst/>
              <a:cxnLst/>
              <a:rect l="l" t="t" r="r" b="b"/>
              <a:pathLst>
                <a:path w="5529" h="3926" extrusionOk="0">
                  <a:moveTo>
                    <a:pt x="4944" y="586"/>
                  </a:moveTo>
                  <a:lnTo>
                    <a:pt x="4865" y="3290"/>
                  </a:lnTo>
                  <a:lnTo>
                    <a:pt x="585" y="3350"/>
                  </a:lnTo>
                  <a:lnTo>
                    <a:pt x="667" y="773"/>
                  </a:lnTo>
                  <a:lnTo>
                    <a:pt x="4944" y="586"/>
                  </a:lnTo>
                  <a:close/>
                  <a:moveTo>
                    <a:pt x="5228" y="1"/>
                  </a:moveTo>
                  <a:lnTo>
                    <a:pt x="376" y="213"/>
                  </a:lnTo>
                  <a:cubicBezTo>
                    <a:pt x="227" y="219"/>
                    <a:pt x="108" y="340"/>
                    <a:pt x="103" y="489"/>
                  </a:cubicBezTo>
                  <a:lnTo>
                    <a:pt x="6" y="3631"/>
                  </a:lnTo>
                  <a:cubicBezTo>
                    <a:pt x="0" y="3793"/>
                    <a:pt x="129" y="3925"/>
                    <a:pt x="290" y="3925"/>
                  </a:cubicBezTo>
                  <a:lnTo>
                    <a:pt x="295" y="3924"/>
                  </a:lnTo>
                  <a:lnTo>
                    <a:pt x="5148" y="3857"/>
                  </a:lnTo>
                  <a:cubicBezTo>
                    <a:pt x="5301" y="3855"/>
                    <a:pt x="5425" y="3732"/>
                    <a:pt x="5429" y="3580"/>
                  </a:cubicBezTo>
                  <a:lnTo>
                    <a:pt x="5526" y="294"/>
                  </a:lnTo>
                  <a:cubicBezTo>
                    <a:pt x="5528" y="215"/>
                    <a:pt x="5498" y="139"/>
                    <a:pt x="5441" y="82"/>
                  </a:cubicBezTo>
                  <a:cubicBezTo>
                    <a:pt x="5385" y="28"/>
                    <a:pt x="5310" y="3"/>
                    <a:pt x="5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728;p44">
              <a:extLst>
                <a:ext uri="{FF2B5EF4-FFF2-40B4-BE49-F238E27FC236}">
                  <a16:creationId xmlns:a16="http://schemas.microsoft.com/office/drawing/2014/main" id="{70E094C2-1919-4A62-BC1A-5DF2CEE916F4}"/>
                </a:ext>
              </a:extLst>
            </p:cNvPr>
            <p:cNvSpPr/>
            <p:nvPr/>
          </p:nvSpPr>
          <p:spPr>
            <a:xfrm>
              <a:off x="556974" y="4717256"/>
              <a:ext cx="169571" cy="214816"/>
            </a:xfrm>
            <a:custGeom>
              <a:avLst/>
              <a:gdLst/>
              <a:ahLst/>
              <a:cxnLst/>
              <a:rect l="l" t="t" r="r" b="b"/>
              <a:pathLst>
                <a:path w="11502" h="14571" extrusionOk="0">
                  <a:moveTo>
                    <a:pt x="9022" y="1"/>
                  </a:moveTo>
                  <a:lnTo>
                    <a:pt x="2873" y="607"/>
                  </a:lnTo>
                  <a:cubicBezTo>
                    <a:pt x="2873" y="607"/>
                    <a:pt x="2224" y="5022"/>
                    <a:pt x="2039" y="7445"/>
                  </a:cubicBezTo>
                  <a:cubicBezTo>
                    <a:pt x="1855" y="9870"/>
                    <a:pt x="0" y="12550"/>
                    <a:pt x="1407" y="13716"/>
                  </a:cubicBezTo>
                  <a:cubicBezTo>
                    <a:pt x="2142" y="14325"/>
                    <a:pt x="3608" y="14571"/>
                    <a:pt x="5169" y="14571"/>
                  </a:cubicBezTo>
                  <a:cubicBezTo>
                    <a:pt x="6599" y="14571"/>
                    <a:pt x="8108" y="14364"/>
                    <a:pt x="9206" y="14042"/>
                  </a:cubicBezTo>
                  <a:cubicBezTo>
                    <a:pt x="11502" y="13368"/>
                    <a:pt x="9868" y="8820"/>
                    <a:pt x="9893" y="7392"/>
                  </a:cubicBezTo>
                  <a:cubicBezTo>
                    <a:pt x="9918" y="5965"/>
                    <a:pt x="9679" y="3296"/>
                    <a:pt x="9416" y="2006"/>
                  </a:cubicBezTo>
                  <a:cubicBezTo>
                    <a:pt x="9153" y="717"/>
                    <a:pt x="9022" y="1"/>
                    <a:pt x="9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729;p44">
              <a:extLst>
                <a:ext uri="{FF2B5EF4-FFF2-40B4-BE49-F238E27FC236}">
                  <a16:creationId xmlns:a16="http://schemas.microsoft.com/office/drawing/2014/main" id="{C8FBC4E7-4A63-49DD-9CC4-8C8E30E83AED}"/>
                </a:ext>
              </a:extLst>
            </p:cNvPr>
            <p:cNvSpPr/>
            <p:nvPr/>
          </p:nvSpPr>
          <p:spPr>
            <a:xfrm>
              <a:off x="559628" y="4713069"/>
              <a:ext cx="163143" cy="223234"/>
            </a:xfrm>
            <a:custGeom>
              <a:avLst/>
              <a:gdLst/>
              <a:ahLst/>
              <a:cxnLst/>
              <a:rect l="l" t="t" r="r" b="b"/>
              <a:pathLst>
                <a:path w="11066" h="15142" extrusionOk="0">
                  <a:moveTo>
                    <a:pt x="8610" y="595"/>
                  </a:moveTo>
                  <a:cubicBezTo>
                    <a:pt x="8669" y="911"/>
                    <a:pt x="8785" y="1508"/>
                    <a:pt x="8956" y="2347"/>
                  </a:cubicBezTo>
                  <a:cubicBezTo>
                    <a:pt x="9218" y="3635"/>
                    <a:pt x="9452" y="6273"/>
                    <a:pt x="9427" y="7671"/>
                  </a:cubicBezTo>
                  <a:cubicBezTo>
                    <a:pt x="9421" y="8061"/>
                    <a:pt x="9523" y="8636"/>
                    <a:pt x="9641" y="9301"/>
                  </a:cubicBezTo>
                  <a:cubicBezTo>
                    <a:pt x="9967" y="11126"/>
                    <a:pt x="10413" y="13622"/>
                    <a:pt x="8945" y="14052"/>
                  </a:cubicBezTo>
                  <a:cubicBezTo>
                    <a:pt x="7823" y="14381"/>
                    <a:pt x="6377" y="14565"/>
                    <a:pt x="5029" y="14565"/>
                  </a:cubicBezTo>
                  <a:cubicBezTo>
                    <a:pt x="3482" y="14565"/>
                    <a:pt x="2064" y="14323"/>
                    <a:pt x="1409" y="13781"/>
                  </a:cubicBezTo>
                  <a:cubicBezTo>
                    <a:pt x="660" y="13160"/>
                    <a:pt x="1053" y="11915"/>
                    <a:pt x="1506" y="10473"/>
                  </a:cubicBezTo>
                  <a:cubicBezTo>
                    <a:pt x="1786" y="9584"/>
                    <a:pt x="2075" y="8664"/>
                    <a:pt x="2144" y="7751"/>
                  </a:cubicBezTo>
                  <a:cubicBezTo>
                    <a:pt x="2303" y="5674"/>
                    <a:pt x="2811" y="2077"/>
                    <a:pt x="2943" y="1153"/>
                  </a:cubicBezTo>
                  <a:lnTo>
                    <a:pt x="8610" y="595"/>
                  </a:lnTo>
                  <a:close/>
                  <a:moveTo>
                    <a:pt x="8833" y="0"/>
                  </a:moveTo>
                  <a:cubicBezTo>
                    <a:pt x="8826" y="0"/>
                    <a:pt x="8820" y="1"/>
                    <a:pt x="8814" y="1"/>
                  </a:cubicBezTo>
                  <a:lnTo>
                    <a:pt x="2665" y="608"/>
                  </a:lnTo>
                  <a:cubicBezTo>
                    <a:pt x="2535" y="621"/>
                    <a:pt x="2429" y="721"/>
                    <a:pt x="2411" y="850"/>
                  </a:cubicBezTo>
                  <a:cubicBezTo>
                    <a:pt x="2404" y="895"/>
                    <a:pt x="1758" y="5302"/>
                    <a:pt x="1575" y="7708"/>
                  </a:cubicBezTo>
                  <a:cubicBezTo>
                    <a:pt x="1511" y="8556"/>
                    <a:pt x="1231" y="9443"/>
                    <a:pt x="962" y="10302"/>
                  </a:cubicBezTo>
                  <a:cubicBezTo>
                    <a:pt x="467" y="11871"/>
                    <a:pt x="0" y="13354"/>
                    <a:pt x="1045" y="14220"/>
                  </a:cubicBezTo>
                  <a:cubicBezTo>
                    <a:pt x="1841" y="14880"/>
                    <a:pt x="3376" y="15142"/>
                    <a:pt x="4996" y="15142"/>
                  </a:cubicBezTo>
                  <a:cubicBezTo>
                    <a:pt x="6460" y="15142"/>
                    <a:pt x="7992" y="14927"/>
                    <a:pt x="9106" y="14600"/>
                  </a:cubicBezTo>
                  <a:cubicBezTo>
                    <a:pt x="11065" y="14026"/>
                    <a:pt x="10567" y="11238"/>
                    <a:pt x="10204" y="9201"/>
                  </a:cubicBezTo>
                  <a:cubicBezTo>
                    <a:pt x="10090" y="8565"/>
                    <a:pt x="9992" y="8015"/>
                    <a:pt x="9998" y="7682"/>
                  </a:cubicBezTo>
                  <a:cubicBezTo>
                    <a:pt x="10023" y="6251"/>
                    <a:pt x="9784" y="3552"/>
                    <a:pt x="9515" y="2234"/>
                  </a:cubicBezTo>
                  <a:cubicBezTo>
                    <a:pt x="9253" y="949"/>
                    <a:pt x="9123" y="236"/>
                    <a:pt x="9123" y="234"/>
                  </a:cubicBezTo>
                  <a:cubicBezTo>
                    <a:pt x="9098" y="94"/>
                    <a:pt x="8973" y="0"/>
                    <a:pt x="8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730;p44">
              <a:extLst>
                <a:ext uri="{FF2B5EF4-FFF2-40B4-BE49-F238E27FC236}">
                  <a16:creationId xmlns:a16="http://schemas.microsoft.com/office/drawing/2014/main" id="{04F153D5-FCA1-4509-AC6A-43B7C72A7B0F}"/>
                </a:ext>
              </a:extLst>
            </p:cNvPr>
            <p:cNvSpPr/>
            <p:nvPr/>
          </p:nvSpPr>
          <p:spPr>
            <a:xfrm>
              <a:off x="610505" y="4743498"/>
              <a:ext cx="58499" cy="95872"/>
            </a:xfrm>
            <a:custGeom>
              <a:avLst/>
              <a:gdLst/>
              <a:ahLst/>
              <a:cxnLst/>
              <a:rect l="l" t="t" r="r" b="b"/>
              <a:pathLst>
                <a:path w="3968" h="6503" extrusionOk="0">
                  <a:moveTo>
                    <a:pt x="3521" y="0"/>
                  </a:moveTo>
                  <a:lnTo>
                    <a:pt x="1238" y="32"/>
                  </a:lnTo>
                  <a:cubicBezTo>
                    <a:pt x="1238" y="32"/>
                    <a:pt x="0" y="6503"/>
                    <a:pt x="1324" y="6503"/>
                  </a:cubicBezTo>
                  <a:cubicBezTo>
                    <a:pt x="1326" y="6503"/>
                    <a:pt x="1328" y="6503"/>
                    <a:pt x="1330" y="6503"/>
                  </a:cubicBezTo>
                  <a:cubicBezTo>
                    <a:pt x="2661" y="6484"/>
                    <a:pt x="3613" y="6470"/>
                    <a:pt x="3790" y="5517"/>
                  </a:cubicBezTo>
                  <a:cubicBezTo>
                    <a:pt x="3967" y="4562"/>
                    <a:pt x="3521" y="0"/>
                    <a:pt x="3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731;p44">
              <a:extLst>
                <a:ext uri="{FF2B5EF4-FFF2-40B4-BE49-F238E27FC236}">
                  <a16:creationId xmlns:a16="http://schemas.microsoft.com/office/drawing/2014/main" id="{C3AF4FE0-4779-4256-A608-977B18F13E77}"/>
                </a:ext>
              </a:extLst>
            </p:cNvPr>
            <p:cNvSpPr/>
            <p:nvPr/>
          </p:nvSpPr>
          <p:spPr>
            <a:xfrm>
              <a:off x="609783" y="4739267"/>
              <a:ext cx="63408" cy="104319"/>
            </a:xfrm>
            <a:custGeom>
              <a:avLst/>
              <a:gdLst/>
              <a:ahLst/>
              <a:cxnLst/>
              <a:rect l="l" t="t" r="r" b="b"/>
              <a:pathLst>
                <a:path w="4301" h="7076" extrusionOk="0">
                  <a:moveTo>
                    <a:pt x="3312" y="577"/>
                  </a:moveTo>
                  <a:cubicBezTo>
                    <a:pt x="3444" y="1993"/>
                    <a:pt x="3689" y="5048"/>
                    <a:pt x="3558" y="5751"/>
                  </a:cubicBezTo>
                  <a:cubicBezTo>
                    <a:pt x="3430" y="6445"/>
                    <a:pt x="2758" y="6485"/>
                    <a:pt x="1374" y="6505"/>
                  </a:cubicBezTo>
                  <a:cubicBezTo>
                    <a:pt x="1360" y="6505"/>
                    <a:pt x="1332" y="6505"/>
                    <a:pt x="1293" y="6457"/>
                  </a:cubicBezTo>
                  <a:cubicBezTo>
                    <a:pt x="785" y="5852"/>
                    <a:pt x="1153" y="2641"/>
                    <a:pt x="1525" y="602"/>
                  </a:cubicBezTo>
                  <a:lnTo>
                    <a:pt x="3312" y="577"/>
                  </a:lnTo>
                  <a:close/>
                  <a:moveTo>
                    <a:pt x="3584" y="1"/>
                  </a:moveTo>
                  <a:cubicBezTo>
                    <a:pt x="3578" y="1"/>
                    <a:pt x="3572" y="1"/>
                    <a:pt x="3566" y="1"/>
                  </a:cubicBezTo>
                  <a:lnTo>
                    <a:pt x="1283" y="34"/>
                  </a:lnTo>
                  <a:cubicBezTo>
                    <a:pt x="1147" y="36"/>
                    <a:pt x="1032" y="133"/>
                    <a:pt x="1007" y="266"/>
                  </a:cubicBezTo>
                  <a:cubicBezTo>
                    <a:pt x="832" y="1182"/>
                    <a:pt x="0" y="5806"/>
                    <a:pt x="856" y="6824"/>
                  </a:cubicBezTo>
                  <a:cubicBezTo>
                    <a:pt x="993" y="6989"/>
                    <a:pt x="1172" y="7075"/>
                    <a:pt x="1373" y="7075"/>
                  </a:cubicBezTo>
                  <a:lnTo>
                    <a:pt x="1382" y="7075"/>
                  </a:lnTo>
                  <a:cubicBezTo>
                    <a:pt x="2733" y="7056"/>
                    <a:pt x="3900" y="7040"/>
                    <a:pt x="4119" y="5856"/>
                  </a:cubicBezTo>
                  <a:cubicBezTo>
                    <a:pt x="4301" y="4872"/>
                    <a:pt x="3873" y="447"/>
                    <a:pt x="3854" y="259"/>
                  </a:cubicBezTo>
                  <a:cubicBezTo>
                    <a:pt x="3841" y="118"/>
                    <a:pt x="3709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732;p44">
              <a:extLst>
                <a:ext uri="{FF2B5EF4-FFF2-40B4-BE49-F238E27FC236}">
                  <a16:creationId xmlns:a16="http://schemas.microsoft.com/office/drawing/2014/main" id="{443FFAC8-D92F-47E7-87A0-062D20CBE317}"/>
                </a:ext>
              </a:extLst>
            </p:cNvPr>
            <p:cNvSpPr/>
            <p:nvPr/>
          </p:nvSpPr>
          <p:spPr>
            <a:xfrm>
              <a:off x="570228" y="4896660"/>
              <a:ext cx="140233" cy="35412"/>
            </a:xfrm>
            <a:custGeom>
              <a:avLst/>
              <a:gdLst/>
              <a:ahLst/>
              <a:cxnLst/>
              <a:rect l="l" t="t" r="r" b="b"/>
              <a:pathLst>
                <a:path w="9512" h="2402" extrusionOk="0">
                  <a:moveTo>
                    <a:pt x="9511" y="0"/>
                  </a:moveTo>
                  <a:lnTo>
                    <a:pt x="9511" y="0"/>
                  </a:lnTo>
                  <a:cubicBezTo>
                    <a:pt x="8468" y="545"/>
                    <a:pt x="6728" y="835"/>
                    <a:pt x="3747" y="876"/>
                  </a:cubicBezTo>
                  <a:cubicBezTo>
                    <a:pt x="3609" y="878"/>
                    <a:pt x="3474" y="879"/>
                    <a:pt x="3344" y="879"/>
                  </a:cubicBezTo>
                  <a:cubicBezTo>
                    <a:pt x="1606" y="879"/>
                    <a:pt x="594" y="710"/>
                    <a:pt x="0" y="519"/>
                  </a:cubicBezTo>
                  <a:lnTo>
                    <a:pt x="0" y="519"/>
                  </a:lnTo>
                  <a:cubicBezTo>
                    <a:pt x="38" y="926"/>
                    <a:pt x="184" y="1279"/>
                    <a:pt x="508" y="1547"/>
                  </a:cubicBezTo>
                  <a:cubicBezTo>
                    <a:pt x="1243" y="2156"/>
                    <a:pt x="2709" y="2402"/>
                    <a:pt x="4270" y="2402"/>
                  </a:cubicBezTo>
                  <a:cubicBezTo>
                    <a:pt x="5700" y="2402"/>
                    <a:pt x="7209" y="2195"/>
                    <a:pt x="8307" y="1873"/>
                  </a:cubicBezTo>
                  <a:cubicBezTo>
                    <a:pt x="9122" y="1634"/>
                    <a:pt x="9436" y="904"/>
                    <a:pt x="9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733;p44">
              <a:extLst>
                <a:ext uri="{FF2B5EF4-FFF2-40B4-BE49-F238E27FC236}">
                  <a16:creationId xmlns:a16="http://schemas.microsoft.com/office/drawing/2014/main" id="{8EB3FB02-92FE-4C33-91FB-EE3DD2C8B44F}"/>
                </a:ext>
              </a:extLst>
            </p:cNvPr>
            <p:cNvSpPr/>
            <p:nvPr/>
          </p:nvSpPr>
          <p:spPr>
            <a:xfrm>
              <a:off x="565894" y="4892429"/>
              <a:ext cx="148975" cy="43874"/>
            </a:xfrm>
            <a:custGeom>
              <a:avLst/>
              <a:gdLst/>
              <a:ahLst/>
              <a:cxnLst/>
              <a:rect l="l" t="t" r="r" b="b"/>
              <a:pathLst>
                <a:path w="10105" h="2976" extrusionOk="0">
                  <a:moveTo>
                    <a:pt x="9448" y="759"/>
                  </a:moveTo>
                  <a:cubicBezTo>
                    <a:pt x="9310" y="1381"/>
                    <a:pt x="9009" y="1743"/>
                    <a:pt x="8520" y="1886"/>
                  </a:cubicBezTo>
                  <a:cubicBezTo>
                    <a:pt x="7398" y="2215"/>
                    <a:pt x="5952" y="2399"/>
                    <a:pt x="4604" y="2399"/>
                  </a:cubicBezTo>
                  <a:cubicBezTo>
                    <a:pt x="3057" y="2399"/>
                    <a:pt x="1639" y="2157"/>
                    <a:pt x="984" y="1615"/>
                  </a:cubicBezTo>
                  <a:cubicBezTo>
                    <a:pt x="850" y="1505"/>
                    <a:pt x="744" y="1364"/>
                    <a:pt x="678" y="1204"/>
                  </a:cubicBezTo>
                  <a:lnTo>
                    <a:pt x="678" y="1204"/>
                  </a:lnTo>
                  <a:cubicBezTo>
                    <a:pt x="1427" y="1371"/>
                    <a:pt x="2430" y="1451"/>
                    <a:pt x="3669" y="1451"/>
                  </a:cubicBezTo>
                  <a:cubicBezTo>
                    <a:pt x="3792" y="1451"/>
                    <a:pt x="3918" y="1450"/>
                    <a:pt x="4046" y="1448"/>
                  </a:cubicBezTo>
                  <a:cubicBezTo>
                    <a:pt x="6602" y="1413"/>
                    <a:pt x="8306" y="1198"/>
                    <a:pt x="9448" y="759"/>
                  </a:cubicBezTo>
                  <a:close/>
                  <a:moveTo>
                    <a:pt x="9805" y="1"/>
                  </a:moveTo>
                  <a:cubicBezTo>
                    <a:pt x="9762" y="1"/>
                    <a:pt x="9716" y="11"/>
                    <a:pt x="9673" y="34"/>
                  </a:cubicBezTo>
                  <a:cubicBezTo>
                    <a:pt x="8647" y="571"/>
                    <a:pt x="6855" y="838"/>
                    <a:pt x="4038" y="879"/>
                  </a:cubicBezTo>
                  <a:cubicBezTo>
                    <a:pt x="3917" y="880"/>
                    <a:pt x="3798" y="881"/>
                    <a:pt x="3681" y="881"/>
                  </a:cubicBezTo>
                  <a:cubicBezTo>
                    <a:pt x="2212" y="881"/>
                    <a:pt x="1106" y="767"/>
                    <a:pt x="381" y="534"/>
                  </a:cubicBezTo>
                  <a:cubicBezTo>
                    <a:pt x="352" y="525"/>
                    <a:pt x="323" y="520"/>
                    <a:pt x="294" y="520"/>
                  </a:cubicBezTo>
                  <a:cubicBezTo>
                    <a:pt x="230" y="520"/>
                    <a:pt x="167" y="542"/>
                    <a:pt x="116" y="583"/>
                  </a:cubicBezTo>
                  <a:cubicBezTo>
                    <a:pt x="41" y="644"/>
                    <a:pt x="1" y="737"/>
                    <a:pt x="9" y="833"/>
                  </a:cubicBezTo>
                  <a:cubicBezTo>
                    <a:pt x="58" y="1355"/>
                    <a:pt x="258" y="1755"/>
                    <a:pt x="620" y="2054"/>
                  </a:cubicBezTo>
                  <a:cubicBezTo>
                    <a:pt x="1416" y="2714"/>
                    <a:pt x="2951" y="2976"/>
                    <a:pt x="4571" y="2976"/>
                  </a:cubicBezTo>
                  <a:cubicBezTo>
                    <a:pt x="6035" y="2976"/>
                    <a:pt x="7567" y="2761"/>
                    <a:pt x="8681" y="2434"/>
                  </a:cubicBezTo>
                  <a:cubicBezTo>
                    <a:pt x="9520" y="2189"/>
                    <a:pt x="9994" y="1473"/>
                    <a:pt x="10090" y="310"/>
                  </a:cubicBezTo>
                  <a:cubicBezTo>
                    <a:pt x="10105" y="135"/>
                    <a:pt x="9963" y="1"/>
                    <a:pt x="9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734;p44">
              <a:extLst>
                <a:ext uri="{FF2B5EF4-FFF2-40B4-BE49-F238E27FC236}">
                  <a16:creationId xmlns:a16="http://schemas.microsoft.com/office/drawing/2014/main" id="{5BA14199-EEFC-4D41-BC93-65BF624266A5}"/>
                </a:ext>
              </a:extLst>
            </p:cNvPr>
            <p:cNvSpPr/>
            <p:nvPr/>
          </p:nvSpPr>
          <p:spPr>
            <a:xfrm>
              <a:off x="574916" y="4664728"/>
              <a:ext cx="131918" cy="88442"/>
            </a:xfrm>
            <a:custGeom>
              <a:avLst/>
              <a:gdLst/>
              <a:ahLst/>
              <a:cxnLst/>
              <a:rect l="l" t="t" r="r" b="b"/>
              <a:pathLst>
                <a:path w="8948" h="5999" extrusionOk="0">
                  <a:moveTo>
                    <a:pt x="8285" y="0"/>
                  </a:moveTo>
                  <a:cubicBezTo>
                    <a:pt x="8261" y="0"/>
                    <a:pt x="8237" y="2"/>
                    <a:pt x="8212" y="4"/>
                  </a:cubicBezTo>
                  <a:lnTo>
                    <a:pt x="620" y="835"/>
                  </a:lnTo>
                  <a:cubicBezTo>
                    <a:pt x="262" y="875"/>
                    <a:pt x="1" y="1196"/>
                    <a:pt x="35" y="1556"/>
                  </a:cubicBezTo>
                  <a:lnTo>
                    <a:pt x="412" y="5403"/>
                  </a:lnTo>
                  <a:cubicBezTo>
                    <a:pt x="444" y="5743"/>
                    <a:pt x="729" y="5998"/>
                    <a:pt x="1066" y="5998"/>
                  </a:cubicBezTo>
                  <a:cubicBezTo>
                    <a:pt x="1081" y="5998"/>
                    <a:pt x="1096" y="5998"/>
                    <a:pt x="1111" y="5997"/>
                  </a:cubicBezTo>
                  <a:lnTo>
                    <a:pt x="8278" y="5531"/>
                  </a:lnTo>
                  <a:cubicBezTo>
                    <a:pt x="8623" y="5509"/>
                    <a:pt x="8891" y="5225"/>
                    <a:pt x="8896" y="4880"/>
                  </a:cubicBezTo>
                  <a:lnTo>
                    <a:pt x="8943" y="668"/>
                  </a:lnTo>
                  <a:cubicBezTo>
                    <a:pt x="8948" y="297"/>
                    <a:pt x="8647" y="0"/>
                    <a:pt x="8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735;p44">
              <a:extLst>
                <a:ext uri="{FF2B5EF4-FFF2-40B4-BE49-F238E27FC236}">
                  <a16:creationId xmlns:a16="http://schemas.microsoft.com/office/drawing/2014/main" id="{D708EC4D-04A7-4F1C-BB28-BDDCD684C582}"/>
                </a:ext>
              </a:extLst>
            </p:cNvPr>
            <p:cNvSpPr/>
            <p:nvPr/>
          </p:nvSpPr>
          <p:spPr>
            <a:xfrm>
              <a:off x="570538" y="4660496"/>
              <a:ext cx="140557" cy="96874"/>
            </a:xfrm>
            <a:custGeom>
              <a:avLst/>
              <a:gdLst/>
              <a:ahLst/>
              <a:cxnLst/>
              <a:rect l="l" t="t" r="r" b="b"/>
              <a:pathLst>
                <a:path w="9534" h="6571" extrusionOk="0">
                  <a:moveTo>
                    <a:pt x="8582" y="572"/>
                  </a:moveTo>
                  <a:lnTo>
                    <a:pt x="8583" y="573"/>
                  </a:lnTo>
                  <a:cubicBezTo>
                    <a:pt x="8790" y="573"/>
                    <a:pt x="8958" y="743"/>
                    <a:pt x="8956" y="951"/>
                  </a:cubicBezTo>
                  <a:lnTo>
                    <a:pt x="8907" y="5164"/>
                  </a:lnTo>
                  <a:cubicBezTo>
                    <a:pt x="8903" y="5360"/>
                    <a:pt x="8752" y="5521"/>
                    <a:pt x="8557" y="5534"/>
                  </a:cubicBezTo>
                  <a:lnTo>
                    <a:pt x="1389" y="5999"/>
                  </a:lnTo>
                  <a:cubicBezTo>
                    <a:pt x="1380" y="6000"/>
                    <a:pt x="1370" y="6000"/>
                    <a:pt x="1361" y="6000"/>
                  </a:cubicBezTo>
                  <a:cubicBezTo>
                    <a:pt x="1171" y="6000"/>
                    <a:pt x="1009" y="5855"/>
                    <a:pt x="992" y="5662"/>
                  </a:cubicBezTo>
                  <a:lnTo>
                    <a:pt x="617" y="1815"/>
                  </a:lnTo>
                  <a:cubicBezTo>
                    <a:pt x="598" y="1611"/>
                    <a:pt x="746" y="1430"/>
                    <a:pt x="949" y="1407"/>
                  </a:cubicBezTo>
                  <a:lnTo>
                    <a:pt x="8540" y="574"/>
                  </a:lnTo>
                  <a:cubicBezTo>
                    <a:pt x="8553" y="573"/>
                    <a:pt x="8567" y="572"/>
                    <a:pt x="8582" y="572"/>
                  </a:cubicBezTo>
                  <a:close/>
                  <a:moveTo>
                    <a:pt x="8583" y="1"/>
                  </a:moveTo>
                  <a:cubicBezTo>
                    <a:pt x="8549" y="1"/>
                    <a:pt x="8514" y="3"/>
                    <a:pt x="8478" y="7"/>
                  </a:cubicBezTo>
                  <a:lnTo>
                    <a:pt x="887" y="838"/>
                  </a:lnTo>
                  <a:cubicBezTo>
                    <a:pt x="374" y="896"/>
                    <a:pt x="1" y="1355"/>
                    <a:pt x="50" y="1870"/>
                  </a:cubicBezTo>
                  <a:lnTo>
                    <a:pt x="425" y="5717"/>
                  </a:lnTo>
                  <a:cubicBezTo>
                    <a:pt x="469" y="6201"/>
                    <a:pt x="876" y="6571"/>
                    <a:pt x="1362" y="6571"/>
                  </a:cubicBezTo>
                  <a:cubicBezTo>
                    <a:pt x="1384" y="6571"/>
                    <a:pt x="1404" y="6571"/>
                    <a:pt x="1426" y="6570"/>
                  </a:cubicBezTo>
                  <a:lnTo>
                    <a:pt x="8594" y="6103"/>
                  </a:lnTo>
                  <a:cubicBezTo>
                    <a:pt x="9086" y="6070"/>
                    <a:pt x="9471" y="5664"/>
                    <a:pt x="9479" y="5171"/>
                  </a:cubicBezTo>
                  <a:lnTo>
                    <a:pt x="9526" y="958"/>
                  </a:lnTo>
                  <a:cubicBezTo>
                    <a:pt x="9533" y="426"/>
                    <a:pt x="9102" y="1"/>
                    <a:pt x="8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736;p44">
              <a:extLst>
                <a:ext uri="{FF2B5EF4-FFF2-40B4-BE49-F238E27FC236}">
                  <a16:creationId xmlns:a16="http://schemas.microsoft.com/office/drawing/2014/main" id="{08924875-FF1B-4AD0-9BFB-359829965AD0}"/>
                </a:ext>
              </a:extLst>
            </p:cNvPr>
            <p:cNvSpPr/>
            <p:nvPr/>
          </p:nvSpPr>
          <p:spPr>
            <a:xfrm>
              <a:off x="754261" y="4629109"/>
              <a:ext cx="163703" cy="113725"/>
            </a:xfrm>
            <a:custGeom>
              <a:avLst/>
              <a:gdLst/>
              <a:ahLst/>
              <a:cxnLst/>
              <a:rect l="l" t="t" r="r" b="b"/>
              <a:pathLst>
                <a:path w="11104" h="7714" extrusionOk="0">
                  <a:moveTo>
                    <a:pt x="10095" y="1"/>
                  </a:moveTo>
                  <a:cubicBezTo>
                    <a:pt x="10009" y="1"/>
                    <a:pt x="9922" y="15"/>
                    <a:pt x="9835" y="45"/>
                  </a:cubicBezTo>
                  <a:lnTo>
                    <a:pt x="602" y="3237"/>
                  </a:lnTo>
                  <a:cubicBezTo>
                    <a:pt x="206" y="3374"/>
                    <a:pt x="1" y="3793"/>
                    <a:pt x="140" y="4183"/>
                  </a:cubicBezTo>
                  <a:lnTo>
                    <a:pt x="1210" y="7194"/>
                  </a:lnTo>
                  <a:cubicBezTo>
                    <a:pt x="1323" y="7511"/>
                    <a:pt x="1630" y="7714"/>
                    <a:pt x="1958" y="7714"/>
                  </a:cubicBezTo>
                  <a:cubicBezTo>
                    <a:pt x="2033" y="7714"/>
                    <a:pt x="2108" y="7703"/>
                    <a:pt x="2183" y="7681"/>
                  </a:cubicBezTo>
                  <a:lnTo>
                    <a:pt x="10546" y="5222"/>
                  </a:lnTo>
                  <a:cubicBezTo>
                    <a:pt x="10882" y="5123"/>
                    <a:pt x="11104" y="4816"/>
                    <a:pt x="11085" y="4474"/>
                  </a:cubicBezTo>
                  <a:lnTo>
                    <a:pt x="10885" y="730"/>
                  </a:lnTo>
                  <a:cubicBezTo>
                    <a:pt x="10863" y="310"/>
                    <a:pt x="10498" y="1"/>
                    <a:pt x="10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737;p44">
              <a:extLst>
                <a:ext uri="{FF2B5EF4-FFF2-40B4-BE49-F238E27FC236}">
                  <a16:creationId xmlns:a16="http://schemas.microsoft.com/office/drawing/2014/main" id="{4FC4F26C-E226-40D1-A403-90DDE6801B86}"/>
                </a:ext>
              </a:extLst>
            </p:cNvPr>
            <p:cNvSpPr/>
            <p:nvPr/>
          </p:nvSpPr>
          <p:spPr>
            <a:xfrm>
              <a:off x="750974" y="4624908"/>
              <a:ext cx="171310" cy="122158"/>
            </a:xfrm>
            <a:custGeom>
              <a:avLst/>
              <a:gdLst/>
              <a:ahLst/>
              <a:cxnLst/>
              <a:rect l="l" t="t" r="r" b="b"/>
              <a:pathLst>
                <a:path w="11620" h="8286" extrusionOk="0">
                  <a:moveTo>
                    <a:pt x="10320" y="571"/>
                  </a:moveTo>
                  <a:cubicBezTo>
                    <a:pt x="10422" y="572"/>
                    <a:pt x="10522" y="603"/>
                    <a:pt x="10607" y="660"/>
                  </a:cubicBezTo>
                  <a:cubicBezTo>
                    <a:pt x="10733" y="743"/>
                    <a:pt x="10814" y="880"/>
                    <a:pt x="10822" y="1030"/>
                  </a:cubicBezTo>
                  <a:lnTo>
                    <a:pt x="11023" y="4775"/>
                  </a:lnTo>
                  <a:cubicBezTo>
                    <a:pt x="11034" y="4984"/>
                    <a:pt x="10896" y="5172"/>
                    <a:pt x="10689" y="5234"/>
                  </a:cubicBezTo>
                  <a:lnTo>
                    <a:pt x="2325" y="7693"/>
                  </a:lnTo>
                  <a:cubicBezTo>
                    <a:pt x="2277" y="7707"/>
                    <a:pt x="2229" y="7714"/>
                    <a:pt x="2181" y="7714"/>
                  </a:cubicBezTo>
                  <a:cubicBezTo>
                    <a:pt x="1971" y="7714"/>
                    <a:pt x="1773" y="7584"/>
                    <a:pt x="1701" y="7383"/>
                  </a:cubicBezTo>
                  <a:lnTo>
                    <a:pt x="631" y="4372"/>
                  </a:lnTo>
                  <a:cubicBezTo>
                    <a:pt x="591" y="4260"/>
                    <a:pt x="597" y="4136"/>
                    <a:pt x="649" y="4028"/>
                  </a:cubicBezTo>
                  <a:cubicBezTo>
                    <a:pt x="703" y="3916"/>
                    <a:pt x="801" y="3832"/>
                    <a:pt x="918" y="3793"/>
                  </a:cubicBezTo>
                  <a:lnTo>
                    <a:pt x="10151" y="601"/>
                  </a:lnTo>
                  <a:cubicBezTo>
                    <a:pt x="10206" y="581"/>
                    <a:pt x="10262" y="571"/>
                    <a:pt x="10320" y="571"/>
                  </a:cubicBezTo>
                  <a:close/>
                  <a:moveTo>
                    <a:pt x="10320" y="1"/>
                  </a:moveTo>
                  <a:cubicBezTo>
                    <a:pt x="10200" y="1"/>
                    <a:pt x="10080" y="20"/>
                    <a:pt x="9964" y="60"/>
                  </a:cubicBezTo>
                  <a:lnTo>
                    <a:pt x="732" y="3252"/>
                  </a:lnTo>
                  <a:cubicBezTo>
                    <a:pt x="469" y="3341"/>
                    <a:pt x="254" y="3532"/>
                    <a:pt x="135" y="3782"/>
                  </a:cubicBezTo>
                  <a:cubicBezTo>
                    <a:pt x="16" y="4025"/>
                    <a:pt x="1" y="4308"/>
                    <a:pt x="93" y="4563"/>
                  </a:cubicBezTo>
                  <a:lnTo>
                    <a:pt x="1163" y="7575"/>
                  </a:lnTo>
                  <a:cubicBezTo>
                    <a:pt x="1318" y="8011"/>
                    <a:pt x="1732" y="8286"/>
                    <a:pt x="2177" y="8286"/>
                  </a:cubicBezTo>
                  <a:cubicBezTo>
                    <a:pt x="2282" y="8286"/>
                    <a:pt x="2386" y="8270"/>
                    <a:pt x="2486" y="8241"/>
                  </a:cubicBezTo>
                  <a:lnTo>
                    <a:pt x="10849" y="5781"/>
                  </a:lnTo>
                  <a:cubicBezTo>
                    <a:pt x="11313" y="5645"/>
                    <a:pt x="11619" y="5219"/>
                    <a:pt x="11593" y="4745"/>
                  </a:cubicBezTo>
                  <a:lnTo>
                    <a:pt x="11393" y="1000"/>
                  </a:lnTo>
                  <a:cubicBezTo>
                    <a:pt x="11375" y="671"/>
                    <a:pt x="11205" y="375"/>
                    <a:pt x="10927" y="187"/>
                  </a:cubicBezTo>
                  <a:cubicBezTo>
                    <a:pt x="10745" y="64"/>
                    <a:pt x="10534" y="1"/>
                    <a:pt x="10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754;p44">
              <a:extLst>
                <a:ext uri="{FF2B5EF4-FFF2-40B4-BE49-F238E27FC236}">
                  <a16:creationId xmlns:a16="http://schemas.microsoft.com/office/drawing/2014/main" id="{00B8B397-A52E-4938-A140-A71FB623FDCF}"/>
                </a:ext>
              </a:extLst>
            </p:cNvPr>
            <p:cNvSpPr/>
            <p:nvPr/>
          </p:nvSpPr>
          <p:spPr>
            <a:xfrm>
              <a:off x="1604341" y="3258347"/>
              <a:ext cx="72593" cy="8433"/>
            </a:xfrm>
            <a:custGeom>
              <a:avLst/>
              <a:gdLst/>
              <a:ahLst/>
              <a:cxnLst/>
              <a:rect l="l" t="t" r="r" b="b"/>
              <a:pathLst>
                <a:path w="4924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642" y="571"/>
                  </a:lnTo>
                  <a:lnTo>
                    <a:pt x="1642" y="0"/>
                  </a:lnTo>
                  <a:close/>
                  <a:moveTo>
                    <a:pt x="3283" y="0"/>
                  </a:moveTo>
                  <a:lnTo>
                    <a:pt x="3283" y="571"/>
                  </a:lnTo>
                  <a:lnTo>
                    <a:pt x="4923" y="571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755;p44">
              <a:extLst>
                <a:ext uri="{FF2B5EF4-FFF2-40B4-BE49-F238E27FC236}">
                  <a16:creationId xmlns:a16="http://schemas.microsoft.com/office/drawing/2014/main" id="{1933938A-19C9-47B2-9FCC-F7B9F7DD0516}"/>
                </a:ext>
              </a:extLst>
            </p:cNvPr>
            <p:cNvSpPr/>
            <p:nvPr/>
          </p:nvSpPr>
          <p:spPr>
            <a:xfrm>
              <a:off x="1567514" y="3258347"/>
              <a:ext cx="12635" cy="8433"/>
            </a:xfrm>
            <a:custGeom>
              <a:avLst/>
              <a:gdLst/>
              <a:ahLst/>
              <a:cxnLst/>
              <a:rect l="l" t="t" r="r" b="b"/>
              <a:pathLst>
                <a:path w="857" h="572" extrusionOk="0">
                  <a:moveTo>
                    <a:pt x="0" y="0"/>
                  </a:moveTo>
                  <a:lnTo>
                    <a:pt x="0" y="571"/>
                  </a:lnTo>
                  <a:lnTo>
                    <a:pt x="857" y="571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756;p44">
              <a:extLst>
                <a:ext uri="{FF2B5EF4-FFF2-40B4-BE49-F238E27FC236}">
                  <a16:creationId xmlns:a16="http://schemas.microsoft.com/office/drawing/2014/main" id="{7CBDB2B8-D537-4BC1-9CF7-483948E0772D}"/>
                </a:ext>
              </a:extLst>
            </p:cNvPr>
            <p:cNvSpPr/>
            <p:nvPr/>
          </p:nvSpPr>
          <p:spPr>
            <a:xfrm>
              <a:off x="1539178" y="3231928"/>
              <a:ext cx="52101" cy="60150"/>
            </a:xfrm>
            <a:custGeom>
              <a:avLst/>
              <a:gdLst/>
              <a:ahLst/>
              <a:cxnLst/>
              <a:rect l="l" t="t" r="r" b="b"/>
              <a:pathLst>
                <a:path w="3534" h="4080" extrusionOk="0">
                  <a:moveTo>
                    <a:pt x="3533" y="1"/>
                  </a:moveTo>
                  <a:lnTo>
                    <a:pt x="0" y="2040"/>
                  </a:lnTo>
                  <a:lnTo>
                    <a:pt x="3533" y="4080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A9B0F124-A10A-49D1-B7AA-616C8882BA7B}"/>
              </a:ext>
            </a:extLst>
          </p:cNvPr>
          <p:cNvSpPr txBox="1"/>
          <p:nvPr/>
        </p:nvSpPr>
        <p:spPr>
          <a:xfrm>
            <a:off x="621664" y="137099"/>
            <a:ext cx="89261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1"/>
                </a:solidFill>
                <a:latin typeface="+mj-lt"/>
              </a:rPr>
              <a:t>TCP </a:t>
            </a:r>
            <a:r>
              <a:rPr lang="ru-RU" sz="4400" dirty="0">
                <a:solidFill>
                  <a:schemeClr val="accent1"/>
                </a:solidFill>
                <a:latin typeface="+mj-lt"/>
              </a:rPr>
              <a:t>клиент</a:t>
            </a:r>
          </a:p>
        </p:txBody>
      </p:sp>
      <p:sp>
        <p:nvSpPr>
          <p:cNvPr id="102" name="Rectangle 4">
            <a:extLst>
              <a:ext uri="{FF2B5EF4-FFF2-40B4-BE49-F238E27FC236}">
                <a16:creationId xmlns:a16="http://schemas.microsoft.com/office/drawing/2014/main" id="{768BB38B-4F71-4EA9-A3C6-F50CADE714A9}"/>
              </a:ext>
            </a:extLst>
          </p:cNvPr>
          <p:cNvSpPr/>
          <p:nvPr/>
        </p:nvSpPr>
        <p:spPr>
          <a:xfrm>
            <a:off x="633663" y="992493"/>
            <a:ext cx="835292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socket </a:t>
            </a: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random </a:t>
            </a:r>
          </a:p>
          <a:p>
            <a:endParaRPr lang="en-US" sz="11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+mn-lt"/>
              </a:rPr>
              <a:t>TcpClient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host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port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host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host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port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port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name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name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_socket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None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</a:rPr>
              <a:t>run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_socket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socket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AF_INET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socket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SOCK_STREAM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   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connect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host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port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send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name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encode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data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recv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1024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'Received: {}'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data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decode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()))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_socket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close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1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name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'Python client '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+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str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random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randint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1000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myclient 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TcpClient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host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808080"/>
                </a:solidFill>
                <a:latin typeface="+mn-lt"/>
              </a:rPr>
              <a:t>'127.0.0.1'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port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FF0000"/>
                </a:solidFill>
                <a:latin typeface="+mn-lt"/>
              </a:rPr>
              <a:t>5555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name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+mn-lt"/>
              </a:rPr>
              <a:t>    myclient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+mn-lt"/>
              </a:rPr>
              <a:t>run</a:t>
            </a:r>
            <a:r>
              <a:rPr lang="en-US" sz="1100" b="1" dirty="0">
                <a:solidFill>
                  <a:srgbClr val="000080"/>
                </a:solidFill>
                <a:latin typeface="+mn-lt"/>
              </a:rPr>
              <a:t>()</a:t>
            </a:r>
            <a:endParaRPr lang="en-US" sz="11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2708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629586" y="123905"/>
            <a:ext cx="7744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3"/>
                </a:solidFill>
                <a:latin typeface="+mj-lt"/>
              </a:rPr>
              <a:t>HTTP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AE494-9BC9-4B67-BE5B-52E3D79C6082}"/>
              </a:ext>
            </a:extLst>
          </p:cNvPr>
          <p:cNvSpPr txBox="1"/>
          <p:nvPr/>
        </p:nvSpPr>
        <p:spPr>
          <a:xfrm>
            <a:off x="629586" y="924573"/>
            <a:ext cx="7744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Переходим к организации сетевого взаимодействия на прикладном уровне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F0AF98B-C074-4D3C-92D9-A5F7B12F3285}"/>
              </a:ext>
            </a:extLst>
          </p:cNvPr>
          <p:cNvGrpSpPr/>
          <p:nvPr/>
        </p:nvGrpSpPr>
        <p:grpSpPr>
          <a:xfrm>
            <a:off x="0" y="1497838"/>
            <a:ext cx="9144000" cy="979424"/>
            <a:chOff x="0" y="1420876"/>
            <a:chExt cx="9144000" cy="979424"/>
          </a:xfrm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19C8437A-7A45-48E8-9411-8EF91152C337}"/>
                </a:ext>
              </a:extLst>
            </p:cNvPr>
            <p:cNvSpPr/>
            <p:nvPr/>
          </p:nvSpPr>
          <p:spPr>
            <a:xfrm>
              <a:off x="0" y="1420876"/>
              <a:ext cx="9144000" cy="97942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44BF7B-03D6-4D89-B811-819249058045}"/>
                </a:ext>
              </a:extLst>
            </p:cNvPr>
            <p:cNvSpPr txBox="1"/>
            <p:nvPr/>
          </p:nvSpPr>
          <p:spPr>
            <a:xfrm>
              <a:off x="629585" y="1580814"/>
              <a:ext cx="774479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Один из самых широко используемых протоколов этого уровня - </a:t>
              </a:r>
              <a:r>
                <a:rPr lang="en-US" sz="1600" b="1" dirty="0">
                  <a:solidFill>
                    <a:schemeClr val="tx1"/>
                  </a:solidFill>
                  <a:latin typeface="+mn-lt"/>
                </a:rPr>
                <a:t>H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TTP -HyperText Transfer Protocol (протокол передачи гипертекста)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46D8980-4FAE-4DB7-BB05-9AE71E68AAF7}"/>
              </a:ext>
            </a:extLst>
          </p:cNvPr>
          <p:cNvSpPr txBox="1"/>
          <p:nvPr/>
        </p:nvSpPr>
        <p:spPr>
          <a:xfrm>
            <a:off x="629585" y="2743201"/>
            <a:ext cx="78667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n-lt"/>
              </a:rPr>
              <a:t>HTTP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используется как для получения информации с веб-сайтов, так и в качестве транспорта для других протоколов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SOAP, XML-RPC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).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Обмен сообщениями идет по схеме «запрос-ответ» в соответствии с уже знакомой нам технологией клиент-сервер. Для идентификации ресурсов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HTTP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использует глобальные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URI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Uniform Resource Identifier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). Браузеры, с помощью которых пользователи обращаются к сетевым ресурсам, содержат в себе реализации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HTTP-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700087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1372356-CF63-4975-B366-BAD6644DE747}"/>
              </a:ext>
            </a:extLst>
          </p:cNvPr>
          <p:cNvSpPr/>
          <p:nvPr/>
        </p:nvSpPr>
        <p:spPr>
          <a:xfrm>
            <a:off x="5257801" y="1584891"/>
            <a:ext cx="3886200" cy="27088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629586" y="123905"/>
            <a:ext cx="7744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3"/>
                </a:solidFill>
                <a:latin typeface="+mj-lt"/>
              </a:rPr>
              <a:t>HTTP</a:t>
            </a:r>
            <a:r>
              <a:rPr lang="ru-RU" sz="4400" dirty="0">
                <a:solidFill>
                  <a:schemeClr val="accent3"/>
                </a:solidFill>
                <a:latin typeface="+mj-lt"/>
              </a:rPr>
              <a:t> - сообщение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ADF1EA-5693-4BEB-8393-23F6C7327D0A}"/>
              </a:ext>
            </a:extLst>
          </p:cNvPr>
          <p:cNvSpPr txBox="1"/>
          <p:nvPr/>
        </p:nvSpPr>
        <p:spPr>
          <a:xfrm>
            <a:off x="629586" y="954156"/>
            <a:ext cx="43462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Каждое </a:t>
            </a:r>
            <a:r>
              <a:rPr lang="ru-RU" sz="1800" b="1" dirty="0">
                <a:solidFill>
                  <a:schemeClr val="tx1"/>
                </a:solidFill>
                <a:latin typeface="+mn-lt"/>
              </a:rPr>
              <a:t>HTTP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-сообщение состоит из трёх частей, которые передаются в указанном порядке:</a:t>
            </a: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стартовая строка (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s</a:t>
            </a:r>
            <a:r>
              <a:rPr lang="ru-RU" sz="1800" b="1" dirty="0">
                <a:solidFill>
                  <a:schemeClr val="tx1"/>
                </a:solidFill>
                <a:latin typeface="+mn-lt"/>
              </a:rPr>
              <a:t>tarting line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) — определяет тип сообщения</a:t>
            </a: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заголовки (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h</a:t>
            </a:r>
            <a:r>
              <a:rPr lang="ru-RU" sz="1800" b="1" dirty="0">
                <a:solidFill>
                  <a:schemeClr val="tx1"/>
                </a:solidFill>
                <a:latin typeface="+mn-lt"/>
              </a:rPr>
              <a:t>eaders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) — характеризуют тело сообщения, параметры передачи и прочие сведения</a:t>
            </a: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тело сообщения (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m</a:t>
            </a:r>
            <a:r>
              <a:rPr lang="ru-RU" sz="1800" b="1" dirty="0">
                <a:solidFill>
                  <a:schemeClr val="tx1"/>
                </a:solidFill>
                <a:latin typeface="+mn-lt"/>
              </a:rPr>
              <a:t>essage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b</a:t>
            </a:r>
            <a:r>
              <a:rPr lang="ru-RU" sz="1800" b="1" dirty="0">
                <a:solidFill>
                  <a:schemeClr val="tx1"/>
                </a:solidFill>
                <a:latin typeface="+mn-lt"/>
              </a:rPr>
              <a:t>ody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) — непосредственно данные сообщения (обязательно должно отделяться от заголовков пустой строкой)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58128E-6680-4DC3-A524-672FFAF9A56A}"/>
              </a:ext>
            </a:extLst>
          </p:cNvPr>
          <p:cNvSpPr txBox="1"/>
          <p:nvPr/>
        </p:nvSpPr>
        <p:spPr>
          <a:xfrm>
            <a:off x="5876676" y="2154485"/>
            <a:ext cx="26484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Пример запроса: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GET /wiki/HTTP HTTP/1.0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Host: ru.wikipedia.org</a:t>
            </a:r>
            <a:endParaRPr lang="ru-RU" sz="1600" b="1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ru-RU" sz="16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Пример ответа сервера: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sz="1600" b="1" dirty="0">
                <a:solidFill>
                  <a:schemeClr val="bg1"/>
                </a:solidFill>
                <a:latin typeface="+mn-lt"/>
              </a:rPr>
              <a:t>HTTP/1.0 200 OK</a:t>
            </a:r>
            <a:endParaRPr lang="ru-RU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6355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009B1C8-E954-4274-A4F6-9BDC1C917E15}"/>
              </a:ext>
            </a:extLst>
          </p:cNvPr>
          <p:cNvSpPr/>
          <p:nvPr/>
        </p:nvSpPr>
        <p:spPr>
          <a:xfrm>
            <a:off x="4572000" y="1082040"/>
            <a:ext cx="4572000" cy="40837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EFDD4B1-CFC1-4F8A-9BE7-EB29EAA7422B}"/>
              </a:ext>
            </a:extLst>
          </p:cNvPr>
          <p:cNvSpPr/>
          <p:nvPr/>
        </p:nvSpPr>
        <p:spPr>
          <a:xfrm>
            <a:off x="0" y="1082040"/>
            <a:ext cx="4572000" cy="40837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599106" y="123905"/>
            <a:ext cx="7744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3"/>
                </a:solidFill>
                <a:latin typeface="+mj-lt"/>
              </a:rPr>
              <a:t>HTTP</a:t>
            </a:r>
            <a:r>
              <a:rPr lang="ru-RU" sz="4400" dirty="0">
                <a:solidFill>
                  <a:schemeClr val="accent3"/>
                </a:solidFill>
                <a:latin typeface="+mj-lt"/>
              </a:rPr>
              <a:t> - сообщение</a:t>
            </a:r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5A75015E-B415-4825-A471-4DE7148884FA}"/>
              </a:ext>
            </a:extLst>
          </p:cNvPr>
          <p:cNvGrpSpPr/>
          <p:nvPr/>
        </p:nvGrpSpPr>
        <p:grpSpPr>
          <a:xfrm>
            <a:off x="638054" y="1667920"/>
            <a:ext cx="5272229" cy="2912003"/>
            <a:chOff x="638054" y="1696465"/>
            <a:chExt cx="5272229" cy="291200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586B9F6-4992-4A74-B724-F89CF70CC2F6}"/>
                </a:ext>
              </a:extLst>
            </p:cNvPr>
            <p:cNvSpPr txBox="1"/>
            <p:nvPr/>
          </p:nvSpPr>
          <p:spPr>
            <a:xfrm>
              <a:off x="638054" y="1696465"/>
              <a:ext cx="527222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0"/>
                </a:spcBef>
                <a:buNone/>
              </a:pP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Стартовая строка запроса клиента: </a:t>
              </a: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Метод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URI HTTP/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Версия</a:t>
              </a:r>
            </a:p>
            <a:p>
              <a:pPr eaLnBrk="1" hangingPunct="1">
                <a:spcBef>
                  <a:spcPct val="0"/>
                </a:spcBef>
                <a:buNone/>
              </a:pPr>
              <a:endParaRPr lang="ru-RU" sz="1400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AD32B4F8-4219-4771-9977-D2970BDD1EBA}"/>
                </a:ext>
              </a:extLst>
            </p:cNvPr>
            <p:cNvGrpSpPr/>
            <p:nvPr/>
          </p:nvGrpSpPr>
          <p:grpSpPr>
            <a:xfrm>
              <a:off x="720225" y="3206277"/>
              <a:ext cx="3577453" cy="583834"/>
              <a:chOff x="739624" y="2065165"/>
              <a:chExt cx="3400087" cy="58383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3BD6D5-9C11-4943-AD7C-4EF58E2993C9}"/>
                  </a:ext>
                </a:extLst>
              </p:cNvPr>
              <p:cNvSpPr txBox="1"/>
              <p:nvPr/>
            </p:nvSpPr>
            <p:spPr>
              <a:xfrm>
                <a:off x="1257300" y="2125779"/>
                <a:ext cx="288241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ru-RU" b="1" dirty="0">
                    <a:solidFill>
                      <a:schemeClr val="accent1"/>
                    </a:solidFill>
                    <a:latin typeface="+mn-lt"/>
                  </a:rPr>
                  <a:t>URI</a:t>
                </a:r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 определяет путь к запрашиваемому документу</a:t>
                </a:r>
              </a:p>
            </p:txBody>
          </p:sp>
          <p:pic>
            <p:nvPicPr>
              <p:cNvPr id="12" name="Рисунок 11">
                <a:extLst>
                  <a:ext uri="{FF2B5EF4-FFF2-40B4-BE49-F238E27FC236}">
                    <a16:creationId xmlns:a16="http://schemas.microsoft.com/office/drawing/2014/main" id="{ADE0D89F-A29E-42D4-9815-882168C0ED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9624" y="2065165"/>
                <a:ext cx="364793" cy="364793"/>
              </a:xfrm>
              <a:prstGeom prst="rect">
                <a:avLst/>
              </a:prstGeom>
            </p:spPr>
          </p:pic>
        </p:grpSp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49DA6A4-25D3-4D84-BE17-03A3C724C82A}"/>
                </a:ext>
              </a:extLst>
            </p:cNvPr>
            <p:cNvGrpSpPr/>
            <p:nvPr/>
          </p:nvGrpSpPr>
          <p:grpSpPr>
            <a:xfrm>
              <a:off x="720225" y="2387919"/>
              <a:ext cx="3515609" cy="551728"/>
              <a:chOff x="739624" y="1663997"/>
              <a:chExt cx="3341309" cy="551728"/>
            </a:xfrm>
          </p:grpSpPr>
          <p:pic>
            <p:nvPicPr>
              <p:cNvPr id="9" name="Рисунок 8">
                <a:extLst>
                  <a:ext uri="{FF2B5EF4-FFF2-40B4-BE49-F238E27FC236}">
                    <a16:creationId xmlns:a16="http://schemas.microsoft.com/office/drawing/2014/main" id="{B5A85BE6-0799-4AD2-8F6A-0D1B2035E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9624" y="1663997"/>
                <a:ext cx="364793" cy="364793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72AB01-5B6C-46C3-9812-CB281B6FED72}"/>
                  </a:ext>
                </a:extLst>
              </p:cNvPr>
              <p:cNvSpPr txBox="1"/>
              <p:nvPr/>
            </p:nvSpPr>
            <p:spPr>
              <a:xfrm>
                <a:off x="1257300" y="1692505"/>
                <a:ext cx="28236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ru-RU" b="1" dirty="0">
                    <a:solidFill>
                      <a:schemeClr val="accent1"/>
                    </a:solidFill>
                    <a:latin typeface="+mn-lt"/>
                  </a:rPr>
                  <a:t>Метод</a:t>
                </a:r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 — тип запроса, одно слово заглавными буквами</a:t>
                </a:r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22213D6F-6D25-426B-884A-E761CC201004}"/>
                </a:ext>
              </a:extLst>
            </p:cNvPr>
            <p:cNvGrpSpPr/>
            <p:nvPr/>
          </p:nvGrpSpPr>
          <p:grpSpPr>
            <a:xfrm>
              <a:off x="720226" y="4056740"/>
              <a:ext cx="3416066" cy="551728"/>
              <a:chOff x="739624" y="2513560"/>
              <a:chExt cx="3246702" cy="551728"/>
            </a:xfrm>
          </p:grpSpPr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72AF308B-56D8-4C69-A6EF-7D252102D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9624" y="2513560"/>
                <a:ext cx="364793" cy="364793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9A902FF-9E49-4A7C-8358-A15F46E85BC9}"/>
                  </a:ext>
                </a:extLst>
              </p:cNvPr>
              <p:cNvSpPr txBox="1"/>
              <p:nvPr/>
            </p:nvSpPr>
            <p:spPr>
              <a:xfrm>
                <a:off x="1257301" y="2542068"/>
                <a:ext cx="27290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ru-RU" b="1" dirty="0">
                    <a:solidFill>
                      <a:schemeClr val="accent1"/>
                    </a:solidFill>
                    <a:latin typeface="+mn-lt"/>
                  </a:rPr>
                  <a:t>Версия</a:t>
                </a:r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 — пара разделённых точкой цифр. Например: 1.0</a:t>
                </a:r>
              </a:p>
            </p:txBody>
          </p:sp>
        </p:grp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A10CDBE6-E0BA-4306-A395-EFF5CE68AA20}"/>
              </a:ext>
            </a:extLst>
          </p:cNvPr>
          <p:cNvGrpSpPr/>
          <p:nvPr/>
        </p:nvGrpSpPr>
        <p:grpSpPr>
          <a:xfrm>
            <a:off x="5007708" y="1308864"/>
            <a:ext cx="3648840" cy="3630114"/>
            <a:chOff x="5007708" y="1403811"/>
            <a:chExt cx="3648840" cy="363011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582269-5102-4D3D-8BC8-7870C5B029B7}"/>
                </a:ext>
              </a:extLst>
            </p:cNvPr>
            <p:cNvSpPr txBox="1"/>
            <p:nvPr/>
          </p:nvSpPr>
          <p:spPr>
            <a:xfrm>
              <a:off x="5007708" y="1403811"/>
              <a:ext cx="36488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0"/>
                </a:spcBef>
                <a:buNone/>
              </a:pP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Стартовая строка ответа сервера: </a:t>
              </a: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HTTP/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Версия КодСостояния Пояснение</a:t>
              </a:r>
            </a:p>
          </p:txBody>
        </p: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EAC13D8C-CA00-42F6-AABA-F97462599F57}"/>
                </a:ext>
              </a:extLst>
            </p:cNvPr>
            <p:cNvGrpSpPr/>
            <p:nvPr/>
          </p:nvGrpSpPr>
          <p:grpSpPr>
            <a:xfrm>
              <a:off x="5115706" y="2013505"/>
              <a:ext cx="3270979" cy="567117"/>
              <a:chOff x="729130" y="3559642"/>
              <a:chExt cx="3408394" cy="567117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F41D636-989B-4E87-9784-2733EAA6B233}"/>
                  </a:ext>
                </a:extLst>
              </p:cNvPr>
              <p:cNvSpPr txBox="1"/>
              <p:nvPr/>
            </p:nvSpPr>
            <p:spPr>
              <a:xfrm>
                <a:off x="1262530" y="3603539"/>
                <a:ext cx="28749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ru-RU" b="1" dirty="0">
                    <a:solidFill>
                      <a:schemeClr val="accent1"/>
                    </a:solidFill>
                    <a:latin typeface="+mn-lt"/>
                  </a:rPr>
                  <a:t>Версия</a:t>
                </a:r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 — пара разделённых точкой цифр, как в запросе</a:t>
                </a:r>
              </a:p>
            </p:txBody>
          </p:sp>
          <p:pic>
            <p:nvPicPr>
              <p:cNvPr id="26" name="Рисунок 25">
                <a:extLst>
                  <a:ext uri="{FF2B5EF4-FFF2-40B4-BE49-F238E27FC236}">
                    <a16:creationId xmlns:a16="http://schemas.microsoft.com/office/drawing/2014/main" id="{F9E01B11-6031-4EF7-94B7-3A892566A5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9130" y="3559642"/>
                <a:ext cx="364793" cy="364793"/>
              </a:xfrm>
              <a:prstGeom prst="rect">
                <a:avLst/>
              </a:prstGeom>
            </p:spPr>
          </p:pic>
        </p:grp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C0B3C90C-29E6-4FE1-90BE-AB6203C7CDAB}"/>
                </a:ext>
              </a:extLst>
            </p:cNvPr>
            <p:cNvGrpSpPr/>
            <p:nvPr/>
          </p:nvGrpSpPr>
          <p:grpSpPr>
            <a:xfrm>
              <a:off x="5115706" y="2608092"/>
              <a:ext cx="3289047" cy="1196812"/>
              <a:chOff x="719138" y="4019991"/>
              <a:chExt cx="3427222" cy="1196812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F66C968-2780-48EB-A920-CBEFC46AB7B5}"/>
                  </a:ext>
                </a:extLst>
              </p:cNvPr>
              <p:cNvSpPr txBox="1"/>
              <p:nvPr/>
            </p:nvSpPr>
            <p:spPr>
              <a:xfrm>
                <a:off x="1257298" y="4047252"/>
                <a:ext cx="2889062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ru-RU" b="1" dirty="0">
                    <a:solidFill>
                      <a:schemeClr val="accent1"/>
                    </a:solidFill>
                    <a:latin typeface="+mn-lt"/>
                  </a:rPr>
                  <a:t>Код состояния </a:t>
                </a:r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— три цифры. По коду состояния определяется дальнейшее содержимое сообщения и поведение клиента</a:t>
                </a:r>
              </a:p>
            </p:txBody>
          </p:sp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B529BA63-281E-4924-8833-3AE5457278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9138" y="4019991"/>
                <a:ext cx="364793" cy="364793"/>
              </a:xfrm>
              <a:prstGeom prst="rect">
                <a:avLst/>
              </a:prstGeom>
            </p:spPr>
          </p:pic>
        </p:grp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DAE8015F-1B56-4F22-A35C-E30D612D2BB8}"/>
                </a:ext>
              </a:extLst>
            </p:cNvPr>
            <p:cNvGrpSpPr/>
            <p:nvPr/>
          </p:nvGrpSpPr>
          <p:grpSpPr>
            <a:xfrm>
              <a:off x="5111866" y="3832374"/>
              <a:ext cx="3289048" cy="1201551"/>
              <a:chOff x="719138" y="4570472"/>
              <a:chExt cx="3427224" cy="120155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6D6F4D1-A684-41BF-A486-FF53FDA56405}"/>
                  </a:ext>
                </a:extLst>
              </p:cNvPr>
              <p:cNvSpPr txBox="1"/>
              <p:nvPr/>
            </p:nvSpPr>
            <p:spPr>
              <a:xfrm>
                <a:off x="1257299" y="4602472"/>
                <a:ext cx="2889063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ru-RU" b="1" dirty="0">
                    <a:solidFill>
                      <a:schemeClr val="accent1"/>
                    </a:solidFill>
                    <a:latin typeface="+mn-lt"/>
                  </a:rPr>
                  <a:t>Пояснение</a:t>
                </a:r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 — текстовое короткое пояснение к коду ответа для пользователя 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Никак не влияет на сообщение и является необязательным</a:t>
                </a:r>
              </a:p>
            </p:txBody>
          </p:sp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FFA7C9E4-32FD-4284-A37E-EC19D99F4C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9138" y="4570472"/>
                <a:ext cx="364793" cy="36479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79224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629587" y="162005"/>
            <a:ext cx="5786454" cy="1205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4400" dirty="0">
                <a:solidFill>
                  <a:schemeClr val="accent3"/>
                </a:solidFill>
                <a:latin typeface="+mj-lt"/>
              </a:rPr>
              <a:t>HTTP</a:t>
            </a:r>
            <a:r>
              <a:rPr lang="ru-RU" sz="4400" dirty="0">
                <a:solidFill>
                  <a:schemeClr val="accent3"/>
                </a:solidFill>
                <a:latin typeface="+mj-lt"/>
              </a:rPr>
              <a:t> </a:t>
            </a:r>
            <a:r>
              <a:rPr lang="en-US" sz="4400" dirty="0">
                <a:solidFill>
                  <a:schemeClr val="accent3"/>
                </a:solidFill>
                <a:latin typeface="+mj-lt"/>
              </a:rPr>
              <a:t>-</a:t>
            </a:r>
            <a:r>
              <a:rPr lang="ru-RU" sz="4400" dirty="0">
                <a:solidFill>
                  <a:schemeClr val="accent3"/>
                </a:solidFill>
                <a:latin typeface="+mj-lt"/>
              </a:rPr>
              <a:t> сервер средствами </a:t>
            </a:r>
            <a:r>
              <a:rPr lang="en-US" sz="4400" dirty="0">
                <a:solidFill>
                  <a:schemeClr val="accent3"/>
                </a:solidFill>
                <a:latin typeface="+mj-lt"/>
              </a:rPr>
              <a:t>Python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C8437A-7A45-48E8-9411-8EF91152C337}"/>
              </a:ext>
            </a:extLst>
          </p:cNvPr>
          <p:cNvSpPr/>
          <p:nvPr/>
        </p:nvSpPr>
        <p:spPr>
          <a:xfrm>
            <a:off x="0" y="1421114"/>
            <a:ext cx="9144000" cy="8725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82610-5726-4E63-80E0-5F302612A058}"/>
              </a:ext>
            </a:extLst>
          </p:cNvPr>
          <p:cNvSpPr txBox="1"/>
          <p:nvPr/>
        </p:nvSpPr>
        <p:spPr>
          <a:xfrm>
            <a:off x="629587" y="1564980"/>
            <a:ext cx="7965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Простейший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HTTP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-сервер на своем хосте можно организовать, просто запустив на хосте соответствующий модуль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Python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 номер свободного порта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D839DC1-3FC1-4CE5-870F-E4B1A9D73734}"/>
              </a:ext>
            </a:extLst>
          </p:cNvPr>
          <p:cNvGrpSpPr/>
          <p:nvPr/>
        </p:nvGrpSpPr>
        <p:grpSpPr>
          <a:xfrm>
            <a:off x="0" y="4270994"/>
            <a:ext cx="9144000" cy="872506"/>
            <a:chOff x="0" y="4464969"/>
            <a:chExt cx="9144000" cy="872506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D95C464-7701-4C09-81A7-B76AD44B8C9E}"/>
                </a:ext>
              </a:extLst>
            </p:cNvPr>
            <p:cNvSpPr/>
            <p:nvPr/>
          </p:nvSpPr>
          <p:spPr>
            <a:xfrm>
              <a:off x="0" y="4464969"/>
              <a:ext cx="9144000" cy="8725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D439FA-0AE5-49AB-B181-548735F2A28C}"/>
                </a:ext>
              </a:extLst>
            </p:cNvPr>
            <p:cNvSpPr txBox="1"/>
            <p:nvPr/>
          </p:nvSpPr>
          <p:spPr>
            <a:xfrm>
              <a:off x="629586" y="4639612"/>
              <a:ext cx="767621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eaLnBrk="1" hangingPunct="1">
                <a:spcBef>
                  <a:spcPct val="0"/>
                </a:spcBef>
                <a:buNone/>
              </a:pP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После этого в браузере можно набрать </a:t>
              </a:r>
              <a:r>
                <a:rPr lang="en-US" sz="1400" dirty="0">
                  <a:solidFill>
                    <a:schemeClr val="accent1"/>
                  </a:solidFill>
                  <a:latin typeface="+mn-lt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http://127.0.0.1:8888/</a:t>
              </a:r>
              <a:r>
                <a:rPr lang="ru-RU" sz="1400" dirty="0">
                  <a:solidFill>
                    <a:schemeClr val="accent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и изучать содержимое папки, в которой запущен сервер, непосредственно через браузер в формате гипертекста</a:t>
              </a:r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07133D0-2C70-4F81-8524-9C8D71652BC5}"/>
              </a:ext>
            </a:extLst>
          </p:cNvPr>
          <p:cNvGrpSpPr/>
          <p:nvPr/>
        </p:nvGrpSpPr>
        <p:grpSpPr>
          <a:xfrm>
            <a:off x="629586" y="2437486"/>
            <a:ext cx="4572000" cy="765624"/>
            <a:chOff x="629587" y="2517874"/>
            <a:chExt cx="4572000" cy="76562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88BF35-6877-4669-82C4-EF038F125535}"/>
                </a:ext>
              </a:extLst>
            </p:cNvPr>
            <p:cNvSpPr txBox="1"/>
            <p:nvPr/>
          </p:nvSpPr>
          <p:spPr>
            <a:xfrm>
              <a:off x="629587" y="2517874"/>
              <a:ext cx="457200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0"/>
                </a:spcBef>
                <a:buNone/>
              </a:pP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Для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Linux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это будет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SimpleHTTPServer:</a:t>
              </a:r>
            </a:p>
            <a:p>
              <a:pPr eaLnBrk="1" hangingPunct="1">
                <a:spcBef>
                  <a:spcPct val="0"/>
                </a:spcBef>
                <a:buNone/>
              </a:pPr>
              <a:endParaRPr lang="en-US" sz="1400" b="1" dirty="0">
                <a:solidFill>
                  <a:schemeClr val="tx1"/>
                </a:solidFill>
                <a:latin typeface="+mn-lt"/>
              </a:endParaRP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          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python –m SimpleHTTPServer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 8888</a:t>
              </a: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C5AA32E1-49F5-4B0A-ABD8-0EE53BF15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225" y="2918705"/>
              <a:ext cx="383822" cy="364793"/>
            </a:xfrm>
            <a:prstGeom prst="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45EF4A4B-AB58-4C15-A108-544036EFFFE0}"/>
              </a:ext>
            </a:extLst>
          </p:cNvPr>
          <p:cNvGrpSpPr/>
          <p:nvPr/>
        </p:nvGrpSpPr>
        <p:grpSpPr>
          <a:xfrm>
            <a:off x="629586" y="3320016"/>
            <a:ext cx="4572000" cy="765178"/>
            <a:chOff x="629586" y="3422898"/>
            <a:chExt cx="4572000" cy="76517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6943C14-12CB-48AF-B5B9-AAAAFF76058F}"/>
                </a:ext>
              </a:extLst>
            </p:cNvPr>
            <p:cNvSpPr txBox="1"/>
            <p:nvPr/>
          </p:nvSpPr>
          <p:spPr>
            <a:xfrm>
              <a:off x="629586" y="3422898"/>
              <a:ext cx="457200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0"/>
                </a:spcBef>
                <a:buNone/>
              </a:pP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Для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Windows –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http.server:</a:t>
              </a:r>
            </a:p>
            <a:p>
              <a:pPr eaLnBrk="1" hangingPunct="1">
                <a:spcBef>
                  <a:spcPct val="0"/>
                </a:spcBef>
                <a:buNone/>
              </a:pPr>
              <a:endParaRPr lang="en-US" sz="1400" dirty="0">
                <a:solidFill>
                  <a:schemeClr val="tx1"/>
                </a:solidFill>
                <a:latin typeface="+mn-lt"/>
              </a:endParaRP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          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python –m http.server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 8888</a:t>
              </a:r>
              <a:endParaRPr lang="en-US" sz="1400" b="1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BAF5E0D4-A502-4FFF-A97E-1081642D4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225" y="3823283"/>
              <a:ext cx="383822" cy="3647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5853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ED655BD-3D70-4BA1-9928-308D2397C9B3}"/>
              </a:ext>
            </a:extLst>
          </p:cNvPr>
          <p:cNvSpPr/>
          <p:nvPr/>
        </p:nvSpPr>
        <p:spPr>
          <a:xfrm>
            <a:off x="5257801" y="1522960"/>
            <a:ext cx="3886200" cy="27088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203A82-05C5-4706-AF66-3D05D7378192}"/>
              </a:ext>
            </a:extLst>
          </p:cNvPr>
          <p:cNvGrpSpPr/>
          <p:nvPr/>
        </p:nvGrpSpPr>
        <p:grpSpPr>
          <a:xfrm>
            <a:off x="614347" y="884327"/>
            <a:ext cx="5570160" cy="3986115"/>
            <a:chOff x="614347" y="884327"/>
            <a:chExt cx="5570160" cy="3986115"/>
          </a:xfrm>
        </p:grpSpPr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677ADDD0-68E6-45AC-992F-EDCF77201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47" y="884327"/>
              <a:ext cx="3706193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dirty="0">
                  <a:solidFill>
                    <a:schemeClr val="tx1"/>
                  </a:solidFill>
                  <a:latin typeface="+mn-lt"/>
                </a:rPr>
                <a:t>Также можно написать свой 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HTTP-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сервер, используя модуль </a:t>
              </a:r>
              <a:r>
                <a:rPr lang="en-US" b="1" dirty="0">
                  <a:solidFill>
                    <a:schemeClr val="tx1"/>
                  </a:solidFill>
                  <a:latin typeface="+mn-lt"/>
                </a:rPr>
                <a:t>BaseHTTPServer 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(Linux) </a:t>
              </a:r>
              <a:r>
                <a:rPr lang="ru-RU" dirty="0">
                  <a:solidFill>
                    <a:schemeClr val="tx1"/>
                  </a:solidFill>
                  <a:latin typeface="+mn-lt"/>
                </a:rPr>
                <a:t>или </a:t>
              </a:r>
              <a:r>
                <a:rPr lang="en-US" dirty="0">
                  <a:solidFill>
                    <a:schemeClr val="tx1"/>
                  </a:solidFill>
                  <a:latin typeface="+mn-lt"/>
                </a:rPr>
                <a:t>http.server (Windows).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BCBF650-2EDD-4DB6-9560-A0344BE36700}"/>
                </a:ext>
              </a:extLst>
            </p:cNvPr>
            <p:cNvSpPr/>
            <p:nvPr/>
          </p:nvSpPr>
          <p:spPr>
            <a:xfrm>
              <a:off x="614347" y="1638788"/>
              <a:ext cx="5570160" cy="32316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from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http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server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BaseHTTPRequestHandler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HTTPServer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endParaRPr lang="ru-RU" sz="12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class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b="1" dirty="0">
                  <a:solidFill>
                    <a:srgbClr val="000000"/>
                  </a:solidFill>
                  <a:latin typeface="+mn-lt"/>
                </a:rPr>
                <a:t>MyHandler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BaseHTTPRequestHandler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dirty="0">
                  <a:solidFill>
                    <a:srgbClr val="008000"/>
                  </a:solidFill>
                  <a:latin typeface="+mn-lt"/>
                </a:rPr>
                <a:t># </a:t>
              </a:r>
              <a:r>
                <a:rPr lang="ru-RU" sz="1200" dirty="0">
                  <a:solidFill>
                    <a:srgbClr val="008000"/>
                  </a:solidFill>
                  <a:latin typeface="+mn-lt"/>
                </a:rPr>
                <a:t>обработчик </a:t>
              </a:r>
              <a:r>
                <a:rPr lang="en-US" sz="1200" dirty="0">
                  <a:solidFill>
                    <a:srgbClr val="008000"/>
                  </a:solidFill>
                  <a:latin typeface="+mn-lt"/>
                </a:rPr>
                <a:t>GET </a:t>
              </a:r>
              <a:r>
                <a:rPr lang="ru-RU" sz="1200" dirty="0">
                  <a:solidFill>
                    <a:srgbClr val="008000"/>
                  </a:solidFill>
                  <a:latin typeface="+mn-lt"/>
                </a:rPr>
                <a:t>запросов</a:t>
              </a:r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ru-RU" sz="12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def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FF00FF"/>
                  </a:solidFill>
                  <a:latin typeface="+mn-lt"/>
                </a:rPr>
                <a:t>do_GET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self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    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self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send_response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200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008000"/>
                  </a:solidFill>
                  <a:latin typeface="+mn-lt"/>
                </a:rPr>
                <a:t># OK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    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self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send_header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'Content-type'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'text/html'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    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self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end_headers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    </a:t>
              </a:r>
              <a:r>
                <a:rPr lang="en-US" sz="1200" dirty="0">
                  <a:solidFill>
                    <a:srgbClr val="008000"/>
                  </a:solidFill>
                  <a:latin typeface="+mn-lt"/>
                </a:rPr>
                <a:t># </a:t>
              </a:r>
              <a:r>
                <a:rPr lang="ru-RU" sz="1200" dirty="0">
                  <a:solidFill>
                    <a:srgbClr val="008000"/>
                  </a:solidFill>
                  <a:latin typeface="+mn-lt"/>
                </a:rPr>
                <a:t>собственно </a:t>
              </a:r>
              <a:r>
                <a:rPr lang="en-US" sz="1200" dirty="0">
                  <a:solidFill>
                    <a:srgbClr val="008000"/>
                  </a:solidFill>
                  <a:latin typeface="+mn-lt"/>
                </a:rPr>
                <a:t>html </a:t>
              </a:r>
              <a:r>
                <a:rPr lang="ru-RU" sz="1200" dirty="0">
                  <a:solidFill>
                    <a:srgbClr val="008000"/>
                  </a:solidFill>
                  <a:latin typeface="+mn-lt"/>
                </a:rPr>
                <a:t>сообщение</a:t>
              </a:r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    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self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wfile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write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'Hello World!'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encode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endParaRPr lang="ru-RU" sz="12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if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__name__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'__main__'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: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port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200" dirty="0">
                  <a:solidFill>
                    <a:srgbClr val="FF0000"/>
                  </a:solidFill>
                  <a:latin typeface="+mn-lt"/>
                </a:rPr>
                <a:t>8080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server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HTTPServer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'127.0.0.1'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port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),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MyHandler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f'Started HTTP server on port: 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{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port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}</a:t>
              </a:r>
              <a:r>
                <a:rPr lang="en-US" sz="1200" dirty="0">
                  <a:solidFill>
                    <a:srgbClr val="808080"/>
                  </a:solidFill>
                  <a:latin typeface="+mn-lt"/>
                </a:rPr>
                <a:t>'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2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sz="1200" dirty="0">
                  <a:solidFill>
                    <a:srgbClr val="008000"/>
                  </a:solidFill>
                  <a:latin typeface="+mn-lt"/>
                </a:rPr>
                <a:t>    </a:t>
              </a:r>
              <a:r>
                <a:rPr lang="en-US" sz="1200" dirty="0">
                  <a:solidFill>
                    <a:srgbClr val="008000"/>
                  </a:solidFill>
                  <a:latin typeface="+mn-lt"/>
                </a:rPr>
                <a:t># </a:t>
              </a:r>
              <a:r>
                <a:rPr lang="ru-RU" sz="1200" dirty="0">
                  <a:solidFill>
                    <a:srgbClr val="008000"/>
                  </a:solidFill>
                  <a:latin typeface="+mn-lt"/>
                </a:rPr>
                <a:t>бесконечно ожидаем входящие </a:t>
              </a:r>
              <a:r>
                <a:rPr lang="en-US" sz="1200" dirty="0">
                  <a:solidFill>
                    <a:srgbClr val="008000"/>
                  </a:solidFill>
                  <a:latin typeface="+mn-lt"/>
                </a:rPr>
                <a:t>http </a:t>
              </a:r>
              <a:r>
                <a:rPr lang="ru-RU" sz="1200" dirty="0">
                  <a:solidFill>
                    <a:srgbClr val="008000"/>
                  </a:solidFill>
                  <a:latin typeface="+mn-lt"/>
                </a:rPr>
                <a:t>запросы</a:t>
              </a:r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ru-RU" sz="1200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server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200" dirty="0">
                  <a:solidFill>
                    <a:srgbClr val="000000"/>
                  </a:solidFill>
                  <a:latin typeface="+mn-lt"/>
                </a:rPr>
                <a:t>serve_forever</a:t>
              </a:r>
              <a:r>
                <a:rPr lang="en-US" sz="1200" b="1" dirty="0">
                  <a:solidFill>
                    <a:srgbClr val="000080"/>
                  </a:solidFill>
                  <a:latin typeface="+mn-lt"/>
                </a:rPr>
                <a:t>()</a:t>
              </a:r>
              <a:endParaRPr lang="en-US" sz="1200" dirty="0">
                <a:effectLst/>
                <a:latin typeface="+mn-lt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DEBE587-264B-42E1-ACFD-591E74A09EAF}"/>
              </a:ext>
            </a:extLst>
          </p:cNvPr>
          <p:cNvSpPr txBox="1"/>
          <p:nvPr/>
        </p:nvSpPr>
        <p:spPr>
          <a:xfrm>
            <a:off x="614347" y="220106"/>
            <a:ext cx="5786454" cy="66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ru-RU" sz="4400" dirty="0">
                <a:solidFill>
                  <a:schemeClr val="accent3"/>
                </a:solidFill>
                <a:latin typeface="+mj-lt"/>
              </a:rPr>
              <a:t>Свой </a:t>
            </a:r>
            <a:r>
              <a:rPr lang="en-US" sz="4400" dirty="0">
                <a:solidFill>
                  <a:schemeClr val="accent3"/>
                </a:solidFill>
                <a:latin typeface="+mj-lt"/>
              </a:rPr>
              <a:t>HTTP-</a:t>
            </a:r>
            <a:r>
              <a:rPr lang="ru-RU" sz="4400" dirty="0">
                <a:solidFill>
                  <a:schemeClr val="accent3"/>
                </a:solidFill>
                <a:latin typeface="+mj-lt"/>
              </a:rPr>
              <a:t>сервер</a:t>
            </a:r>
          </a:p>
        </p:txBody>
      </p:sp>
      <p:sp>
        <p:nvSpPr>
          <p:cNvPr id="26" name="Text Box 10">
            <a:extLst>
              <a:ext uri="{FF2B5EF4-FFF2-40B4-BE49-F238E27FC236}">
                <a16:creationId xmlns:a16="http://schemas.microsoft.com/office/drawing/2014/main" id="{E00BA0FA-B316-4C7C-B9EC-51E55043D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441" y="2400331"/>
            <a:ext cx="312692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После запуска скрипта в браузере можно набрать </a:t>
            </a:r>
            <a:r>
              <a:rPr lang="en-US" dirty="0">
                <a:solidFill>
                  <a:schemeClr val="accent6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</a:t>
            </a:r>
            <a:r>
              <a:rPr lang="ru-RU" dirty="0">
                <a:solidFill>
                  <a:schemeClr val="accent6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r>
              <a:rPr lang="en-US" dirty="0">
                <a:solidFill>
                  <a:schemeClr val="accent6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r>
              <a:rPr lang="ru-RU" dirty="0">
                <a:solidFill>
                  <a:schemeClr val="accent6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r>
              <a:rPr lang="en-US" dirty="0">
                <a:solidFill>
                  <a:schemeClr val="accent6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dirty="0">
                <a:solidFill>
                  <a:schemeClr val="accent6"/>
                </a:solidFill>
                <a:latin typeface="+mn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и увидеть тот самый «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Hello World!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»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отправляемый в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do_GET.</a:t>
            </a:r>
            <a:endParaRPr lang="ru-RU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9947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Группа 27"/>
          <p:cNvGrpSpPr/>
          <p:nvPr/>
        </p:nvGrpSpPr>
        <p:grpSpPr>
          <a:xfrm>
            <a:off x="5111750" y="1524665"/>
            <a:ext cx="3542451" cy="3245787"/>
            <a:chOff x="4789714" y="984069"/>
            <a:chExt cx="4132457" cy="3786383"/>
          </a:xfrm>
        </p:grpSpPr>
        <p:sp>
          <p:nvSpPr>
            <p:cNvPr id="29" name="Google Shape;3134;p64"/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35;p64"/>
            <p:cNvSpPr/>
            <p:nvPr/>
          </p:nvSpPr>
          <p:spPr>
            <a:xfrm>
              <a:off x="4789714" y="984069"/>
              <a:ext cx="4132457" cy="2866106"/>
            </a:xfrm>
            <a:custGeom>
              <a:avLst/>
              <a:gdLst/>
              <a:ahLst/>
              <a:cxnLst/>
              <a:rect l="l" t="t" r="r" b="b"/>
              <a:pathLst>
                <a:path w="208788" h="144807" extrusionOk="0">
                  <a:moveTo>
                    <a:pt x="166787" y="50315"/>
                  </a:moveTo>
                  <a:cubicBezTo>
                    <a:pt x="166836" y="50315"/>
                    <a:pt x="166886" y="50317"/>
                    <a:pt x="166937" y="50322"/>
                  </a:cubicBezTo>
                  <a:cubicBezTo>
                    <a:pt x="167741" y="50397"/>
                    <a:pt x="168355" y="51073"/>
                    <a:pt x="168355" y="51882"/>
                  </a:cubicBezTo>
                  <a:cubicBezTo>
                    <a:pt x="168355" y="52690"/>
                    <a:pt x="167741" y="53366"/>
                    <a:pt x="166937" y="53441"/>
                  </a:cubicBezTo>
                  <a:cubicBezTo>
                    <a:pt x="166886" y="53446"/>
                    <a:pt x="166836" y="53449"/>
                    <a:pt x="166787" y="53449"/>
                  </a:cubicBezTo>
                  <a:cubicBezTo>
                    <a:pt x="166043" y="53449"/>
                    <a:pt x="165392" y="52920"/>
                    <a:pt x="165250" y="52176"/>
                  </a:cubicBezTo>
                  <a:lnTo>
                    <a:pt x="145519" y="52176"/>
                  </a:lnTo>
                  <a:lnTo>
                    <a:pt x="145519" y="51587"/>
                  </a:lnTo>
                  <a:lnTo>
                    <a:pt x="165250" y="51587"/>
                  </a:lnTo>
                  <a:cubicBezTo>
                    <a:pt x="165392" y="50843"/>
                    <a:pt x="166043" y="50315"/>
                    <a:pt x="166787" y="50315"/>
                  </a:cubicBezTo>
                  <a:close/>
                  <a:moveTo>
                    <a:pt x="39992" y="50314"/>
                  </a:moveTo>
                  <a:cubicBezTo>
                    <a:pt x="39997" y="50314"/>
                    <a:pt x="40002" y="50314"/>
                    <a:pt x="40006" y="50314"/>
                  </a:cubicBezTo>
                  <a:cubicBezTo>
                    <a:pt x="40814" y="50314"/>
                    <a:pt x="41471" y="50928"/>
                    <a:pt x="41557" y="51713"/>
                  </a:cubicBezTo>
                  <a:lnTo>
                    <a:pt x="70690" y="51713"/>
                  </a:lnTo>
                  <a:lnTo>
                    <a:pt x="70690" y="52302"/>
                  </a:lnTo>
                  <a:lnTo>
                    <a:pt x="41510" y="52302"/>
                  </a:lnTo>
                  <a:cubicBezTo>
                    <a:pt x="41324" y="52962"/>
                    <a:pt x="40726" y="53449"/>
                    <a:pt x="40006" y="53449"/>
                  </a:cubicBezTo>
                  <a:cubicBezTo>
                    <a:pt x="40002" y="53449"/>
                    <a:pt x="39997" y="53449"/>
                    <a:pt x="39992" y="53449"/>
                  </a:cubicBezTo>
                  <a:cubicBezTo>
                    <a:pt x="39127" y="53449"/>
                    <a:pt x="38424" y="52748"/>
                    <a:pt x="38424" y="51882"/>
                  </a:cubicBezTo>
                  <a:cubicBezTo>
                    <a:pt x="38424" y="51015"/>
                    <a:pt x="39127" y="50314"/>
                    <a:pt x="39992" y="50314"/>
                  </a:cubicBezTo>
                  <a:close/>
                  <a:moveTo>
                    <a:pt x="189267" y="65419"/>
                  </a:moveTo>
                  <a:cubicBezTo>
                    <a:pt x="190075" y="65419"/>
                    <a:pt x="190750" y="66033"/>
                    <a:pt x="190827" y="66837"/>
                  </a:cubicBezTo>
                  <a:cubicBezTo>
                    <a:pt x="190904" y="67642"/>
                    <a:pt x="190355" y="68373"/>
                    <a:pt x="189561" y="68524"/>
                  </a:cubicBezTo>
                  <a:lnTo>
                    <a:pt x="189561" y="84816"/>
                  </a:lnTo>
                  <a:lnTo>
                    <a:pt x="180120" y="84816"/>
                  </a:lnTo>
                  <a:lnTo>
                    <a:pt x="180120" y="95311"/>
                  </a:lnTo>
                  <a:lnTo>
                    <a:pt x="179530" y="95311"/>
                  </a:lnTo>
                  <a:lnTo>
                    <a:pt x="179530" y="84226"/>
                  </a:lnTo>
                  <a:lnTo>
                    <a:pt x="188972" y="84226"/>
                  </a:lnTo>
                  <a:lnTo>
                    <a:pt x="188972" y="68524"/>
                  </a:lnTo>
                  <a:cubicBezTo>
                    <a:pt x="188178" y="68373"/>
                    <a:pt x="187629" y="67642"/>
                    <a:pt x="187706" y="66837"/>
                  </a:cubicBezTo>
                  <a:cubicBezTo>
                    <a:pt x="187782" y="66033"/>
                    <a:pt x="188458" y="65419"/>
                    <a:pt x="189267" y="65419"/>
                  </a:cubicBezTo>
                  <a:close/>
                  <a:moveTo>
                    <a:pt x="15147" y="88090"/>
                  </a:moveTo>
                  <a:cubicBezTo>
                    <a:pt x="15152" y="88090"/>
                    <a:pt x="15158" y="88090"/>
                    <a:pt x="15163" y="88090"/>
                  </a:cubicBezTo>
                  <a:cubicBezTo>
                    <a:pt x="15858" y="88090"/>
                    <a:pt x="16440" y="88545"/>
                    <a:pt x="16646" y="89172"/>
                  </a:cubicBezTo>
                  <a:lnTo>
                    <a:pt x="30860" y="89172"/>
                  </a:lnTo>
                  <a:lnTo>
                    <a:pt x="30860" y="94304"/>
                  </a:lnTo>
                  <a:cubicBezTo>
                    <a:pt x="31360" y="94499"/>
                    <a:pt x="31725" y="94938"/>
                    <a:pt x="31827" y="95467"/>
                  </a:cubicBezTo>
                  <a:lnTo>
                    <a:pt x="191326" y="95467"/>
                  </a:lnTo>
                  <a:cubicBezTo>
                    <a:pt x="191468" y="94722"/>
                    <a:pt x="192120" y="94193"/>
                    <a:pt x="192864" y="94193"/>
                  </a:cubicBezTo>
                  <a:cubicBezTo>
                    <a:pt x="192913" y="94193"/>
                    <a:pt x="192963" y="94195"/>
                    <a:pt x="193012" y="94200"/>
                  </a:cubicBezTo>
                  <a:cubicBezTo>
                    <a:pt x="193817" y="94277"/>
                    <a:pt x="194431" y="94952"/>
                    <a:pt x="194431" y="95760"/>
                  </a:cubicBezTo>
                  <a:cubicBezTo>
                    <a:pt x="194431" y="96569"/>
                    <a:pt x="193817" y="97244"/>
                    <a:pt x="193012" y="97321"/>
                  </a:cubicBezTo>
                  <a:cubicBezTo>
                    <a:pt x="192962" y="97326"/>
                    <a:pt x="192912" y="97328"/>
                    <a:pt x="192862" y="97328"/>
                  </a:cubicBezTo>
                  <a:cubicBezTo>
                    <a:pt x="192119" y="97328"/>
                    <a:pt x="191468" y="96800"/>
                    <a:pt x="191326" y="96055"/>
                  </a:cubicBezTo>
                  <a:lnTo>
                    <a:pt x="31826" y="96055"/>
                  </a:lnTo>
                  <a:cubicBezTo>
                    <a:pt x="31686" y="96793"/>
                    <a:pt x="31040" y="97327"/>
                    <a:pt x="30289" y="97327"/>
                  </a:cubicBezTo>
                  <a:cubicBezTo>
                    <a:pt x="29538" y="97327"/>
                    <a:pt x="28892" y="96793"/>
                    <a:pt x="28751" y="96055"/>
                  </a:cubicBezTo>
                  <a:lnTo>
                    <a:pt x="23560" y="96055"/>
                  </a:lnTo>
                  <a:cubicBezTo>
                    <a:pt x="23418" y="96800"/>
                    <a:pt x="22767" y="97328"/>
                    <a:pt x="22023" y="97328"/>
                  </a:cubicBezTo>
                  <a:cubicBezTo>
                    <a:pt x="21973" y="97328"/>
                    <a:pt x="21923" y="97326"/>
                    <a:pt x="21873" y="97321"/>
                  </a:cubicBezTo>
                  <a:cubicBezTo>
                    <a:pt x="21069" y="97244"/>
                    <a:pt x="20455" y="96569"/>
                    <a:pt x="20455" y="95760"/>
                  </a:cubicBezTo>
                  <a:cubicBezTo>
                    <a:pt x="20455" y="94952"/>
                    <a:pt x="21069" y="94276"/>
                    <a:pt x="21873" y="94200"/>
                  </a:cubicBezTo>
                  <a:cubicBezTo>
                    <a:pt x="21923" y="94195"/>
                    <a:pt x="21973" y="94193"/>
                    <a:pt x="22023" y="94193"/>
                  </a:cubicBezTo>
                  <a:cubicBezTo>
                    <a:pt x="22767" y="94193"/>
                    <a:pt x="23418" y="94721"/>
                    <a:pt x="23560" y="95465"/>
                  </a:cubicBezTo>
                  <a:lnTo>
                    <a:pt x="28751" y="95465"/>
                  </a:lnTo>
                  <a:cubicBezTo>
                    <a:pt x="28891" y="94734"/>
                    <a:pt x="29527" y="94203"/>
                    <a:pt x="30270" y="94195"/>
                  </a:cubicBezTo>
                  <a:lnTo>
                    <a:pt x="30270" y="89761"/>
                  </a:lnTo>
                  <a:lnTo>
                    <a:pt x="16720" y="89761"/>
                  </a:lnTo>
                  <a:cubicBezTo>
                    <a:pt x="16665" y="90577"/>
                    <a:pt x="15993" y="91224"/>
                    <a:pt x="15163" y="91224"/>
                  </a:cubicBezTo>
                  <a:cubicBezTo>
                    <a:pt x="15158" y="91224"/>
                    <a:pt x="15152" y="91224"/>
                    <a:pt x="15147" y="91224"/>
                  </a:cubicBezTo>
                  <a:cubicBezTo>
                    <a:pt x="14282" y="91224"/>
                    <a:pt x="13581" y="90523"/>
                    <a:pt x="13581" y="89657"/>
                  </a:cubicBezTo>
                  <a:cubicBezTo>
                    <a:pt x="13581" y="88791"/>
                    <a:pt x="14282" y="88090"/>
                    <a:pt x="15147" y="88090"/>
                  </a:cubicBezTo>
                  <a:close/>
                  <a:moveTo>
                    <a:pt x="169604" y="115323"/>
                  </a:moveTo>
                  <a:cubicBezTo>
                    <a:pt x="170357" y="115323"/>
                    <a:pt x="171001" y="115858"/>
                    <a:pt x="171142" y="116596"/>
                  </a:cubicBezTo>
                  <a:lnTo>
                    <a:pt x="191775" y="116596"/>
                  </a:lnTo>
                  <a:cubicBezTo>
                    <a:pt x="191917" y="115852"/>
                    <a:pt x="192569" y="115323"/>
                    <a:pt x="193312" y="115323"/>
                  </a:cubicBezTo>
                  <a:cubicBezTo>
                    <a:pt x="193362" y="115323"/>
                    <a:pt x="193412" y="115326"/>
                    <a:pt x="193462" y="115330"/>
                  </a:cubicBezTo>
                  <a:cubicBezTo>
                    <a:pt x="194267" y="115407"/>
                    <a:pt x="194880" y="116083"/>
                    <a:pt x="194880" y="116891"/>
                  </a:cubicBezTo>
                  <a:cubicBezTo>
                    <a:pt x="194880" y="117699"/>
                    <a:pt x="194267" y="118374"/>
                    <a:pt x="193462" y="118450"/>
                  </a:cubicBezTo>
                  <a:cubicBezTo>
                    <a:pt x="193412" y="118455"/>
                    <a:pt x="193362" y="118457"/>
                    <a:pt x="193312" y="118457"/>
                  </a:cubicBezTo>
                  <a:cubicBezTo>
                    <a:pt x="192569" y="118457"/>
                    <a:pt x="191917" y="117929"/>
                    <a:pt x="191775" y="117186"/>
                  </a:cubicBezTo>
                  <a:lnTo>
                    <a:pt x="171143" y="117186"/>
                  </a:lnTo>
                  <a:cubicBezTo>
                    <a:pt x="171016" y="117853"/>
                    <a:pt x="170464" y="118364"/>
                    <a:pt x="169780" y="118440"/>
                  </a:cubicBezTo>
                  <a:lnTo>
                    <a:pt x="169780" y="123789"/>
                  </a:lnTo>
                  <a:lnTo>
                    <a:pt x="191767" y="123789"/>
                  </a:lnTo>
                  <a:cubicBezTo>
                    <a:pt x="191869" y="123023"/>
                    <a:pt x="192518" y="122430"/>
                    <a:pt x="193313" y="122430"/>
                  </a:cubicBezTo>
                  <a:cubicBezTo>
                    <a:pt x="194172" y="122437"/>
                    <a:pt x="194865" y="123137"/>
                    <a:pt x="194865" y="123996"/>
                  </a:cubicBezTo>
                  <a:cubicBezTo>
                    <a:pt x="194865" y="124856"/>
                    <a:pt x="194172" y="125556"/>
                    <a:pt x="193313" y="125565"/>
                  </a:cubicBezTo>
                  <a:cubicBezTo>
                    <a:pt x="192579" y="125565"/>
                    <a:pt x="191969" y="125059"/>
                    <a:pt x="191797" y="124378"/>
                  </a:cubicBezTo>
                  <a:lnTo>
                    <a:pt x="169191" y="124378"/>
                  </a:lnTo>
                  <a:lnTo>
                    <a:pt x="169191" y="118395"/>
                  </a:lnTo>
                  <a:cubicBezTo>
                    <a:pt x="168620" y="118239"/>
                    <a:pt x="168179" y="117774"/>
                    <a:pt x="168067" y="117186"/>
                  </a:cubicBezTo>
                  <a:lnTo>
                    <a:pt x="142960" y="117186"/>
                  </a:lnTo>
                  <a:lnTo>
                    <a:pt x="142960" y="116596"/>
                  </a:lnTo>
                  <a:lnTo>
                    <a:pt x="168067" y="116596"/>
                  </a:lnTo>
                  <a:cubicBezTo>
                    <a:pt x="168207" y="115858"/>
                    <a:pt x="168853" y="115323"/>
                    <a:pt x="169604" y="115323"/>
                  </a:cubicBezTo>
                  <a:close/>
                  <a:moveTo>
                    <a:pt x="14087" y="111137"/>
                  </a:moveTo>
                  <a:cubicBezTo>
                    <a:pt x="14092" y="111137"/>
                    <a:pt x="14097" y="111137"/>
                    <a:pt x="14102" y="111137"/>
                  </a:cubicBezTo>
                  <a:cubicBezTo>
                    <a:pt x="14914" y="111137"/>
                    <a:pt x="15574" y="111758"/>
                    <a:pt x="15653" y="112550"/>
                  </a:cubicBezTo>
                  <a:lnTo>
                    <a:pt x="27665" y="112550"/>
                  </a:lnTo>
                  <a:cubicBezTo>
                    <a:pt x="27744" y="111758"/>
                    <a:pt x="28404" y="111137"/>
                    <a:pt x="29216" y="111137"/>
                  </a:cubicBezTo>
                  <a:cubicBezTo>
                    <a:pt x="30029" y="111137"/>
                    <a:pt x="30689" y="111758"/>
                    <a:pt x="30768" y="112550"/>
                  </a:cubicBezTo>
                  <a:lnTo>
                    <a:pt x="39402" y="112550"/>
                  </a:lnTo>
                  <a:lnTo>
                    <a:pt x="39402" y="122440"/>
                  </a:lnTo>
                  <a:lnTo>
                    <a:pt x="57801" y="122440"/>
                  </a:lnTo>
                  <a:cubicBezTo>
                    <a:pt x="57922" y="121811"/>
                    <a:pt x="58414" y="121318"/>
                    <a:pt x="59043" y="121197"/>
                  </a:cubicBezTo>
                  <a:lnTo>
                    <a:pt x="59043" y="116486"/>
                  </a:lnTo>
                  <a:lnTo>
                    <a:pt x="69556" y="116486"/>
                  </a:lnTo>
                  <a:lnTo>
                    <a:pt x="69556" y="117075"/>
                  </a:lnTo>
                  <a:lnTo>
                    <a:pt x="59632" y="117075"/>
                  </a:lnTo>
                  <a:lnTo>
                    <a:pt x="59632" y="121198"/>
                  </a:lnTo>
                  <a:cubicBezTo>
                    <a:pt x="60202" y="121307"/>
                    <a:pt x="60665" y="121721"/>
                    <a:pt x="60836" y="122275"/>
                  </a:cubicBezTo>
                  <a:cubicBezTo>
                    <a:pt x="61006" y="122830"/>
                    <a:pt x="60857" y="123433"/>
                    <a:pt x="60447" y="123843"/>
                  </a:cubicBezTo>
                  <a:cubicBezTo>
                    <a:pt x="60149" y="124142"/>
                    <a:pt x="59749" y="124302"/>
                    <a:pt x="59339" y="124302"/>
                  </a:cubicBezTo>
                  <a:cubicBezTo>
                    <a:pt x="59185" y="124302"/>
                    <a:pt x="59030" y="124280"/>
                    <a:pt x="58879" y="124233"/>
                  </a:cubicBezTo>
                  <a:cubicBezTo>
                    <a:pt x="58324" y="124062"/>
                    <a:pt x="57910" y="123600"/>
                    <a:pt x="57801" y="123030"/>
                  </a:cubicBezTo>
                  <a:lnTo>
                    <a:pt x="38812" y="123030"/>
                  </a:lnTo>
                  <a:lnTo>
                    <a:pt x="38812" y="113140"/>
                  </a:lnTo>
                  <a:lnTo>
                    <a:pt x="30715" y="113140"/>
                  </a:lnTo>
                  <a:cubicBezTo>
                    <a:pt x="30553" y="113700"/>
                    <a:pt x="30091" y="114132"/>
                    <a:pt x="29511" y="114243"/>
                  </a:cubicBezTo>
                  <a:lnTo>
                    <a:pt x="29511" y="129324"/>
                  </a:lnTo>
                  <a:lnTo>
                    <a:pt x="20101" y="129324"/>
                  </a:lnTo>
                  <a:cubicBezTo>
                    <a:pt x="19877" y="129917"/>
                    <a:pt x="19309" y="130341"/>
                    <a:pt x="18638" y="130341"/>
                  </a:cubicBezTo>
                  <a:cubicBezTo>
                    <a:pt x="18633" y="130341"/>
                    <a:pt x="18629" y="130341"/>
                    <a:pt x="18624" y="130341"/>
                  </a:cubicBezTo>
                  <a:cubicBezTo>
                    <a:pt x="17759" y="130341"/>
                    <a:pt x="17056" y="129640"/>
                    <a:pt x="17056" y="128773"/>
                  </a:cubicBezTo>
                  <a:cubicBezTo>
                    <a:pt x="17056" y="127907"/>
                    <a:pt x="17759" y="127206"/>
                    <a:pt x="18624" y="127206"/>
                  </a:cubicBezTo>
                  <a:cubicBezTo>
                    <a:pt x="18629" y="127206"/>
                    <a:pt x="18633" y="127206"/>
                    <a:pt x="18638" y="127206"/>
                  </a:cubicBezTo>
                  <a:cubicBezTo>
                    <a:pt x="19490" y="127206"/>
                    <a:pt x="20180" y="127888"/>
                    <a:pt x="20201" y="128735"/>
                  </a:cubicBezTo>
                  <a:lnTo>
                    <a:pt x="28921" y="128735"/>
                  </a:lnTo>
                  <a:lnTo>
                    <a:pt x="28921" y="114243"/>
                  </a:lnTo>
                  <a:cubicBezTo>
                    <a:pt x="28341" y="114132"/>
                    <a:pt x="27880" y="113700"/>
                    <a:pt x="27717" y="113140"/>
                  </a:cubicBezTo>
                  <a:lnTo>
                    <a:pt x="15601" y="113140"/>
                  </a:lnTo>
                  <a:cubicBezTo>
                    <a:pt x="15411" y="113792"/>
                    <a:pt x="14815" y="114272"/>
                    <a:pt x="14102" y="114272"/>
                  </a:cubicBezTo>
                  <a:cubicBezTo>
                    <a:pt x="14097" y="114272"/>
                    <a:pt x="14092" y="114272"/>
                    <a:pt x="14087" y="114272"/>
                  </a:cubicBezTo>
                  <a:cubicBezTo>
                    <a:pt x="13223" y="114272"/>
                    <a:pt x="12519" y="113571"/>
                    <a:pt x="12519" y="112705"/>
                  </a:cubicBezTo>
                  <a:cubicBezTo>
                    <a:pt x="12519" y="111838"/>
                    <a:pt x="13223" y="111137"/>
                    <a:pt x="14087" y="111137"/>
                  </a:cubicBezTo>
                  <a:close/>
                  <a:moveTo>
                    <a:pt x="136905" y="1"/>
                  </a:moveTo>
                  <a:cubicBezTo>
                    <a:pt x="132240" y="1"/>
                    <a:pt x="127894" y="738"/>
                    <a:pt x="123858" y="1748"/>
                  </a:cubicBezTo>
                  <a:cubicBezTo>
                    <a:pt x="110020" y="5210"/>
                    <a:pt x="103470" y="13062"/>
                    <a:pt x="88405" y="20150"/>
                  </a:cubicBezTo>
                  <a:lnTo>
                    <a:pt x="88405" y="23084"/>
                  </a:lnTo>
                  <a:lnTo>
                    <a:pt x="101149" y="23084"/>
                  </a:lnTo>
                  <a:lnTo>
                    <a:pt x="101149" y="23672"/>
                  </a:lnTo>
                  <a:lnTo>
                    <a:pt x="87817" y="23672"/>
                  </a:lnTo>
                  <a:lnTo>
                    <a:pt x="87817" y="20427"/>
                  </a:lnTo>
                  <a:cubicBezTo>
                    <a:pt x="86732" y="20929"/>
                    <a:pt x="85607" y="21426"/>
                    <a:pt x="84429" y="21917"/>
                  </a:cubicBezTo>
                  <a:cubicBezTo>
                    <a:pt x="78037" y="24581"/>
                    <a:pt x="72617" y="25705"/>
                    <a:pt x="67307" y="26261"/>
                  </a:cubicBezTo>
                  <a:lnTo>
                    <a:pt x="67307" y="28418"/>
                  </a:lnTo>
                  <a:lnTo>
                    <a:pt x="48103" y="28418"/>
                  </a:lnTo>
                  <a:cubicBezTo>
                    <a:pt x="47960" y="29163"/>
                    <a:pt x="47309" y="29691"/>
                    <a:pt x="46565" y="29691"/>
                  </a:cubicBezTo>
                  <a:cubicBezTo>
                    <a:pt x="46516" y="29691"/>
                    <a:pt x="46466" y="29688"/>
                    <a:pt x="46417" y="29684"/>
                  </a:cubicBezTo>
                  <a:cubicBezTo>
                    <a:pt x="45613" y="29607"/>
                    <a:pt x="44999" y="28931"/>
                    <a:pt x="44999" y="28124"/>
                  </a:cubicBezTo>
                  <a:cubicBezTo>
                    <a:pt x="44999" y="27968"/>
                    <a:pt x="45028" y="27819"/>
                    <a:pt x="45071" y="27678"/>
                  </a:cubicBezTo>
                  <a:lnTo>
                    <a:pt x="45071" y="27678"/>
                  </a:lnTo>
                  <a:cubicBezTo>
                    <a:pt x="41448" y="28073"/>
                    <a:pt x="37848" y="28655"/>
                    <a:pt x="34286" y="29422"/>
                  </a:cubicBezTo>
                  <a:cubicBezTo>
                    <a:pt x="12428" y="34111"/>
                    <a:pt x="0" y="63661"/>
                    <a:pt x="0" y="80547"/>
                  </a:cubicBezTo>
                  <a:cubicBezTo>
                    <a:pt x="0" y="97433"/>
                    <a:pt x="1314" y="121838"/>
                    <a:pt x="20143" y="134487"/>
                  </a:cubicBezTo>
                  <a:cubicBezTo>
                    <a:pt x="24099" y="137145"/>
                    <a:pt x="29192" y="138189"/>
                    <a:pt x="34933" y="138189"/>
                  </a:cubicBezTo>
                  <a:cubicBezTo>
                    <a:pt x="55990" y="138189"/>
                    <a:pt x="85762" y="124142"/>
                    <a:pt x="100094" y="124142"/>
                  </a:cubicBezTo>
                  <a:cubicBezTo>
                    <a:pt x="100454" y="124142"/>
                    <a:pt x="100804" y="124150"/>
                    <a:pt x="101144" y="124169"/>
                  </a:cubicBezTo>
                  <a:cubicBezTo>
                    <a:pt x="118716" y="125107"/>
                    <a:pt x="138858" y="144807"/>
                    <a:pt x="164145" y="144807"/>
                  </a:cubicBezTo>
                  <a:cubicBezTo>
                    <a:pt x="199570" y="144806"/>
                    <a:pt x="208787" y="98789"/>
                    <a:pt x="202926" y="65885"/>
                  </a:cubicBezTo>
                  <a:cubicBezTo>
                    <a:pt x="200074" y="49872"/>
                    <a:pt x="192226" y="37294"/>
                    <a:pt x="182144" y="25669"/>
                  </a:cubicBezTo>
                  <a:cubicBezTo>
                    <a:pt x="180993" y="24341"/>
                    <a:pt x="179852" y="23076"/>
                    <a:pt x="178721" y="21874"/>
                  </a:cubicBezTo>
                  <a:lnTo>
                    <a:pt x="148778" y="21874"/>
                  </a:lnTo>
                  <a:cubicBezTo>
                    <a:pt x="148554" y="22468"/>
                    <a:pt x="147986" y="22893"/>
                    <a:pt x="147314" y="22893"/>
                  </a:cubicBezTo>
                  <a:cubicBezTo>
                    <a:pt x="147313" y="22893"/>
                    <a:pt x="147313" y="22893"/>
                    <a:pt x="147312" y="22893"/>
                  </a:cubicBezTo>
                  <a:cubicBezTo>
                    <a:pt x="146447" y="22893"/>
                    <a:pt x="145746" y="22190"/>
                    <a:pt x="145747" y="21326"/>
                  </a:cubicBezTo>
                  <a:cubicBezTo>
                    <a:pt x="145747" y="20512"/>
                    <a:pt x="146369" y="19852"/>
                    <a:pt x="147161" y="19773"/>
                  </a:cubicBezTo>
                  <a:lnTo>
                    <a:pt x="147161" y="12882"/>
                  </a:lnTo>
                  <a:lnTo>
                    <a:pt x="129767" y="12882"/>
                  </a:lnTo>
                  <a:lnTo>
                    <a:pt x="129767" y="21874"/>
                  </a:lnTo>
                  <a:lnTo>
                    <a:pt x="109249" y="21874"/>
                  </a:lnTo>
                  <a:lnTo>
                    <a:pt x="109249" y="38214"/>
                  </a:lnTo>
                  <a:lnTo>
                    <a:pt x="108659" y="38214"/>
                  </a:lnTo>
                  <a:lnTo>
                    <a:pt x="108659" y="21285"/>
                  </a:lnTo>
                  <a:lnTo>
                    <a:pt x="129178" y="21285"/>
                  </a:lnTo>
                  <a:lnTo>
                    <a:pt x="129178" y="12293"/>
                  </a:lnTo>
                  <a:lnTo>
                    <a:pt x="161653" y="12293"/>
                  </a:lnTo>
                  <a:cubicBezTo>
                    <a:pt x="161795" y="11549"/>
                    <a:pt x="162447" y="11021"/>
                    <a:pt x="163191" y="11021"/>
                  </a:cubicBezTo>
                  <a:cubicBezTo>
                    <a:pt x="163240" y="11021"/>
                    <a:pt x="163291" y="11023"/>
                    <a:pt x="163341" y="11028"/>
                  </a:cubicBezTo>
                  <a:cubicBezTo>
                    <a:pt x="164145" y="11104"/>
                    <a:pt x="164759" y="11779"/>
                    <a:pt x="164759" y="12588"/>
                  </a:cubicBezTo>
                  <a:cubicBezTo>
                    <a:pt x="164759" y="13397"/>
                    <a:pt x="164145" y="14072"/>
                    <a:pt x="163341" y="14149"/>
                  </a:cubicBezTo>
                  <a:cubicBezTo>
                    <a:pt x="163291" y="14154"/>
                    <a:pt x="163242" y="14156"/>
                    <a:pt x="163193" y="14156"/>
                  </a:cubicBezTo>
                  <a:cubicBezTo>
                    <a:pt x="162448" y="14156"/>
                    <a:pt x="161795" y="13627"/>
                    <a:pt x="161653" y="12882"/>
                  </a:cubicBezTo>
                  <a:lnTo>
                    <a:pt x="147750" y="12882"/>
                  </a:lnTo>
                  <a:lnTo>
                    <a:pt x="147750" y="19828"/>
                  </a:lnTo>
                  <a:cubicBezTo>
                    <a:pt x="148403" y="20016"/>
                    <a:pt x="148859" y="20605"/>
                    <a:pt x="148878" y="21285"/>
                  </a:cubicBezTo>
                  <a:lnTo>
                    <a:pt x="178162" y="21285"/>
                  </a:lnTo>
                  <a:cubicBezTo>
                    <a:pt x="162316" y="4644"/>
                    <a:pt x="148608" y="1"/>
                    <a:pt x="1369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36;p64"/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4;p64"/>
            <p:cNvSpPr/>
            <p:nvPr/>
          </p:nvSpPr>
          <p:spPr>
            <a:xfrm>
              <a:off x="5020060" y="3595405"/>
              <a:ext cx="3758476" cy="1175047"/>
            </a:xfrm>
            <a:custGeom>
              <a:avLst/>
              <a:gdLst/>
              <a:ahLst/>
              <a:cxnLst/>
              <a:rect l="l" t="t" r="r" b="b"/>
              <a:pathLst>
                <a:path w="189893" h="59368" extrusionOk="0">
                  <a:moveTo>
                    <a:pt x="94946" y="0"/>
                  </a:moveTo>
                  <a:cubicBezTo>
                    <a:pt x="69765" y="0"/>
                    <a:pt x="45615" y="3128"/>
                    <a:pt x="27809" y="8694"/>
                  </a:cubicBezTo>
                  <a:cubicBezTo>
                    <a:pt x="10003" y="14261"/>
                    <a:pt x="1" y="21811"/>
                    <a:pt x="1" y="29684"/>
                  </a:cubicBezTo>
                  <a:cubicBezTo>
                    <a:pt x="1" y="37556"/>
                    <a:pt x="10003" y="45106"/>
                    <a:pt x="27809" y="50673"/>
                  </a:cubicBezTo>
                  <a:cubicBezTo>
                    <a:pt x="45615" y="56240"/>
                    <a:pt x="69765" y="59367"/>
                    <a:pt x="94946" y="59367"/>
                  </a:cubicBezTo>
                  <a:cubicBezTo>
                    <a:pt x="120127" y="59367"/>
                    <a:pt x="144277" y="56240"/>
                    <a:pt x="162083" y="50673"/>
                  </a:cubicBezTo>
                  <a:cubicBezTo>
                    <a:pt x="179888" y="45106"/>
                    <a:pt x="189892" y="37556"/>
                    <a:pt x="189892" y="29684"/>
                  </a:cubicBezTo>
                  <a:cubicBezTo>
                    <a:pt x="189892" y="21811"/>
                    <a:pt x="179888" y="14261"/>
                    <a:pt x="162083" y="8694"/>
                  </a:cubicBezTo>
                  <a:cubicBezTo>
                    <a:pt x="144277" y="3128"/>
                    <a:pt x="120127" y="0"/>
                    <a:pt x="949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65;p64"/>
            <p:cNvSpPr/>
            <p:nvPr/>
          </p:nvSpPr>
          <p:spPr>
            <a:xfrm>
              <a:off x="5206071" y="3600512"/>
              <a:ext cx="3424199" cy="1040081"/>
            </a:xfrm>
            <a:custGeom>
              <a:avLst/>
              <a:gdLst/>
              <a:ahLst/>
              <a:cxnLst/>
              <a:rect l="l" t="t" r="r" b="b"/>
              <a:pathLst>
                <a:path w="173004" h="52549" extrusionOk="0">
                  <a:moveTo>
                    <a:pt x="86502" y="0"/>
                  </a:moveTo>
                  <a:cubicBezTo>
                    <a:pt x="63560" y="0"/>
                    <a:pt x="41558" y="2768"/>
                    <a:pt x="25336" y="7696"/>
                  </a:cubicBezTo>
                  <a:cubicBezTo>
                    <a:pt x="9113" y="12623"/>
                    <a:pt x="0" y="19306"/>
                    <a:pt x="0" y="26275"/>
                  </a:cubicBezTo>
                  <a:cubicBezTo>
                    <a:pt x="0" y="33243"/>
                    <a:pt x="9113" y="39925"/>
                    <a:pt x="25336" y="44853"/>
                  </a:cubicBezTo>
                  <a:cubicBezTo>
                    <a:pt x="41558" y="49780"/>
                    <a:pt x="63560" y="52549"/>
                    <a:pt x="86502" y="52549"/>
                  </a:cubicBezTo>
                  <a:cubicBezTo>
                    <a:pt x="109443" y="52549"/>
                    <a:pt x="131445" y="49780"/>
                    <a:pt x="147667" y="44853"/>
                  </a:cubicBezTo>
                  <a:cubicBezTo>
                    <a:pt x="163889" y="39925"/>
                    <a:pt x="173004" y="33243"/>
                    <a:pt x="173004" y="26275"/>
                  </a:cubicBezTo>
                  <a:cubicBezTo>
                    <a:pt x="173004" y="19306"/>
                    <a:pt x="163889" y="12623"/>
                    <a:pt x="147667" y="7696"/>
                  </a:cubicBezTo>
                  <a:cubicBezTo>
                    <a:pt x="131445" y="2768"/>
                    <a:pt x="109443" y="0"/>
                    <a:pt x="86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66;p64"/>
            <p:cNvSpPr/>
            <p:nvPr/>
          </p:nvSpPr>
          <p:spPr>
            <a:xfrm>
              <a:off x="5200232" y="3594693"/>
              <a:ext cx="3435857" cy="1051739"/>
            </a:xfrm>
            <a:custGeom>
              <a:avLst/>
              <a:gdLst/>
              <a:ahLst/>
              <a:cxnLst/>
              <a:rect l="l" t="t" r="r" b="b"/>
              <a:pathLst>
                <a:path w="173593" h="53138" extrusionOk="0">
                  <a:moveTo>
                    <a:pt x="86797" y="589"/>
                  </a:moveTo>
                  <a:cubicBezTo>
                    <a:pt x="134332" y="589"/>
                    <a:pt x="173005" y="12243"/>
                    <a:pt x="173005" y="26569"/>
                  </a:cubicBezTo>
                  <a:cubicBezTo>
                    <a:pt x="173005" y="40894"/>
                    <a:pt x="134331" y="52549"/>
                    <a:pt x="86797" y="52549"/>
                  </a:cubicBezTo>
                  <a:cubicBezTo>
                    <a:pt x="39262" y="52549"/>
                    <a:pt x="589" y="40894"/>
                    <a:pt x="589" y="26569"/>
                  </a:cubicBezTo>
                  <a:cubicBezTo>
                    <a:pt x="589" y="12243"/>
                    <a:pt x="39262" y="589"/>
                    <a:pt x="86797" y="589"/>
                  </a:cubicBezTo>
                  <a:close/>
                  <a:moveTo>
                    <a:pt x="86797" y="0"/>
                  </a:moveTo>
                  <a:cubicBezTo>
                    <a:pt x="63663" y="0"/>
                    <a:pt x="41910" y="2737"/>
                    <a:pt x="25545" y="7708"/>
                  </a:cubicBezTo>
                  <a:cubicBezTo>
                    <a:pt x="9072" y="12711"/>
                    <a:pt x="0" y="19410"/>
                    <a:pt x="0" y="26569"/>
                  </a:cubicBezTo>
                  <a:cubicBezTo>
                    <a:pt x="0" y="33728"/>
                    <a:pt x="9072" y="40426"/>
                    <a:pt x="25545" y="45429"/>
                  </a:cubicBezTo>
                  <a:cubicBezTo>
                    <a:pt x="41910" y="50400"/>
                    <a:pt x="63663" y="53138"/>
                    <a:pt x="86797" y="53138"/>
                  </a:cubicBezTo>
                  <a:cubicBezTo>
                    <a:pt x="109930" y="53138"/>
                    <a:pt x="131683" y="50400"/>
                    <a:pt x="148049" y="45429"/>
                  </a:cubicBezTo>
                  <a:cubicBezTo>
                    <a:pt x="164521" y="40427"/>
                    <a:pt x="173593" y="33728"/>
                    <a:pt x="173593" y="26569"/>
                  </a:cubicBezTo>
                  <a:cubicBezTo>
                    <a:pt x="173593" y="19410"/>
                    <a:pt x="164521" y="12713"/>
                    <a:pt x="148049" y="7708"/>
                  </a:cubicBezTo>
                  <a:cubicBezTo>
                    <a:pt x="131683" y="2737"/>
                    <a:pt x="109931" y="0"/>
                    <a:pt x="86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67;p64"/>
            <p:cNvSpPr/>
            <p:nvPr/>
          </p:nvSpPr>
          <p:spPr>
            <a:xfrm>
              <a:off x="5391627" y="3552416"/>
              <a:ext cx="3053067" cy="881997"/>
            </a:xfrm>
            <a:custGeom>
              <a:avLst/>
              <a:gdLst/>
              <a:ahLst/>
              <a:cxnLst/>
              <a:rect l="l" t="t" r="r" b="b"/>
              <a:pathLst>
                <a:path w="154253" h="44562" extrusionOk="0">
                  <a:moveTo>
                    <a:pt x="77127" y="0"/>
                  </a:moveTo>
                  <a:cubicBezTo>
                    <a:pt x="56671" y="0"/>
                    <a:pt x="37054" y="2348"/>
                    <a:pt x="22590" y="6526"/>
                  </a:cubicBezTo>
                  <a:cubicBezTo>
                    <a:pt x="8126" y="10705"/>
                    <a:pt x="1" y="16372"/>
                    <a:pt x="1" y="22281"/>
                  </a:cubicBezTo>
                  <a:cubicBezTo>
                    <a:pt x="1" y="28190"/>
                    <a:pt x="8126" y="33857"/>
                    <a:pt x="22590" y="38036"/>
                  </a:cubicBezTo>
                  <a:cubicBezTo>
                    <a:pt x="37054" y="42214"/>
                    <a:pt x="56671" y="44562"/>
                    <a:pt x="77127" y="44562"/>
                  </a:cubicBezTo>
                  <a:cubicBezTo>
                    <a:pt x="97582" y="44562"/>
                    <a:pt x="117199" y="42214"/>
                    <a:pt x="131662" y="38036"/>
                  </a:cubicBezTo>
                  <a:cubicBezTo>
                    <a:pt x="146127" y="33857"/>
                    <a:pt x="154252" y="28190"/>
                    <a:pt x="154252" y="22281"/>
                  </a:cubicBezTo>
                  <a:cubicBezTo>
                    <a:pt x="154252" y="16372"/>
                    <a:pt x="146127" y="10705"/>
                    <a:pt x="131662" y="6526"/>
                  </a:cubicBezTo>
                  <a:cubicBezTo>
                    <a:pt x="117199" y="2348"/>
                    <a:pt x="97582" y="0"/>
                    <a:pt x="77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68;p64"/>
            <p:cNvSpPr/>
            <p:nvPr/>
          </p:nvSpPr>
          <p:spPr>
            <a:xfrm>
              <a:off x="5385788" y="3546577"/>
              <a:ext cx="3064745" cy="893675"/>
            </a:xfrm>
            <a:custGeom>
              <a:avLst/>
              <a:gdLst/>
              <a:ahLst/>
              <a:cxnLst/>
              <a:rect l="l" t="t" r="r" b="b"/>
              <a:pathLst>
                <a:path w="154843" h="45152" extrusionOk="0">
                  <a:moveTo>
                    <a:pt x="77422" y="590"/>
                  </a:moveTo>
                  <a:cubicBezTo>
                    <a:pt x="119787" y="590"/>
                    <a:pt x="154253" y="10451"/>
                    <a:pt x="154253" y="22576"/>
                  </a:cubicBezTo>
                  <a:cubicBezTo>
                    <a:pt x="154253" y="34699"/>
                    <a:pt x="119787" y="44562"/>
                    <a:pt x="77422" y="44562"/>
                  </a:cubicBezTo>
                  <a:cubicBezTo>
                    <a:pt x="35056" y="44562"/>
                    <a:pt x="589" y="34698"/>
                    <a:pt x="589" y="22576"/>
                  </a:cubicBezTo>
                  <a:cubicBezTo>
                    <a:pt x="589" y="10453"/>
                    <a:pt x="35056" y="590"/>
                    <a:pt x="77422" y="590"/>
                  </a:cubicBezTo>
                  <a:close/>
                  <a:moveTo>
                    <a:pt x="77422" y="0"/>
                  </a:moveTo>
                  <a:cubicBezTo>
                    <a:pt x="56794" y="0"/>
                    <a:pt x="37396" y="2322"/>
                    <a:pt x="22803" y="6537"/>
                  </a:cubicBezTo>
                  <a:cubicBezTo>
                    <a:pt x="8099" y="10785"/>
                    <a:pt x="1" y="16481"/>
                    <a:pt x="1" y="22575"/>
                  </a:cubicBezTo>
                  <a:cubicBezTo>
                    <a:pt x="1" y="28669"/>
                    <a:pt x="8099" y="34365"/>
                    <a:pt x="22803" y="38613"/>
                  </a:cubicBezTo>
                  <a:cubicBezTo>
                    <a:pt x="37397" y="42829"/>
                    <a:pt x="56794" y="45152"/>
                    <a:pt x="77422" y="45152"/>
                  </a:cubicBezTo>
                  <a:cubicBezTo>
                    <a:pt x="98049" y="45152"/>
                    <a:pt x="117447" y="42829"/>
                    <a:pt x="132040" y="38613"/>
                  </a:cubicBezTo>
                  <a:cubicBezTo>
                    <a:pt x="146744" y="34365"/>
                    <a:pt x="154842" y="28669"/>
                    <a:pt x="154842" y="22575"/>
                  </a:cubicBezTo>
                  <a:cubicBezTo>
                    <a:pt x="154842" y="16481"/>
                    <a:pt x="146744" y="10785"/>
                    <a:pt x="132040" y="6537"/>
                  </a:cubicBezTo>
                  <a:cubicBezTo>
                    <a:pt x="117447" y="2322"/>
                    <a:pt x="98049" y="0"/>
                    <a:pt x="77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69;p64"/>
            <p:cNvSpPr/>
            <p:nvPr/>
          </p:nvSpPr>
          <p:spPr>
            <a:xfrm>
              <a:off x="5525820" y="3591169"/>
              <a:ext cx="2784680" cy="775394"/>
            </a:xfrm>
            <a:custGeom>
              <a:avLst/>
              <a:gdLst/>
              <a:ahLst/>
              <a:cxnLst/>
              <a:rect l="l" t="t" r="r" b="b"/>
              <a:pathLst>
                <a:path w="140693" h="39176" extrusionOk="0">
                  <a:moveTo>
                    <a:pt x="70347" y="1"/>
                  </a:moveTo>
                  <a:cubicBezTo>
                    <a:pt x="51689" y="1"/>
                    <a:pt x="33797" y="2064"/>
                    <a:pt x="20604" y="5738"/>
                  </a:cubicBezTo>
                  <a:cubicBezTo>
                    <a:pt x="7412" y="9411"/>
                    <a:pt x="0" y="14393"/>
                    <a:pt x="0" y="19588"/>
                  </a:cubicBezTo>
                  <a:cubicBezTo>
                    <a:pt x="0" y="24784"/>
                    <a:pt x="7412" y="29765"/>
                    <a:pt x="20604" y="33439"/>
                  </a:cubicBezTo>
                  <a:cubicBezTo>
                    <a:pt x="33797" y="37112"/>
                    <a:pt x="51689" y="39176"/>
                    <a:pt x="70347" y="39176"/>
                  </a:cubicBezTo>
                  <a:cubicBezTo>
                    <a:pt x="89003" y="39176"/>
                    <a:pt x="106896" y="37112"/>
                    <a:pt x="120088" y="33439"/>
                  </a:cubicBezTo>
                  <a:cubicBezTo>
                    <a:pt x="133281" y="29765"/>
                    <a:pt x="140692" y="24784"/>
                    <a:pt x="140692" y="19588"/>
                  </a:cubicBezTo>
                  <a:cubicBezTo>
                    <a:pt x="140692" y="14393"/>
                    <a:pt x="133281" y="9411"/>
                    <a:pt x="120088" y="5738"/>
                  </a:cubicBezTo>
                  <a:cubicBezTo>
                    <a:pt x="106896" y="2064"/>
                    <a:pt x="89003" y="1"/>
                    <a:pt x="70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70;p64"/>
            <p:cNvSpPr/>
            <p:nvPr/>
          </p:nvSpPr>
          <p:spPr>
            <a:xfrm>
              <a:off x="5520001" y="3585331"/>
              <a:ext cx="2796318" cy="787072"/>
            </a:xfrm>
            <a:custGeom>
              <a:avLst/>
              <a:gdLst/>
              <a:ahLst/>
              <a:cxnLst/>
              <a:rect l="l" t="t" r="r" b="b"/>
              <a:pathLst>
                <a:path w="141281" h="39766" extrusionOk="0">
                  <a:moveTo>
                    <a:pt x="70641" y="590"/>
                  </a:moveTo>
                  <a:cubicBezTo>
                    <a:pt x="109267" y="590"/>
                    <a:pt x="140691" y="9245"/>
                    <a:pt x="140691" y="19883"/>
                  </a:cubicBezTo>
                  <a:cubicBezTo>
                    <a:pt x="140691" y="30522"/>
                    <a:pt x="109267" y="39177"/>
                    <a:pt x="70641" y="39177"/>
                  </a:cubicBezTo>
                  <a:cubicBezTo>
                    <a:pt x="32014" y="39177"/>
                    <a:pt x="589" y="30522"/>
                    <a:pt x="589" y="19883"/>
                  </a:cubicBezTo>
                  <a:cubicBezTo>
                    <a:pt x="589" y="9245"/>
                    <a:pt x="32014" y="590"/>
                    <a:pt x="70641" y="590"/>
                  </a:cubicBezTo>
                  <a:close/>
                  <a:moveTo>
                    <a:pt x="70641" y="1"/>
                  </a:moveTo>
                  <a:cubicBezTo>
                    <a:pt x="51824" y="1"/>
                    <a:pt x="34132" y="2042"/>
                    <a:pt x="20820" y="5749"/>
                  </a:cubicBezTo>
                  <a:cubicBezTo>
                    <a:pt x="7395" y="9488"/>
                    <a:pt x="1" y="14507"/>
                    <a:pt x="1" y="19883"/>
                  </a:cubicBezTo>
                  <a:cubicBezTo>
                    <a:pt x="1" y="25260"/>
                    <a:pt x="7395" y="30280"/>
                    <a:pt x="20820" y="34018"/>
                  </a:cubicBezTo>
                  <a:cubicBezTo>
                    <a:pt x="34132" y="37724"/>
                    <a:pt x="51824" y="39766"/>
                    <a:pt x="70641" y="39766"/>
                  </a:cubicBezTo>
                  <a:cubicBezTo>
                    <a:pt x="89456" y="39766"/>
                    <a:pt x="107150" y="37724"/>
                    <a:pt x="120461" y="34018"/>
                  </a:cubicBezTo>
                  <a:cubicBezTo>
                    <a:pt x="133887" y="30280"/>
                    <a:pt x="141280" y="25260"/>
                    <a:pt x="141280" y="19883"/>
                  </a:cubicBezTo>
                  <a:cubicBezTo>
                    <a:pt x="141280" y="14507"/>
                    <a:pt x="133887" y="9488"/>
                    <a:pt x="120461" y="5749"/>
                  </a:cubicBezTo>
                  <a:cubicBezTo>
                    <a:pt x="107150" y="2042"/>
                    <a:pt x="89456" y="1"/>
                    <a:pt x="70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1;p64"/>
            <p:cNvSpPr/>
            <p:nvPr/>
          </p:nvSpPr>
          <p:spPr>
            <a:xfrm>
              <a:off x="5544228" y="3717169"/>
              <a:ext cx="2747866" cy="649395"/>
            </a:xfrm>
            <a:custGeom>
              <a:avLst/>
              <a:gdLst/>
              <a:ahLst/>
              <a:cxnLst/>
              <a:rect l="l" t="t" r="r" b="b"/>
              <a:pathLst>
                <a:path w="138833" h="32810" extrusionOk="0">
                  <a:moveTo>
                    <a:pt x="69417" y="0"/>
                  </a:moveTo>
                  <a:cubicBezTo>
                    <a:pt x="51006" y="0"/>
                    <a:pt x="33349" y="1729"/>
                    <a:pt x="20332" y="4805"/>
                  </a:cubicBezTo>
                  <a:cubicBezTo>
                    <a:pt x="7314" y="7882"/>
                    <a:pt x="0" y="12054"/>
                    <a:pt x="0" y="16406"/>
                  </a:cubicBezTo>
                  <a:cubicBezTo>
                    <a:pt x="0" y="20756"/>
                    <a:pt x="7314" y="24929"/>
                    <a:pt x="20332" y="28005"/>
                  </a:cubicBezTo>
                  <a:cubicBezTo>
                    <a:pt x="33349" y="31082"/>
                    <a:pt x="51006" y="32810"/>
                    <a:pt x="69417" y="32810"/>
                  </a:cubicBezTo>
                  <a:cubicBezTo>
                    <a:pt x="87827" y="32810"/>
                    <a:pt x="105483" y="31082"/>
                    <a:pt x="118501" y="28005"/>
                  </a:cubicBezTo>
                  <a:cubicBezTo>
                    <a:pt x="131520" y="24929"/>
                    <a:pt x="138832" y="20756"/>
                    <a:pt x="138832" y="16406"/>
                  </a:cubicBezTo>
                  <a:cubicBezTo>
                    <a:pt x="138832" y="12054"/>
                    <a:pt x="131520" y="7882"/>
                    <a:pt x="118501" y="4805"/>
                  </a:cubicBezTo>
                  <a:cubicBezTo>
                    <a:pt x="105483" y="1729"/>
                    <a:pt x="87827" y="0"/>
                    <a:pt x="69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2;p64"/>
            <p:cNvSpPr/>
            <p:nvPr/>
          </p:nvSpPr>
          <p:spPr>
            <a:xfrm>
              <a:off x="5537478" y="3711350"/>
              <a:ext cx="2761365" cy="661052"/>
            </a:xfrm>
            <a:custGeom>
              <a:avLst/>
              <a:gdLst/>
              <a:ahLst/>
              <a:cxnLst/>
              <a:rect l="l" t="t" r="r" b="b"/>
              <a:pathLst>
                <a:path w="139515" h="33399" extrusionOk="0">
                  <a:moveTo>
                    <a:pt x="69758" y="589"/>
                  </a:moveTo>
                  <a:cubicBezTo>
                    <a:pt x="103563" y="589"/>
                    <a:pt x="133159" y="7504"/>
                    <a:pt x="138829" y="16700"/>
                  </a:cubicBezTo>
                  <a:cubicBezTo>
                    <a:pt x="133159" y="25895"/>
                    <a:pt x="103562" y="32810"/>
                    <a:pt x="69758" y="32810"/>
                  </a:cubicBezTo>
                  <a:cubicBezTo>
                    <a:pt x="35953" y="32810"/>
                    <a:pt x="6356" y="25895"/>
                    <a:pt x="685" y="16700"/>
                  </a:cubicBezTo>
                  <a:cubicBezTo>
                    <a:pt x="6356" y="7504"/>
                    <a:pt x="35953" y="589"/>
                    <a:pt x="69758" y="589"/>
                  </a:cubicBezTo>
                  <a:close/>
                  <a:moveTo>
                    <a:pt x="69758" y="0"/>
                  </a:moveTo>
                  <a:cubicBezTo>
                    <a:pt x="35017" y="0"/>
                    <a:pt x="5717" y="6961"/>
                    <a:pt x="87" y="16550"/>
                  </a:cubicBezTo>
                  <a:lnTo>
                    <a:pt x="0" y="16700"/>
                  </a:lnTo>
                  <a:lnTo>
                    <a:pt x="87" y="16849"/>
                  </a:lnTo>
                  <a:cubicBezTo>
                    <a:pt x="5717" y="26438"/>
                    <a:pt x="35017" y="33399"/>
                    <a:pt x="69758" y="33399"/>
                  </a:cubicBezTo>
                  <a:cubicBezTo>
                    <a:pt x="104497" y="33399"/>
                    <a:pt x="133799" y="26438"/>
                    <a:pt x="139428" y="16849"/>
                  </a:cubicBezTo>
                  <a:lnTo>
                    <a:pt x="139514" y="16700"/>
                  </a:lnTo>
                  <a:lnTo>
                    <a:pt x="139428" y="16550"/>
                  </a:lnTo>
                  <a:cubicBezTo>
                    <a:pt x="133799" y="6961"/>
                    <a:pt x="104497" y="0"/>
                    <a:pt x="69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3;p64"/>
            <p:cNvSpPr/>
            <p:nvPr/>
          </p:nvSpPr>
          <p:spPr>
            <a:xfrm>
              <a:off x="5512976" y="4268709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0" y="933"/>
                    <a:pt x="0" y="2084"/>
                  </a:cubicBezTo>
                  <a:cubicBezTo>
                    <a:pt x="0" y="3235"/>
                    <a:pt x="1066" y="4168"/>
                    <a:pt x="2382" y="4168"/>
                  </a:cubicBezTo>
                  <a:cubicBezTo>
                    <a:pt x="3697" y="4168"/>
                    <a:pt x="4763" y="3235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4;p64"/>
            <p:cNvSpPr/>
            <p:nvPr/>
          </p:nvSpPr>
          <p:spPr>
            <a:xfrm>
              <a:off x="5507157" y="4262890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6" y="590"/>
                    <a:pt x="4763" y="1391"/>
                    <a:pt x="4763" y="2378"/>
                  </a:cubicBezTo>
                  <a:cubicBezTo>
                    <a:pt x="4763" y="3364"/>
                    <a:pt x="3826" y="4168"/>
                    <a:pt x="2676" y="4168"/>
                  </a:cubicBezTo>
                  <a:cubicBezTo>
                    <a:pt x="1525" y="4168"/>
                    <a:pt x="589" y="3364"/>
                    <a:pt x="589" y="2378"/>
                  </a:cubicBezTo>
                  <a:cubicBezTo>
                    <a:pt x="589" y="1391"/>
                    <a:pt x="1525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0" y="1067"/>
                    <a:pt x="0" y="2378"/>
                  </a:cubicBezTo>
                  <a:cubicBezTo>
                    <a:pt x="0" y="3690"/>
                    <a:pt x="1200" y="4756"/>
                    <a:pt x="2676" y="4756"/>
                  </a:cubicBezTo>
                  <a:cubicBezTo>
                    <a:pt x="4151" y="4756"/>
                    <a:pt x="5352" y="3688"/>
                    <a:pt x="5352" y="2378"/>
                  </a:cubicBezTo>
                  <a:cubicBezTo>
                    <a:pt x="5352" y="1067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5;p64"/>
            <p:cNvSpPr/>
            <p:nvPr/>
          </p:nvSpPr>
          <p:spPr>
            <a:xfrm>
              <a:off x="6191287" y="4448783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1" y="934"/>
                    <a:pt x="1" y="2084"/>
                  </a:cubicBezTo>
                  <a:cubicBezTo>
                    <a:pt x="1" y="3234"/>
                    <a:pt x="1066" y="4168"/>
                    <a:pt x="2382" y="4168"/>
                  </a:cubicBezTo>
                  <a:cubicBezTo>
                    <a:pt x="3697" y="4168"/>
                    <a:pt x="4763" y="3234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6;p64"/>
            <p:cNvSpPr/>
            <p:nvPr/>
          </p:nvSpPr>
          <p:spPr>
            <a:xfrm>
              <a:off x="6185448" y="4442944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8" y="590"/>
                    <a:pt x="4763" y="1393"/>
                    <a:pt x="4763" y="2379"/>
                  </a:cubicBezTo>
                  <a:cubicBezTo>
                    <a:pt x="4763" y="3366"/>
                    <a:pt x="3826" y="4168"/>
                    <a:pt x="2676" y="4168"/>
                  </a:cubicBezTo>
                  <a:cubicBezTo>
                    <a:pt x="1526" y="4168"/>
                    <a:pt x="589" y="3366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1" y="1069"/>
                    <a:pt x="1" y="2379"/>
                  </a:cubicBezTo>
                  <a:cubicBezTo>
                    <a:pt x="1" y="3689"/>
                    <a:pt x="1201" y="4756"/>
                    <a:pt x="2676" y="4756"/>
                  </a:cubicBezTo>
                  <a:cubicBezTo>
                    <a:pt x="4152" y="4756"/>
                    <a:pt x="5352" y="3691"/>
                    <a:pt x="5352" y="2379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77;p64"/>
            <p:cNvSpPr/>
            <p:nvPr/>
          </p:nvSpPr>
          <p:spPr>
            <a:xfrm>
              <a:off x="6998331" y="4478234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7" y="1"/>
                    <a:pt x="1" y="933"/>
                    <a:pt x="1" y="2084"/>
                  </a:cubicBezTo>
                  <a:cubicBezTo>
                    <a:pt x="1" y="3236"/>
                    <a:pt x="1067" y="4168"/>
                    <a:pt x="2382" y="4168"/>
                  </a:cubicBezTo>
                  <a:cubicBezTo>
                    <a:pt x="3697" y="4168"/>
                    <a:pt x="4763" y="3236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8;p64"/>
            <p:cNvSpPr/>
            <p:nvPr/>
          </p:nvSpPr>
          <p:spPr>
            <a:xfrm>
              <a:off x="6992512" y="4472415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7" y="590"/>
                    <a:pt x="4763" y="1391"/>
                    <a:pt x="4763" y="2378"/>
                  </a:cubicBezTo>
                  <a:cubicBezTo>
                    <a:pt x="4763" y="3365"/>
                    <a:pt x="3827" y="4168"/>
                    <a:pt x="2676" y="4168"/>
                  </a:cubicBezTo>
                  <a:cubicBezTo>
                    <a:pt x="1526" y="4168"/>
                    <a:pt x="590" y="3364"/>
                    <a:pt x="590" y="2378"/>
                  </a:cubicBezTo>
                  <a:cubicBezTo>
                    <a:pt x="590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1" y="1067"/>
                    <a:pt x="1" y="2378"/>
                  </a:cubicBezTo>
                  <a:cubicBezTo>
                    <a:pt x="1" y="3690"/>
                    <a:pt x="1200" y="4757"/>
                    <a:pt x="2676" y="4757"/>
                  </a:cubicBezTo>
                  <a:cubicBezTo>
                    <a:pt x="4151" y="4757"/>
                    <a:pt x="5352" y="3689"/>
                    <a:pt x="5352" y="2378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79;p64"/>
            <p:cNvSpPr/>
            <p:nvPr/>
          </p:nvSpPr>
          <p:spPr>
            <a:xfrm>
              <a:off x="7799496" y="4407555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1" y="0"/>
                  </a:moveTo>
                  <a:cubicBezTo>
                    <a:pt x="1066" y="0"/>
                    <a:pt x="0" y="933"/>
                    <a:pt x="0" y="2084"/>
                  </a:cubicBezTo>
                  <a:cubicBezTo>
                    <a:pt x="0" y="3234"/>
                    <a:pt x="1066" y="4167"/>
                    <a:pt x="2381" y="4167"/>
                  </a:cubicBezTo>
                  <a:cubicBezTo>
                    <a:pt x="3697" y="4167"/>
                    <a:pt x="4763" y="3234"/>
                    <a:pt x="4763" y="2084"/>
                  </a:cubicBezTo>
                  <a:cubicBezTo>
                    <a:pt x="4763" y="933"/>
                    <a:pt x="3697" y="0"/>
                    <a:pt x="2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80;p64"/>
            <p:cNvSpPr/>
            <p:nvPr/>
          </p:nvSpPr>
          <p:spPr>
            <a:xfrm>
              <a:off x="7793677" y="4401716"/>
              <a:ext cx="105930" cy="94174"/>
            </a:xfrm>
            <a:custGeom>
              <a:avLst/>
              <a:gdLst/>
              <a:ahLst/>
              <a:cxnLst/>
              <a:rect l="l" t="t" r="r" b="b"/>
              <a:pathLst>
                <a:path w="5352" h="4758" extrusionOk="0">
                  <a:moveTo>
                    <a:pt x="2676" y="590"/>
                  </a:moveTo>
                  <a:cubicBezTo>
                    <a:pt x="3826" y="590"/>
                    <a:pt x="4763" y="1392"/>
                    <a:pt x="4763" y="2379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0"/>
                  </a:moveTo>
                  <a:cubicBezTo>
                    <a:pt x="1201" y="0"/>
                    <a:pt x="0" y="1067"/>
                    <a:pt x="0" y="2379"/>
                  </a:cubicBezTo>
                  <a:cubicBezTo>
                    <a:pt x="0" y="3690"/>
                    <a:pt x="1201" y="4757"/>
                    <a:pt x="2676" y="4757"/>
                  </a:cubicBezTo>
                  <a:cubicBezTo>
                    <a:pt x="4151" y="4757"/>
                    <a:pt x="5352" y="3689"/>
                    <a:pt x="5352" y="2379"/>
                  </a:cubicBezTo>
                  <a:cubicBezTo>
                    <a:pt x="5352" y="1067"/>
                    <a:pt x="4151" y="0"/>
                    <a:pt x="2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1;p64"/>
            <p:cNvSpPr/>
            <p:nvPr/>
          </p:nvSpPr>
          <p:spPr>
            <a:xfrm>
              <a:off x="8317903" y="4219030"/>
              <a:ext cx="94252" cy="82496"/>
            </a:xfrm>
            <a:custGeom>
              <a:avLst/>
              <a:gdLst/>
              <a:ahLst/>
              <a:cxnLst/>
              <a:rect l="l" t="t" r="r" b="b"/>
              <a:pathLst>
                <a:path w="4762" h="4168" extrusionOk="0">
                  <a:moveTo>
                    <a:pt x="2381" y="1"/>
                  </a:moveTo>
                  <a:cubicBezTo>
                    <a:pt x="1066" y="1"/>
                    <a:pt x="0" y="934"/>
                    <a:pt x="0" y="2084"/>
                  </a:cubicBezTo>
                  <a:cubicBezTo>
                    <a:pt x="0" y="3235"/>
                    <a:pt x="1066" y="4168"/>
                    <a:pt x="2381" y="4168"/>
                  </a:cubicBezTo>
                  <a:cubicBezTo>
                    <a:pt x="3696" y="4168"/>
                    <a:pt x="4762" y="3235"/>
                    <a:pt x="4762" y="2084"/>
                  </a:cubicBezTo>
                  <a:cubicBezTo>
                    <a:pt x="4762" y="934"/>
                    <a:pt x="3696" y="1"/>
                    <a:pt x="2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2;p64"/>
            <p:cNvSpPr/>
            <p:nvPr/>
          </p:nvSpPr>
          <p:spPr>
            <a:xfrm>
              <a:off x="8312064" y="4213211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lnTo>
                    <a:pt x="2676" y="591"/>
                  </a:lnTo>
                  <a:cubicBezTo>
                    <a:pt x="3826" y="591"/>
                    <a:pt x="4763" y="1391"/>
                    <a:pt x="4763" y="2378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8"/>
                  </a:cubicBezTo>
                  <a:cubicBezTo>
                    <a:pt x="589" y="1391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0" y="1068"/>
                    <a:pt x="0" y="2378"/>
                  </a:cubicBezTo>
                  <a:cubicBezTo>
                    <a:pt x="0" y="3690"/>
                    <a:pt x="1201" y="4756"/>
                    <a:pt x="2676" y="4756"/>
                  </a:cubicBezTo>
                  <a:cubicBezTo>
                    <a:pt x="4151" y="4756"/>
                    <a:pt x="5351" y="3690"/>
                    <a:pt x="5351" y="2378"/>
                  </a:cubicBezTo>
                  <a:cubicBezTo>
                    <a:pt x="5351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3;p64"/>
            <p:cNvSpPr/>
            <p:nvPr/>
          </p:nvSpPr>
          <p:spPr>
            <a:xfrm>
              <a:off x="8474759" y="3972474"/>
              <a:ext cx="109018" cy="72778"/>
            </a:xfrm>
            <a:custGeom>
              <a:avLst/>
              <a:gdLst/>
              <a:ahLst/>
              <a:cxnLst/>
              <a:rect l="l" t="t" r="r" b="b"/>
              <a:pathLst>
                <a:path w="5508" h="3677" extrusionOk="0">
                  <a:moveTo>
                    <a:pt x="1702" y="1"/>
                  </a:moveTo>
                  <a:cubicBezTo>
                    <a:pt x="1092" y="1"/>
                    <a:pt x="602" y="206"/>
                    <a:pt x="393" y="608"/>
                  </a:cubicBezTo>
                  <a:cubicBezTo>
                    <a:pt x="0" y="1363"/>
                    <a:pt x="738" y="2525"/>
                    <a:pt x="2042" y="3204"/>
                  </a:cubicBezTo>
                  <a:cubicBezTo>
                    <a:pt x="2650" y="3521"/>
                    <a:pt x="3273" y="3676"/>
                    <a:pt x="3805" y="3676"/>
                  </a:cubicBezTo>
                  <a:cubicBezTo>
                    <a:pt x="4415" y="3676"/>
                    <a:pt x="4905" y="3471"/>
                    <a:pt x="5114" y="3069"/>
                  </a:cubicBezTo>
                  <a:cubicBezTo>
                    <a:pt x="5508" y="2315"/>
                    <a:pt x="4769" y="1152"/>
                    <a:pt x="3465" y="473"/>
                  </a:cubicBezTo>
                  <a:cubicBezTo>
                    <a:pt x="2857" y="157"/>
                    <a:pt x="2234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4;p64"/>
            <p:cNvSpPr/>
            <p:nvPr/>
          </p:nvSpPr>
          <p:spPr>
            <a:xfrm>
              <a:off x="8472582" y="3966635"/>
              <a:ext cx="113352" cy="84475"/>
            </a:xfrm>
            <a:custGeom>
              <a:avLst/>
              <a:gdLst/>
              <a:ahLst/>
              <a:cxnLst/>
              <a:rect l="l" t="t" r="r" b="b"/>
              <a:pathLst>
                <a:path w="5727" h="4268" extrusionOk="0">
                  <a:moveTo>
                    <a:pt x="1800" y="588"/>
                  </a:moveTo>
                  <a:cubicBezTo>
                    <a:pt x="2286" y="588"/>
                    <a:pt x="2874" y="736"/>
                    <a:pt x="3439" y="1029"/>
                  </a:cubicBezTo>
                  <a:cubicBezTo>
                    <a:pt x="4025" y="1334"/>
                    <a:pt x="4504" y="1750"/>
                    <a:pt x="4788" y="2196"/>
                  </a:cubicBezTo>
                  <a:cubicBezTo>
                    <a:pt x="4935" y="2426"/>
                    <a:pt x="5152" y="2867"/>
                    <a:pt x="4964" y="3228"/>
                  </a:cubicBezTo>
                  <a:cubicBezTo>
                    <a:pt x="4807" y="3529"/>
                    <a:pt x="4419" y="3680"/>
                    <a:pt x="3928" y="3680"/>
                  </a:cubicBezTo>
                  <a:cubicBezTo>
                    <a:pt x="3442" y="3680"/>
                    <a:pt x="2854" y="3532"/>
                    <a:pt x="2289" y="3238"/>
                  </a:cubicBezTo>
                  <a:cubicBezTo>
                    <a:pt x="1703" y="2933"/>
                    <a:pt x="1224" y="2519"/>
                    <a:pt x="940" y="2072"/>
                  </a:cubicBezTo>
                  <a:cubicBezTo>
                    <a:pt x="793" y="1841"/>
                    <a:pt x="576" y="1401"/>
                    <a:pt x="764" y="1040"/>
                  </a:cubicBezTo>
                  <a:cubicBezTo>
                    <a:pt x="920" y="739"/>
                    <a:pt x="1308" y="588"/>
                    <a:pt x="1800" y="588"/>
                  </a:cubicBezTo>
                  <a:close/>
                  <a:moveTo>
                    <a:pt x="1816" y="0"/>
                  </a:moveTo>
                  <a:cubicBezTo>
                    <a:pt x="1093" y="0"/>
                    <a:pt x="505" y="261"/>
                    <a:pt x="241" y="767"/>
                  </a:cubicBezTo>
                  <a:cubicBezTo>
                    <a:pt x="0" y="1229"/>
                    <a:pt x="72" y="1805"/>
                    <a:pt x="442" y="2388"/>
                  </a:cubicBezTo>
                  <a:cubicBezTo>
                    <a:pt x="781" y="2921"/>
                    <a:pt x="1340" y="3409"/>
                    <a:pt x="2016" y="3761"/>
                  </a:cubicBezTo>
                  <a:cubicBezTo>
                    <a:pt x="2669" y="4101"/>
                    <a:pt x="3334" y="4268"/>
                    <a:pt x="3912" y="4268"/>
                  </a:cubicBezTo>
                  <a:cubicBezTo>
                    <a:pt x="4634" y="4268"/>
                    <a:pt x="5222" y="4007"/>
                    <a:pt x="5485" y="3500"/>
                  </a:cubicBezTo>
                  <a:cubicBezTo>
                    <a:pt x="5727" y="3038"/>
                    <a:pt x="5654" y="2463"/>
                    <a:pt x="5285" y="1880"/>
                  </a:cubicBezTo>
                  <a:cubicBezTo>
                    <a:pt x="4946" y="1346"/>
                    <a:pt x="4388" y="860"/>
                    <a:pt x="3711" y="508"/>
                  </a:cubicBezTo>
                  <a:cubicBezTo>
                    <a:pt x="3058" y="167"/>
                    <a:pt x="2394" y="0"/>
                    <a:pt x="1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5;p64"/>
            <p:cNvSpPr/>
            <p:nvPr/>
          </p:nvSpPr>
          <p:spPr>
            <a:xfrm>
              <a:off x="5252544" y="3972474"/>
              <a:ext cx="109038" cy="72778"/>
            </a:xfrm>
            <a:custGeom>
              <a:avLst/>
              <a:gdLst/>
              <a:ahLst/>
              <a:cxnLst/>
              <a:rect l="l" t="t" r="r" b="b"/>
              <a:pathLst>
                <a:path w="5509" h="3677" extrusionOk="0">
                  <a:moveTo>
                    <a:pt x="3807" y="1"/>
                  </a:moveTo>
                  <a:cubicBezTo>
                    <a:pt x="3275" y="1"/>
                    <a:pt x="2651" y="157"/>
                    <a:pt x="2044" y="473"/>
                  </a:cubicBezTo>
                  <a:cubicBezTo>
                    <a:pt x="739" y="1152"/>
                    <a:pt x="1" y="2315"/>
                    <a:pt x="393" y="3069"/>
                  </a:cubicBezTo>
                  <a:cubicBezTo>
                    <a:pt x="603" y="3471"/>
                    <a:pt x="1094" y="3676"/>
                    <a:pt x="1704" y="3676"/>
                  </a:cubicBezTo>
                  <a:cubicBezTo>
                    <a:pt x="2236" y="3676"/>
                    <a:pt x="2859" y="3521"/>
                    <a:pt x="3466" y="3204"/>
                  </a:cubicBezTo>
                  <a:cubicBezTo>
                    <a:pt x="4771" y="2525"/>
                    <a:pt x="5509" y="1363"/>
                    <a:pt x="5116" y="608"/>
                  </a:cubicBezTo>
                  <a:cubicBezTo>
                    <a:pt x="4907" y="206"/>
                    <a:pt x="4417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86;p64"/>
            <p:cNvSpPr/>
            <p:nvPr/>
          </p:nvSpPr>
          <p:spPr>
            <a:xfrm>
              <a:off x="5250387" y="3966615"/>
              <a:ext cx="113352" cy="84495"/>
            </a:xfrm>
            <a:custGeom>
              <a:avLst/>
              <a:gdLst/>
              <a:ahLst/>
              <a:cxnLst/>
              <a:rect l="l" t="t" r="r" b="b"/>
              <a:pathLst>
                <a:path w="5727" h="4269" extrusionOk="0">
                  <a:moveTo>
                    <a:pt x="3927" y="589"/>
                  </a:moveTo>
                  <a:cubicBezTo>
                    <a:pt x="4419" y="589"/>
                    <a:pt x="4806" y="740"/>
                    <a:pt x="4964" y="1041"/>
                  </a:cubicBezTo>
                  <a:cubicBezTo>
                    <a:pt x="5152" y="1401"/>
                    <a:pt x="4935" y="1842"/>
                    <a:pt x="4788" y="2073"/>
                  </a:cubicBezTo>
                  <a:cubicBezTo>
                    <a:pt x="4504" y="2520"/>
                    <a:pt x="4025" y="2934"/>
                    <a:pt x="3439" y="3239"/>
                  </a:cubicBezTo>
                  <a:cubicBezTo>
                    <a:pt x="2873" y="3534"/>
                    <a:pt x="2286" y="3681"/>
                    <a:pt x="1800" y="3681"/>
                  </a:cubicBezTo>
                  <a:cubicBezTo>
                    <a:pt x="1309" y="3681"/>
                    <a:pt x="921" y="3530"/>
                    <a:pt x="763" y="3229"/>
                  </a:cubicBezTo>
                  <a:cubicBezTo>
                    <a:pt x="576" y="2868"/>
                    <a:pt x="793" y="2427"/>
                    <a:pt x="940" y="2197"/>
                  </a:cubicBezTo>
                  <a:cubicBezTo>
                    <a:pt x="1224" y="1750"/>
                    <a:pt x="1703" y="1335"/>
                    <a:pt x="2289" y="1030"/>
                  </a:cubicBezTo>
                  <a:cubicBezTo>
                    <a:pt x="2853" y="737"/>
                    <a:pt x="3441" y="589"/>
                    <a:pt x="3927" y="589"/>
                  </a:cubicBezTo>
                  <a:close/>
                  <a:moveTo>
                    <a:pt x="3912" y="1"/>
                  </a:moveTo>
                  <a:cubicBezTo>
                    <a:pt x="3334" y="1"/>
                    <a:pt x="2670" y="167"/>
                    <a:pt x="2017" y="507"/>
                  </a:cubicBezTo>
                  <a:cubicBezTo>
                    <a:pt x="1340" y="859"/>
                    <a:pt x="781" y="1347"/>
                    <a:pt x="442" y="1880"/>
                  </a:cubicBezTo>
                  <a:cubicBezTo>
                    <a:pt x="73" y="2464"/>
                    <a:pt x="0" y="3039"/>
                    <a:pt x="241" y="3501"/>
                  </a:cubicBezTo>
                  <a:cubicBezTo>
                    <a:pt x="506" y="4009"/>
                    <a:pt x="1093" y="4269"/>
                    <a:pt x="1816" y="4269"/>
                  </a:cubicBezTo>
                  <a:cubicBezTo>
                    <a:pt x="2394" y="4269"/>
                    <a:pt x="3057" y="4102"/>
                    <a:pt x="3711" y="3761"/>
                  </a:cubicBezTo>
                  <a:cubicBezTo>
                    <a:pt x="4386" y="3409"/>
                    <a:pt x="4946" y="2922"/>
                    <a:pt x="5284" y="2388"/>
                  </a:cubicBezTo>
                  <a:cubicBezTo>
                    <a:pt x="5655" y="1806"/>
                    <a:pt x="5726" y="1230"/>
                    <a:pt x="5486" y="768"/>
                  </a:cubicBezTo>
                  <a:cubicBezTo>
                    <a:pt x="5222" y="261"/>
                    <a:pt x="4634" y="1"/>
                    <a:pt x="3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87;p64"/>
            <p:cNvSpPr/>
            <p:nvPr/>
          </p:nvSpPr>
          <p:spPr>
            <a:xfrm>
              <a:off x="5517845" y="3496561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1" y="1"/>
                  </a:moveTo>
                  <a:lnTo>
                    <a:pt x="1" y="20098"/>
                  </a:lnTo>
                  <a:lnTo>
                    <a:pt x="590" y="2009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88;p64"/>
            <p:cNvSpPr/>
            <p:nvPr/>
          </p:nvSpPr>
          <p:spPr>
            <a:xfrm>
              <a:off x="5774733" y="3985478"/>
              <a:ext cx="11678" cy="198916"/>
            </a:xfrm>
            <a:custGeom>
              <a:avLst/>
              <a:gdLst/>
              <a:ahLst/>
              <a:cxnLst/>
              <a:rect l="l" t="t" r="r" b="b"/>
              <a:pathLst>
                <a:path w="590" h="10050" extrusionOk="0">
                  <a:moveTo>
                    <a:pt x="1" y="1"/>
                  </a:moveTo>
                  <a:lnTo>
                    <a:pt x="1" y="10049"/>
                  </a:lnTo>
                  <a:lnTo>
                    <a:pt x="590" y="10049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89;p64"/>
            <p:cNvSpPr/>
            <p:nvPr/>
          </p:nvSpPr>
          <p:spPr>
            <a:xfrm>
              <a:off x="5774733" y="3538007"/>
              <a:ext cx="11678" cy="397772"/>
            </a:xfrm>
            <a:custGeom>
              <a:avLst/>
              <a:gdLst/>
              <a:ahLst/>
              <a:cxnLst/>
              <a:rect l="l" t="t" r="r" b="b"/>
              <a:pathLst>
                <a:path w="590" h="20097" extrusionOk="0">
                  <a:moveTo>
                    <a:pt x="1" y="0"/>
                  </a:moveTo>
                  <a:lnTo>
                    <a:pt x="1" y="20097"/>
                  </a:lnTo>
                  <a:lnTo>
                    <a:pt x="590" y="20097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90;p64"/>
            <p:cNvSpPr/>
            <p:nvPr/>
          </p:nvSpPr>
          <p:spPr>
            <a:xfrm>
              <a:off x="8070139" y="3803168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0" y="1"/>
                  </a:moveTo>
                  <a:lnTo>
                    <a:pt x="0" y="20098"/>
                  </a:lnTo>
                  <a:lnTo>
                    <a:pt x="589" y="200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1;p64"/>
            <p:cNvSpPr/>
            <p:nvPr/>
          </p:nvSpPr>
          <p:spPr>
            <a:xfrm>
              <a:off x="7828551" y="3395283"/>
              <a:ext cx="11678" cy="874714"/>
            </a:xfrm>
            <a:custGeom>
              <a:avLst/>
              <a:gdLst/>
              <a:ahLst/>
              <a:cxnLst/>
              <a:rect l="l" t="t" r="r" b="b"/>
              <a:pathLst>
                <a:path w="590" h="44194" extrusionOk="0">
                  <a:moveTo>
                    <a:pt x="1" y="0"/>
                  </a:moveTo>
                  <a:lnTo>
                    <a:pt x="1" y="44193"/>
                  </a:lnTo>
                  <a:lnTo>
                    <a:pt x="589" y="44193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92;p64"/>
            <p:cNvSpPr/>
            <p:nvPr/>
          </p:nvSpPr>
          <p:spPr>
            <a:xfrm>
              <a:off x="6827144" y="4176080"/>
              <a:ext cx="11658" cy="182330"/>
            </a:xfrm>
            <a:custGeom>
              <a:avLst/>
              <a:gdLst/>
              <a:ahLst/>
              <a:cxnLst/>
              <a:rect l="l" t="t" r="r" b="b"/>
              <a:pathLst>
                <a:path w="589" h="9212" extrusionOk="0">
                  <a:moveTo>
                    <a:pt x="0" y="1"/>
                  </a:moveTo>
                  <a:lnTo>
                    <a:pt x="0" y="9212"/>
                  </a:lnTo>
                  <a:lnTo>
                    <a:pt x="589" y="9212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93;p64"/>
            <p:cNvSpPr/>
            <p:nvPr/>
          </p:nvSpPr>
          <p:spPr>
            <a:xfrm>
              <a:off x="6062477" y="3846415"/>
              <a:ext cx="11678" cy="445946"/>
            </a:xfrm>
            <a:custGeom>
              <a:avLst/>
              <a:gdLst/>
              <a:ahLst/>
              <a:cxnLst/>
              <a:rect l="l" t="t" r="r" b="b"/>
              <a:pathLst>
                <a:path w="590" h="22531" extrusionOk="0">
                  <a:moveTo>
                    <a:pt x="1" y="0"/>
                  </a:moveTo>
                  <a:lnTo>
                    <a:pt x="1" y="22531"/>
                  </a:lnTo>
                  <a:lnTo>
                    <a:pt x="589" y="2253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94;p64"/>
            <p:cNvSpPr/>
            <p:nvPr/>
          </p:nvSpPr>
          <p:spPr>
            <a:xfrm>
              <a:off x="7421635" y="4256538"/>
              <a:ext cx="11678" cy="90116"/>
            </a:xfrm>
            <a:custGeom>
              <a:avLst/>
              <a:gdLst/>
              <a:ahLst/>
              <a:cxnLst/>
              <a:rect l="l" t="t" r="r" b="b"/>
              <a:pathLst>
                <a:path w="590" h="4553" extrusionOk="0">
                  <a:moveTo>
                    <a:pt x="1" y="0"/>
                  </a:moveTo>
                  <a:lnTo>
                    <a:pt x="1" y="4552"/>
                  </a:lnTo>
                  <a:lnTo>
                    <a:pt x="589" y="4552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95;p64"/>
            <p:cNvSpPr/>
            <p:nvPr/>
          </p:nvSpPr>
          <p:spPr>
            <a:xfrm>
              <a:off x="7421635" y="4044519"/>
              <a:ext cx="11678" cy="183953"/>
            </a:xfrm>
            <a:custGeom>
              <a:avLst/>
              <a:gdLst/>
              <a:ahLst/>
              <a:cxnLst/>
              <a:rect l="l" t="t" r="r" b="b"/>
              <a:pathLst>
                <a:path w="590" h="9294" extrusionOk="0">
                  <a:moveTo>
                    <a:pt x="1" y="0"/>
                  </a:moveTo>
                  <a:lnTo>
                    <a:pt x="1" y="9294"/>
                  </a:lnTo>
                  <a:lnTo>
                    <a:pt x="589" y="9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196;p64"/>
            <p:cNvSpPr/>
            <p:nvPr/>
          </p:nvSpPr>
          <p:spPr>
            <a:xfrm>
              <a:off x="6827144" y="3993771"/>
              <a:ext cx="11658" cy="99458"/>
            </a:xfrm>
            <a:custGeom>
              <a:avLst/>
              <a:gdLst/>
              <a:ahLst/>
              <a:cxnLst/>
              <a:rect l="l" t="t" r="r" b="b"/>
              <a:pathLst>
                <a:path w="589" h="5025" extrusionOk="0">
                  <a:moveTo>
                    <a:pt x="0" y="1"/>
                  </a:moveTo>
                  <a:lnTo>
                    <a:pt x="0" y="5025"/>
                  </a:lnTo>
                  <a:lnTo>
                    <a:pt x="589" y="5025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197;p64"/>
            <p:cNvSpPr/>
            <p:nvPr/>
          </p:nvSpPr>
          <p:spPr>
            <a:xfrm>
              <a:off x="8070139" y="3529734"/>
              <a:ext cx="11678" cy="182330"/>
            </a:xfrm>
            <a:custGeom>
              <a:avLst/>
              <a:gdLst/>
              <a:ahLst/>
              <a:cxnLst/>
              <a:rect l="l" t="t" r="r" b="b"/>
              <a:pathLst>
                <a:path w="590" h="9212" extrusionOk="0">
                  <a:moveTo>
                    <a:pt x="0" y="0"/>
                  </a:moveTo>
                  <a:lnTo>
                    <a:pt x="0" y="9211"/>
                  </a:lnTo>
                  <a:lnTo>
                    <a:pt x="589" y="921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198;p64"/>
            <p:cNvSpPr/>
            <p:nvPr/>
          </p:nvSpPr>
          <p:spPr>
            <a:xfrm>
              <a:off x="8302168" y="3140254"/>
              <a:ext cx="11678" cy="886669"/>
            </a:xfrm>
            <a:custGeom>
              <a:avLst/>
              <a:gdLst/>
              <a:ahLst/>
              <a:cxnLst/>
              <a:rect l="l" t="t" r="r" b="b"/>
              <a:pathLst>
                <a:path w="590" h="44798" extrusionOk="0">
                  <a:moveTo>
                    <a:pt x="0" y="1"/>
                  </a:moveTo>
                  <a:lnTo>
                    <a:pt x="0" y="44798"/>
                  </a:lnTo>
                  <a:lnTo>
                    <a:pt x="589" y="447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199;p64"/>
            <p:cNvSpPr/>
            <p:nvPr/>
          </p:nvSpPr>
          <p:spPr>
            <a:xfrm>
              <a:off x="5517845" y="3223384"/>
              <a:ext cx="11678" cy="215205"/>
            </a:xfrm>
            <a:custGeom>
              <a:avLst/>
              <a:gdLst/>
              <a:ahLst/>
              <a:cxnLst/>
              <a:rect l="l" t="t" r="r" b="b"/>
              <a:pathLst>
                <a:path w="590" h="10873" extrusionOk="0">
                  <a:moveTo>
                    <a:pt x="1" y="1"/>
                  </a:moveTo>
                  <a:lnTo>
                    <a:pt x="1" y="10873"/>
                  </a:lnTo>
                  <a:lnTo>
                    <a:pt x="590" y="1087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200;p64"/>
            <p:cNvSpPr/>
            <p:nvPr/>
          </p:nvSpPr>
          <p:spPr>
            <a:xfrm>
              <a:off x="7628091" y="2784858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201;p64"/>
            <p:cNvSpPr/>
            <p:nvPr/>
          </p:nvSpPr>
          <p:spPr>
            <a:xfrm>
              <a:off x="7622293" y="2779040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90"/>
                  </a:moveTo>
                  <a:lnTo>
                    <a:pt x="2797" y="7395"/>
                  </a:lnTo>
                  <a:lnTo>
                    <a:pt x="589" y="7395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202;p64"/>
            <p:cNvSpPr/>
            <p:nvPr/>
          </p:nvSpPr>
          <p:spPr>
            <a:xfrm>
              <a:off x="6188833" y="1697731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203;p64"/>
            <p:cNvSpPr/>
            <p:nvPr/>
          </p:nvSpPr>
          <p:spPr>
            <a:xfrm>
              <a:off x="6183014" y="1691912"/>
              <a:ext cx="1469086" cy="327389"/>
            </a:xfrm>
            <a:custGeom>
              <a:avLst/>
              <a:gdLst/>
              <a:ahLst/>
              <a:cxnLst/>
              <a:rect l="l" t="t" r="r" b="b"/>
              <a:pathLst>
                <a:path w="74224" h="16541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40"/>
                  </a:lnTo>
                  <a:lnTo>
                    <a:pt x="74224" y="16540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204;p64"/>
            <p:cNvSpPr/>
            <p:nvPr/>
          </p:nvSpPr>
          <p:spPr>
            <a:xfrm>
              <a:off x="7628091" y="3648607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205;p64"/>
            <p:cNvSpPr/>
            <p:nvPr/>
          </p:nvSpPr>
          <p:spPr>
            <a:xfrm>
              <a:off x="7622293" y="3642788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88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8"/>
                  </a:lnTo>
                  <a:close/>
                  <a:moveTo>
                    <a:pt x="0" y="0"/>
                  </a:moveTo>
                  <a:lnTo>
                    <a:pt x="0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206;p64"/>
            <p:cNvSpPr/>
            <p:nvPr/>
          </p:nvSpPr>
          <p:spPr>
            <a:xfrm>
              <a:off x="6146793" y="3648607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07;p64"/>
            <p:cNvSpPr/>
            <p:nvPr/>
          </p:nvSpPr>
          <p:spPr>
            <a:xfrm>
              <a:off x="6140955" y="3642788"/>
              <a:ext cx="67057" cy="158044"/>
            </a:xfrm>
            <a:custGeom>
              <a:avLst/>
              <a:gdLst/>
              <a:ahLst/>
              <a:cxnLst/>
              <a:rect l="l" t="t" r="r" b="b"/>
              <a:pathLst>
                <a:path w="3388" h="7985" extrusionOk="0">
                  <a:moveTo>
                    <a:pt x="2799" y="588"/>
                  </a:moveTo>
                  <a:lnTo>
                    <a:pt x="2799" y="7394"/>
                  </a:lnTo>
                  <a:lnTo>
                    <a:pt x="590" y="7394"/>
                  </a:lnTo>
                  <a:lnTo>
                    <a:pt x="591" y="588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8" y="7984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208;p64"/>
            <p:cNvSpPr/>
            <p:nvPr/>
          </p:nvSpPr>
          <p:spPr>
            <a:xfrm>
              <a:off x="6138718" y="1937736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209;p64"/>
            <p:cNvSpPr/>
            <p:nvPr/>
          </p:nvSpPr>
          <p:spPr>
            <a:xfrm>
              <a:off x="6132899" y="193191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89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210;p64"/>
            <p:cNvSpPr/>
            <p:nvPr/>
          </p:nvSpPr>
          <p:spPr>
            <a:xfrm>
              <a:off x="6138718" y="3222255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211;p64"/>
            <p:cNvSpPr/>
            <p:nvPr/>
          </p:nvSpPr>
          <p:spPr>
            <a:xfrm>
              <a:off x="6132899" y="321643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90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212;p64"/>
            <p:cNvSpPr/>
            <p:nvPr/>
          </p:nvSpPr>
          <p:spPr>
            <a:xfrm>
              <a:off x="6138718" y="2783969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213;p64"/>
            <p:cNvSpPr/>
            <p:nvPr/>
          </p:nvSpPr>
          <p:spPr>
            <a:xfrm>
              <a:off x="6132899" y="2778169"/>
              <a:ext cx="67018" cy="158024"/>
            </a:xfrm>
            <a:custGeom>
              <a:avLst/>
              <a:gdLst/>
              <a:ahLst/>
              <a:cxnLst/>
              <a:rect l="l" t="t" r="r" b="b"/>
              <a:pathLst>
                <a:path w="3386" h="7984" extrusionOk="0">
                  <a:moveTo>
                    <a:pt x="2797" y="589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214;p64"/>
            <p:cNvSpPr/>
            <p:nvPr/>
          </p:nvSpPr>
          <p:spPr>
            <a:xfrm>
              <a:off x="7642203" y="1937736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215;p64"/>
            <p:cNvSpPr/>
            <p:nvPr/>
          </p:nvSpPr>
          <p:spPr>
            <a:xfrm>
              <a:off x="7636384" y="193191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89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216;p64"/>
            <p:cNvSpPr/>
            <p:nvPr/>
          </p:nvSpPr>
          <p:spPr>
            <a:xfrm>
              <a:off x="7642203" y="3222255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217;p64"/>
            <p:cNvSpPr/>
            <p:nvPr/>
          </p:nvSpPr>
          <p:spPr>
            <a:xfrm>
              <a:off x="7636384" y="321643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90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218;p64"/>
            <p:cNvSpPr/>
            <p:nvPr/>
          </p:nvSpPr>
          <p:spPr>
            <a:xfrm>
              <a:off x="6138718" y="2360109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219;p64"/>
            <p:cNvSpPr/>
            <p:nvPr/>
          </p:nvSpPr>
          <p:spPr>
            <a:xfrm>
              <a:off x="6132899" y="2354271"/>
              <a:ext cx="67018" cy="158064"/>
            </a:xfrm>
            <a:custGeom>
              <a:avLst/>
              <a:gdLst/>
              <a:ahLst/>
              <a:cxnLst/>
              <a:rect l="l" t="t" r="r" b="b"/>
              <a:pathLst>
                <a:path w="3386" h="7986" extrusionOk="0">
                  <a:moveTo>
                    <a:pt x="2797" y="589"/>
                  </a:moveTo>
                  <a:lnTo>
                    <a:pt x="2797" y="7397"/>
                  </a:lnTo>
                  <a:lnTo>
                    <a:pt x="589" y="7397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220;p64"/>
            <p:cNvSpPr/>
            <p:nvPr/>
          </p:nvSpPr>
          <p:spPr>
            <a:xfrm>
              <a:off x="7642203" y="2360109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221;p64"/>
            <p:cNvSpPr/>
            <p:nvPr/>
          </p:nvSpPr>
          <p:spPr>
            <a:xfrm>
              <a:off x="7636384" y="2354271"/>
              <a:ext cx="67038" cy="158064"/>
            </a:xfrm>
            <a:custGeom>
              <a:avLst/>
              <a:gdLst/>
              <a:ahLst/>
              <a:cxnLst/>
              <a:rect l="l" t="t" r="r" b="b"/>
              <a:pathLst>
                <a:path w="3387" h="7986" extrusionOk="0">
                  <a:moveTo>
                    <a:pt x="2798" y="589"/>
                  </a:moveTo>
                  <a:lnTo>
                    <a:pt x="2798" y="7397"/>
                  </a:lnTo>
                  <a:lnTo>
                    <a:pt x="590" y="7397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222;p64"/>
            <p:cNvSpPr/>
            <p:nvPr/>
          </p:nvSpPr>
          <p:spPr>
            <a:xfrm>
              <a:off x="6188833" y="1856765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223;p64"/>
            <p:cNvSpPr/>
            <p:nvPr/>
          </p:nvSpPr>
          <p:spPr>
            <a:xfrm>
              <a:off x="6183014" y="1850926"/>
              <a:ext cx="1469086" cy="327369"/>
            </a:xfrm>
            <a:custGeom>
              <a:avLst/>
              <a:gdLst/>
              <a:ahLst/>
              <a:cxnLst/>
              <a:rect l="l" t="t" r="r" b="b"/>
              <a:pathLst>
                <a:path w="74224" h="16540" extrusionOk="0">
                  <a:moveTo>
                    <a:pt x="73635" y="589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224;p64"/>
            <p:cNvSpPr/>
            <p:nvPr/>
          </p:nvSpPr>
          <p:spPr>
            <a:xfrm>
              <a:off x="6497202" y="1937300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225;p64"/>
            <p:cNvSpPr/>
            <p:nvPr/>
          </p:nvSpPr>
          <p:spPr>
            <a:xfrm>
              <a:off x="6491383" y="1931461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226;p64"/>
            <p:cNvSpPr/>
            <p:nvPr/>
          </p:nvSpPr>
          <p:spPr>
            <a:xfrm>
              <a:off x="6369599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227;p64"/>
            <p:cNvSpPr/>
            <p:nvPr/>
          </p:nvSpPr>
          <p:spPr>
            <a:xfrm>
              <a:off x="6363760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228;p64"/>
            <p:cNvSpPr/>
            <p:nvPr/>
          </p:nvSpPr>
          <p:spPr>
            <a:xfrm>
              <a:off x="6258938" y="1937300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229;p64"/>
            <p:cNvSpPr/>
            <p:nvPr/>
          </p:nvSpPr>
          <p:spPr>
            <a:xfrm>
              <a:off x="6253099" y="1931461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230;p64"/>
            <p:cNvSpPr/>
            <p:nvPr/>
          </p:nvSpPr>
          <p:spPr>
            <a:xfrm>
              <a:off x="6624825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231;p64"/>
            <p:cNvSpPr/>
            <p:nvPr/>
          </p:nvSpPr>
          <p:spPr>
            <a:xfrm>
              <a:off x="6618986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232;p64"/>
            <p:cNvSpPr/>
            <p:nvPr/>
          </p:nvSpPr>
          <p:spPr>
            <a:xfrm>
              <a:off x="6752407" y="1937300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233;p64"/>
            <p:cNvSpPr/>
            <p:nvPr/>
          </p:nvSpPr>
          <p:spPr>
            <a:xfrm>
              <a:off x="6746588" y="1931461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234;p64"/>
            <p:cNvSpPr/>
            <p:nvPr/>
          </p:nvSpPr>
          <p:spPr>
            <a:xfrm>
              <a:off x="7360475" y="1968929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8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8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235;p64"/>
            <p:cNvSpPr/>
            <p:nvPr/>
          </p:nvSpPr>
          <p:spPr>
            <a:xfrm>
              <a:off x="7354656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cubicBezTo>
                    <a:pt x="3187" y="590"/>
                    <a:pt x="3936" y="1339"/>
                    <a:pt x="3936" y="2263"/>
                  </a:cubicBezTo>
                  <a:cubicBezTo>
                    <a:pt x="3936" y="2940"/>
                    <a:pt x="3529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7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3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3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236;p64"/>
            <p:cNvSpPr/>
            <p:nvPr/>
          </p:nvSpPr>
          <p:spPr>
            <a:xfrm>
              <a:off x="7509989" y="1968909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0"/>
                  </a:moveTo>
                  <a:cubicBezTo>
                    <a:pt x="1612" y="0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237;p64"/>
            <p:cNvSpPr/>
            <p:nvPr/>
          </p:nvSpPr>
          <p:spPr>
            <a:xfrm>
              <a:off x="7507237" y="1963090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cubicBezTo>
                    <a:pt x="3187" y="590"/>
                    <a:pt x="3935" y="1339"/>
                    <a:pt x="3936" y="2262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7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0" y="1016"/>
                    <a:pt x="0" y="2263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238;p64"/>
            <p:cNvSpPr/>
            <p:nvPr/>
          </p:nvSpPr>
          <p:spPr>
            <a:xfrm>
              <a:off x="7133257" y="1968929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8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8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239;p64"/>
            <p:cNvSpPr/>
            <p:nvPr/>
          </p:nvSpPr>
          <p:spPr>
            <a:xfrm>
              <a:off x="7127438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2" y="589"/>
                  </a:moveTo>
                  <a:cubicBezTo>
                    <a:pt x="3186" y="590"/>
                    <a:pt x="3935" y="1339"/>
                    <a:pt x="3936" y="2263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1" y="2967"/>
                    <a:pt x="457" y="2248"/>
                    <a:pt x="716" y="1623"/>
                  </a:cubicBezTo>
                  <a:cubicBezTo>
                    <a:pt x="975" y="997"/>
                    <a:pt x="1585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1" y="1016"/>
                    <a:pt x="1" y="2263"/>
                  </a:cubicBezTo>
                  <a:cubicBezTo>
                    <a:pt x="1" y="3510"/>
                    <a:pt x="1015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240;p64"/>
            <p:cNvSpPr/>
            <p:nvPr/>
          </p:nvSpPr>
          <p:spPr>
            <a:xfrm>
              <a:off x="6244154" y="2172436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241;p64"/>
            <p:cNvSpPr/>
            <p:nvPr/>
          </p:nvSpPr>
          <p:spPr>
            <a:xfrm>
              <a:off x="6238315" y="2166617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242;p64"/>
            <p:cNvSpPr/>
            <p:nvPr/>
          </p:nvSpPr>
          <p:spPr>
            <a:xfrm>
              <a:off x="6188833" y="2280544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243;p64"/>
            <p:cNvSpPr/>
            <p:nvPr/>
          </p:nvSpPr>
          <p:spPr>
            <a:xfrm>
              <a:off x="6183014" y="2274725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244;p64"/>
            <p:cNvSpPr/>
            <p:nvPr/>
          </p:nvSpPr>
          <p:spPr>
            <a:xfrm>
              <a:off x="6369599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245;p64"/>
            <p:cNvSpPr/>
            <p:nvPr/>
          </p:nvSpPr>
          <p:spPr>
            <a:xfrm>
              <a:off x="6363760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246;p64"/>
            <p:cNvSpPr/>
            <p:nvPr/>
          </p:nvSpPr>
          <p:spPr>
            <a:xfrm>
              <a:off x="6624825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247;p64"/>
            <p:cNvSpPr/>
            <p:nvPr/>
          </p:nvSpPr>
          <p:spPr>
            <a:xfrm>
              <a:off x="6618986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248;p64"/>
            <p:cNvSpPr/>
            <p:nvPr/>
          </p:nvSpPr>
          <p:spPr>
            <a:xfrm>
              <a:off x="6497202" y="2361079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249;p64"/>
            <p:cNvSpPr/>
            <p:nvPr/>
          </p:nvSpPr>
          <p:spPr>
            <a:xfrm>
              <a:off x="6491383" y="2355240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250;p64"/>
            <p:cNvSpPr/>
            <p:nvPr/>
          </p:nvSpPr>
          <p:spPr>
            <a:xfrm>
              <a:off x="6258938" y="2361079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251;p64"/>
            <p:cNvSpPr/>
            <p:nvPr/>
          </p:nvSpPr>
          <p:spPr>
            <a:xfrm>
              <a:off x="6253099" y="2355240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252;p64"/>
            <p:cNvSpPr/>
            <p:nvPr/>
          </p:nvSpPr>
          <p:spPr>
            <a:xfrm>
              <a:off x="6752407" y="2361079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253;p64"/>
            <p:cNvSpPr/>
            <p:nvPr/>
          </p:nvSpPr>
          <p:spPr>
            <a:xfrm>
              <a:off x="6746588" y="2355240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254;p64"/>
            <p:cNvSpPr/>
            <p:nvPr/>
          </p:nvSpPr>
          <p:spPr>
            <a:xfrm>
              <a:off x="7360475" y="2392708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9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9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255;p64"/>
            <p:cNvSpPr/>
            <p:nvPr/>
          </p:nvSpPr>
          <p:spPr>
            <a:xfrm>
              <a:off x="7354656" y="2386869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7" y="2264"/>
                  </a:cubicBezTo>
                  <a:cubicBezTo>
                    <a:pt x="3936" y="2940"/>
                    <a:pt x="3529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8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256;p64"/>
            <p:cNvSpPr/>
            <p:nvPr/>
          </p:nvSpPr>
          <p:spPr>
            <a:xfrm>
              <a:off x="7509989" y="2392688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1"/>
                  </a:moveTo>
                  <a:cubicBezTo>
                    <a:pt x="1612" y="1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3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70"/>
                  </a:cubicBezTo>
                  <a:cubicBezTo>
                    <a:pt x="4092" y="1174"/>
                    <a:pt x="3611" y="455"/>
                    <a:pt x="2877" y="150"/>
                  </a:cubicBezTo>
                  <a:cubicBezTo>
                    <a:pt x="2633" y="50"/>
                    <a:pt x="2378" y="1"/>
                    <a:pt x="2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257;p64"/>
            <p:cNvSpPr/>
            <p:nvPr/>
          </p:nvSpPr>
          <p:spPr>
            <a:xfrm>
              <a:off x="7507237" y="2386869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lnTo>
                    <a:pt x="2262" y="590"/>
                  </a:lnTo>
                  <a:cubicBezTo>
                    <a:pt x="3186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6" y="0"/>
                    <a:pt x="0" y="1016"/>
                    <a:pt x="0" y="2264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4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258;p64"/>
            <p:cNvSpPr/>
            <p:nvPr/>
          </p:nvSpPr>
          <p:spPr>
            <a:xfrm>
              <a:off x="7133257" y="2392708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9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9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259;p64"/>
            <p:cNvSpPr/>
            <p:nvPr/>
          </p:nvSpPr>
          <p:spPr>
            <a:xfrm>
              <a:off x="7127418" y="2386869"/>
              <a:ext cx="89602" cy="89581"/>
            </a:xfrm>
            <a:custGeom>
              <a:avLst/>
              <a:gdLst/>
              <a:ahLst/>
              <a:cxnLst/>
              <a:rect l="l" t="t" r="r" b="b"/>
              <a:pathLst>
                <a:path w="4527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7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1" y="2968"/>
                    <a:pt x="458" y="2248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260;p64"/>
            <p:cNvSpPr/>
            <p:nvPr/>
          </p:nvSpPr>
          <p:spPr>
            <a:xfrm>
              <a:off x="6244154" y="259621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261;p64"/>
            <p:cNvSpPr/>
            <p:nvPr/>
          </p:nvSpPr>
          <p:spPr>
            <a:xfrm>
              <a:off x="6238315" y="259039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2"/>
                  </a:lnTo>
                  <a:lnTo>
                    <a:pt x="590" y="546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262;p64"/>
            <p:cNvSpPr/>
            <p:nvPr/>
          </p:nvSpPr>
          <p:spPr>
            <a:xfrm>
              <a:off x="6188833" y="2704323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263;p64"/>
            <p:cNvSpPr/>
            <p:nvPr/>
          </p:nvSpPr>
          <p:spPr>
            <a:xfrm>
              <a:off x="6183014" y="2698504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264;p64"/>
            <p:cNvSpPr/>
            <p:nvPr/>
          </p:nvSpPr>
          <p:spPr>
            <a:xfrm>
              <a:off x="6497202" y="2784858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6" y="7813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265;p64"/>
            <p:cNvSpPr/>
            <p:nvPr/>
          </p:nvSpPr>
          <p:spPr>
            <a:xfrm>
              <a:off x="6491383" y="2779040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90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266;p64"/>
            <p:cNvSpPr/>
            <p:nvPr/>
          </p:nvSpPr>
          <p:spPr>
            <a:xfrm>
              <a:off x="6624825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4" y="7813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267;p64"/>
            <p:cNvSpPr/>
            <p:nvPr/>
          </p:nvSpPr>
          <p:spPr>
            <a:xfrm>
              <a:off x="6618986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90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268;p64"/>
            <p:cNvSpPr/>
            <p:nvPr/>
          </p:nvSpPr>
          <p:spPr>
            <a:xfrm>
              <a:off x="6369599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4205" y="7813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269;p64"/>
            <p:cNvSpPr/>
            <p:nvPr/>
          </p:nvSpPr>
          <p:spPr>
            <a:xfrm>
              <a:off x="6363760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90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270;p64"/>
            <p:cNvSpPr/>
            <p:nvPr/>
          </p:nvSpPr>
          <p:spPr>
            <a:xfrm>
              <a:off x="6752407" y="2784858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25817" y="7813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271;p64"/>
            <p:cNvSpPr/>
            <p:nvPr/>
          </p:nvSpPr>
          <p:spPr>
            <a:xfrm>
              <a:off x="6746588" y="2779040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90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272;p64"/>
            <p:cNvSpPr/>
            <p:nvPr/>
          </p:nvSpPr>
          <p:spPr>
            <a:xfrm>
              <a:off x="6258938" y="2784858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3349" y="7813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273;p64"/>
            <p:cNvSpPr/>
            <p:nvPr/>
          </p:nvSpPr>
          <p:spPr>
            <a:xfrm>
              <a:off x="6253099" y="2779040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90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274;p64"/>
            <p:cNvSpPr/>
            <p:nvPr/>
          </p:nvSpPr>
          <p:spPr>
            <a:xfrm>
              <a:off x="7360475" y="281648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1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1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275;p64"/>
            <p:cNvSpPr/>
            <p:nvPr/>
          </p:nvSpPr>
          <p:spPr>
            <a:xfrm>
              <a:off x="7354656" y="2810668"/>
              <a:ext cx="89582" cy="89561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7" y="2263"/>
                  </a:cubicBezTo>
                  <a:cubicBezTo>
                    <a:pt x="3936" y="2939"/>
                    <a:pt x="3529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1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276;p64"/>
            <p:cNvSpPr/>
            <p:nvPr/>
          </p:nvSpPr>
          <p:spPr>
            <a:xfrm>
              <a:off x="7509989" y="281648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4" y="0"/>
                  </a:moveTo>
                  <a:cubicBezTo>
                    <a:pt x="1612" y="0"/>
                    <a:pt x="1108" y="200"/>
                    <a:pt x="732" y="577"/>
                  </a:cubicBezTo>
                  <a:cubicBezTo>
                    <a:pt x="168" y="1140"/>
                    <a:pt x="1" y="1986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6"/>
                    <a:pt x="4092" y="3056"/>
                    <a:pt x="4092" y="1969"/>
                  </a:cubicBezTo>
                  <a:cubicBezTo>
                    <a:pt x="4092" y="1173"/>
                    <a:pt x="3611" y="454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277;p64"/>
            <p:cNvSpPr/>
            <p:nvPr/>
          </p:nvSpPr>
          <p:spPr>
            <a:xfrm>
              <a:off x="7507237" y="2810668"/>
              <a:ext cx="89561" cy="89561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589"/>
                  </a:moveTo>
                  <a:cubicBezTo>
                    <a:pt x="3187" y="589"/>
                    <a:pt x="3935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8" y="3936"/>
                    <a:pt x="1399" y="3766"/>
                    <a:pt x="1079" y="3446"/>
                  </a:cubicBezTo>
                  <a:cubicBezTo>
                    <a:pt x="601" y="2967"/>
                    <a:pt x="458" y="2247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5"/>
                    <a:pt x="2262" y="4525"/>
                  </a:cubicBezTo>
                  <a:cubicBezTo>
                    <a:pt x="3510" y="4525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278;p64"/>
            <p:cNvSpPr/>
            <p:nvPr/>
          </p:nvSpPr>
          <p:spPr>
            <a:xfrm>
              <a:off x="7133257" y="281648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1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1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279;p64"/>
            <p:cNvSpPr/>
            <p:nvPr/>
          </p:nvSpPr>
          <p:spPr>
            <a:xfrm>
              <a:off x="7127418" y="2810668"/>
              <a:ext cx="89602" cy="89561"/>
            </a:xfrm>
            <a:custGeom>
              <a:avLst/>
              <a:gdLst/>
              <a:ahLst/>
              <a:cxnLst/>
              <a:rect l="l" t="t" r="r" b="b"/>
              <a:pathLst>
                <a:path w="4527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7" y="3895"/>
                    <a:pt x="2480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2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280;p64"/>
            <p:cNvSpPr/>
            <p:nvPr/>
          </p:nvSpPr>
          <p:spPr>
            <a:xfrm>
              <a:off x="6244154" y="301999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281;p64"/>
            <p:cNvSpPr/>
            <p:nvPr/>
          </p:nvSpPr>
          <p:spPr>
            <a:xfrm>
              <a:off x="6238315" y="301417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3"/>
                  </a:lnTo>
                  <a:lnTo>
                    <a:pt x="590" y="5463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282;p64"/>
            <p:cNvSpPr/>
            <p:nvPr/>
          </p:nvSpPr>
          <p:spPr>
            <a:xfrm>
              <a:off x="6188833" y="3128102"/>
              <a:ext cx="1457448" cy="315732"/>
            </a:xfrm>
            <a:custGeom>
              <a:avLst/>
              <a:gdLst/>
              <a:ahLst/>
              <a:cxnLst/>
              <a:rect l="l" t="t" r="r" b="b"/>
              <a:pathLst>
                <a:path w="73636" h="15952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283;p64"/>
            <p:cNvSpPr/>
            <p:nvPr/>
          </p:nvSpPr>
          <p:spPr>
            <a:xfrm>
              <a:off x="6183014" y="3122283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284;p64"/>
            <p:cNvSpPr/>
            <p:nvPr/>
          </p:nvSpPr>
          <p:spPr>
            <a:xfrm>
              <a:off x="6624825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285;p64"/>
            <p:cNvSpPr/>
            <p:nvPr/>
          </p:nvSpPr>
          <p:spPr>
            <a:xfrm>
              <a:off x="6618986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286;p64"/>
            <p:cNvSpPr/>
            <p:nvPr/>
          </p:nvSpPr>
          <p:spPr>
            <a:xfrm>
              <a:off x="6369599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287;p64"/>
            <p:cNvSpPr/>
            <p:nvPr/>
          </p:nvSpPr>
          <p:spPr>
            <a:xfrm>
              <a:off x="6363760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288;p64"/>
            <p:cNvSpPr/>
            <p:nvPr/>
          </p:nvSpPr>
          <p:spPr>
            <a:xfrm>
              <a:off x="6497202" y="3208659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289;p64"/>
            <p:cNvSpPr/>
            <p:nvPr/>
          </p:nvSpPr>
          <p:spPr>
            <a:xfrm>
              <a:off x="6491383" y="32028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290;p64"/>
            <p:cNvSpPr/>
            <p:nvPr/>
          </p:nvSpPr>
          <p:spPr>
            <a:xfrm>
              <a:off x="6258938" y="3208659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291;p64"/>
            <p:cNvSpPr/>
            <p:nvPr/>
          </p:nvSpPr>
          <p:spPr>
            <a:xfrm>
              <a:off x="6253099" y="32028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292;p64"/>
            <p:cNvSpPr/>
            <p:nvPr/>
          </p:nvSpPr>
          <p:spPr>
            <a:xfrm>
              <a:off x="6752407" y="3208659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293;p64"/>
            <p:cNvSpPr/>
            <p:nvPr/>
          </p:nvSpPr>
          <p:spPr>
            <a:xfrm>
              <a:off x="6746588" y="32028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294;p64"/>
            <p:cNvSpPr/>
            <p:nvPr/>
          </p:nvSpPr>
          <p:spPr>
            <a:xfrm>
              <a:off x="7360475" y="324026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295;p64"/>
            <p:cNvSpPr/>
            <p:nvPr/>
          </p:nvSpPr>
          <p:spPr>
            <a:xfrm>
              <a:off x="7354656" y="3234428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3" y="591"/>
                  </a:cubicBezTo>
                  <a:cubicBezTo>
                    <a:pt x="3187" y="591"/>
                    <a:pt x="3936" y="1340"/>
                    <a:pt x="3937" y="2264"/>
                  </a:cubicBezTo>
                  <a:cubicBezTo>
                    <a:pt x="3937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7" y="3938"/>
                    <a:pt x="1399" y="3768"/>
                    <a:pt x="1080" y="3447"/>
                  </a:cubicBezTo>
                  <a:cubicBezTo>
                    <a:pt x="600" y="2969"/>
                    <a:pt x="458" y="2249"/>
                    <a:pt x="717" y="1624"/>
                  </a:cubicBezTo>
                  <a:cubicBezTo>
                    <a:pt x="975" y="998"/>
                    <a:pt x="1585" y="591"/>
                    <a:pt x="2260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296;p64"/>
            <p:cNvSpPr/>
            <p:nvPr/>
          </p:nvSpPr>
          <p:spPr>
            <a:xfrm>
              <a:off x="7509989" y="324026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7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297;p64"/>
            <p:cNvSpPr/>
            <p:nvPr/>
          </p:nvSpPr>
          <p:spPr>
            <a:xfrm>
              <a:off x="7507237" y="3234428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2" y="591"/>
                  </a:cubicBezTo>
                  <a:cubicBezTo>
                    <a:pt x="3187" y="591"/>
                    <a:pt x="3935" y="1340"/>
                    <a:pt x="3936" y="2264"/>
                  </a:cubicBezTo>
                  <a:cubicBezTo>
                    <a:pt x="3936" y="2941"/>
                    <a:pt x="3528" y="3551"/>
                    <a:pt x="2903" y="3810"/>
                  </a:cubicBezTo>
                  <a:cubicBezTo>
                    <a:pt x="2696" y="3896"/>
                    <a:pt x="2478" y="3938"/>
                    <a:pt x="2263" y="3938"/>
                  </a:cubicBezTo>
                  <a:cubicBezTo>
                    <a:pt x="1827" y="3938"/>
                    <a:pt x="1399" y="3768"/>
                    <a:pt x="1079" y="3447"/>
                  </a:cubicBezTo>
                  <a:cubicBezTo>
                    <a:pt x="600" y="2969"/>
                    <a:pt x="456" y="2249"/>
                    <a:pt x="716" y="1624"/>
                  </a:cubicBezTo>
                  <a:cubicBezTo>
                    <a:pt x="975" y="998"/>
                    <a:pt x="1584" y="591"/>
                    <a:pt x="2260" y="591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4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4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298;p64"/>
            <p:cNvSpPr/>
            <p:nvPr/>
          </p:nvSpPr>
          <p:spPr>
            <a:xfrm>
              <a:off x="7133257" y="324026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299;p64"/>
            <p:cNvSpPr/>
            <p:nvPr/>
          </p:nvSpPr>
          <p:spPr>
            <a:xfrm>
              <a:off x="7127418" y="3234428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1"/>
                  </a:moveTo>
                  <a:cubicBezTo>
                    <a:pt x="3187" y="591"/>
                    <a:pt x="3936" y="1340"/>
                    <a:pt x="3936" y="2264"/>
                  </a:cubicBezTo>
                  <a:cubicBezTo>
                    <a:pt x="3936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8" y="3938"/>
                    <a:pt x="1399" y="3768"/>
                    <a:pt x="1080" y="3447"/>
                  </a:cubicBezTo>
                  <a:cubicBezTo>
                    <a:pt x="601" y="2969"/>
                    <a:pt x="458" y="2249"/>
                    <a:pt x="717" y="1624"/>
                  </a:cubicBezTo>
                  <a:cubicBezTo>
                    <a:pt x="976" y="997"/>
                    <a:pt x="1586" y="591"/>
                    <a:pt x="2263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300;p64"/>
            <p:cNvSpPr/>
            <p:nvPr/>
          </p:nvSpPr>
          <p:spPr>
            <a:xfrm>
              <a:off x="6244154" y="3443794"/>
              <a:ext cx="1346827" cy="108108"/>
            </a:xfrm>
            <a:custGeom>
              <a:avLst/>
              <a:gdLst/>
              <a:ahLst/>
              <a:cxnLst/>
              <a:rect l="l" t="t" r="r" b="b"/>
              <a:pathLst>
                <a:path w="68047" h="5462" extrusionOk="0">
                  <a:moveTo>
                    <a:pt x="1" y="0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301;p64"/>
            <p:cNvSpPr/>
            <p:nvPr/>
          </p:nvSpPr>
          <p:spPr>
            <a:xfrm>
              <a:off x="6238315" y="3437975"/>
              <a:ext cx="1358484" cy="119765"/>
            </a:xfrm>
            <a:custGeom>
              <a:avLst/>
              <a:gdLst/>
              <a:ahLst/>
              <a:cxnLst/>
              <a:rect l="l" t="t" r="r" b="b"/>
              <a:pathLst>
                <a:path w="68636" h="6051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302;p64"/>
            <p:cNvSpPr/>
            <p:nvPr/>
          </p:nvSpPr>
          <p:spPr>
            <a:xfrm>
              <a:off x="6188833" y="3551921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49"/>
                  </a:lnTo>
                  <a:lnTo>
                    <a:pt x="73636" y="15949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303;p64"/>
            <p:cNvSpPr/>
            <p:nvPr/>
          </p:nvSpPr>
          <p:spPr>
            <a:xfrm>
              <a:off x="6183014" y="3546082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8"/>
                  </a:lnTo>
                  <a:lnTo>
                    <a:pt x="74224" y="16538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304;p64"/>
            <p:cNvSpPr/>
            <p:nvPr/>
          </p:nvSpPr>
          <p:spPr>
            <a:xfrm>
              <a:off x="6369599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305;p64"/>
            <p:cNvSpPr/>
            <p:nvPr/>
          </p:nvSpPr>
          <p:spPr>
            <a:xfrm>
              <a:off x="6363760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306;p64"/>
            <p:cNvSpPr/>
            <p:nvPr/>
          </p:nvSpPr>
          <p:spPr>
            <a:xfrm>
              <a:off x="6497202" y="3632438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307;p64"/>
            <p:cNvSpPr/>
            <p:nvPr/>
          </p:nvSpPr>
          <p:spPr>
            <a:xfrm>
              <a:off x="6491383" y="36266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308;p64"/>
            <p:cNvSpPr/>
            <p:nvPr/>
          </p:nvSpPr>
          <p:spPr>
            <a:xfrm>
              <a:off x="6624825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3309;p64"/>
            <p:cNvSpPr/>
            <p:nvPr/>
          </p:nvSpPr>
          <p:spPr>
            <a:xfrm>
              <a:off x="6618986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310;p64"/>
            <p:cNvSpPr/>
            <p:nvPr/>
          </p:nvSpPr>
          <p:spPr>
            <a:xfrm>
              <a:off x="6258938" y="3632438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3311;p64"/>
            <p:cNvSpPr/>
            <p:nvPr/>
          </p:nvSpPr>
          <p:spPr>
            <a:xfrm>
              <a:off x="6253099" y="36266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3312;p64"/>
            <p:cNvSpPr/>
            <p:nvPr/>
          </p:nvSpPr>
          <p:spPr>
            <a:xfrm>
              <a:off x="6752407" y="3632438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313;p64"/>
            <p:cNvSpPr/>
            <p:nvPr/>
          </p:nvSpPr>
          <p:spPr>
            <a:xfrm>
              <a:off x="6746588" y="36266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314;p64"/>
            <p:cNvSpPr/>
            <p:nvPr/>
          </p:nvSpPr>
          <p:spPr>
            <a:xfrm>
              <a:off x="7360475" y="3664046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315;p64"/>
            <p:cNvSpPr/>
            <p:nvPr/>
          </p:nvSpPr>
          <p:spPr>
            <a:xfrm>
              <a:off x="7354656" y="3658227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3" y="590"/>
                  </a:moveTo>
                  <a:cubicBezTo>
                    <a:pt x="3187" y="591"/>
                    <a:pt x="3936" y="1340"/>
                    <a:pt x="3937" y="2263"/>
                  </a:cubicBezTo>
                  <a:cubicBezTo>
                    <a:pt x="3937" y="2941"/>
                    <a:pt x="3529" y="3551"/>
                    <a:pt x="2903" y="3809"/>
                  </a:cubicBezTo>
                  <a:cubicBezTo>
                    <a:pt x="2696" y="3895"/>
                    <a:pt x="2478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0" y="2968"/>
                    <a:pt x="458" y="2248"/>
                    <a:pt x="717" y="1623"/>
                  </a:cubicBezTo>
                  <a:cubicBezTo>
                    <a:pt x="975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316;p64"/>
            <p:cNvSpPr/>
            <p:nvPr/>
          </p:nvSpPr>
          <p:spPr>
            <a:xfrm>
              <a:off x="7509989" y="3664046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8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3317;p64"/>
            <p:cNvSpPr/>
            <p:nvPr/>
          </p:nvSpPr>
          <p:spPr>
            <a:xfrm>
              <a:off x="7507237" y="3658227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2" y="590"/>
                  </a:moveTo>
                  <a:cubicBezTo>
                    <a:pt x="3187" y="591"/>
                    <a:pt x="3935" y="1340"/>
                    <a:pt x="3936" y="2263"/>
                  </a:cubicBezTo>
                  <a:cubicBezTo>
                    <a:pt x="3936" y="2941"/>
                    <a:pt x="3528" y="3551"/>
                    <a:pt x="2903" y="3809"/>
                  </a:cubicBezTo>
                  <a:cubicBezTo>
                    <a:pt x="2696" y="3895"/>
                    <a:pt x="2478" y="3937"/>
                    <a:pt x="2262" y="3937"/>
                  </a:cubicBezTo>
                  <a:cubicBezTo>
                    <a:pt x="1827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3"/>
                  </a:cubicBezTo>
                  <a:cubicBezTo>
                    <a:pt x="975" y="998"/>
                    <a:pt x="1586" y="590"/>
                    <a:pt x="2262" y="590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3318;p64"/>
            <p:cNvSpPr/>
            <p:nvPr/>
          </p:nvSpPr>
          <p:spPr>
            <a:xfrm>
              <a:off x="7133257" y="3664046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3319;p64"/>
            <p:cNvSpPr/>
            <p:nvPr/>
          </p:nvSpPr>
          <p:spPr>
            <a:xfrm>
              <a:off x="7127418" y="3658227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0"/>
                  </a:moveTo>
                  <a:cubicBezTo>
                    <a:pt x="3187" y="591"/>
                    <a:pt x="3936" y="1339"/>
                    <a:pt x="3936" y="2263"/>
                  </a:cubicBezTo>
                  <a:cubicBezTo>
                    <a:pt x="3936" y="2940"/>
                    <a:pt x="3529" y="3551"/>
                    <a:pt x="2903" y="3809"/>
                  </a:cubicBezTo>
                  <a:cubicBezTo>
                    <a:pt x="2696" y="3895"/>
                    <a:pt x="2479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1" y="2968"/>
                    <a:pt x="458" y="2249"/>
                    <a:pt x="717" y="1623"/>
                  </a:cubicBezTo>
                  <a:cubicBezTo>
                    <a:pt x="976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" name="Text Box 10">
            <a:extLst>
              <a:ext uri="{FF2B5EF4-FFF2-40B4-BE49-F238E27FC236}">
                <a16:creationId xmlns:a16="http://schemas.microsoft.com/office/drawing/2014/main" id="{8DDD8AFD-B40E-44CF-85B2-837E8AEA5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55" y="1190166"/>
            <a:ext cx="58751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Для чтения веб-страниц в скрипте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Python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для последующей обработки, используется модуль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urllib</a:t>
            </a:r>
            <a:endParaRPr lang="ru-RU" sz="1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80965CE-E1D7-46C4-A43A-0BF99E221A1D}"/>
              </a:ext>
            </a:extLst>
          </p:cNvPr>
          <p:cNvSpPr txBox="1"/>
          <p:nvPr/>
        </p:nvSpPr>
        <p:spPr>
          <a:xfrm>
            <a:off x="597752" y="116493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urllib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90" name="Rectangle 3">
            <a:extLst>
              <a:ext uri="{FF2B5EF4-FFF2-40B4-BE49-F238E27FC236}">
                <a16:creationId xmlns:a16="http://schemas.microsoft.com/office/drawing/2014/main" id="{67056127-2690-4265-A048-B1D627442F29}"/>
              </a:ext>
            </a:extLst>
          </p:cNvPr>
          <p:cNvSpPr/>
          <p:nvPr/>
        </p:nvSpPr>
        <p:spPr>
          <a:xfrm>
            <a:off x="638102" y="2040698"/>
            <a:ext cx="43916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urllib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request </a:t>
            </a:r>
          </a:p>
          <a:p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req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request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600" u="sng" dirty="0">
                <a:solidFill>
                  <a:srgbClr val="808080"/>
                </a:solidFill>
                <a:latin typeface="+mn-lt"/>
              </a:rPr>
              <a:t>http://google.com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response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request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urlopen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req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web_page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response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read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web_page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endParaRPr lang="en-US" sz="16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64167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629587" y="123905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xmlrpc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8BB6FA1-5DA3-4BB6-BA76-34AB4D889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075141"/>
            <a:ext cx="364793" cy="36479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DC1A5B-6FDD-4576-9198-411011AD2946}"/>
              </a:ext>
            </a:extLst>
          </p:cNvPr>
          <p:cNvSpPr txBox="1"/>
          <p:nvPr/>
        </p:nvSpPr>
        <p:spPr>
          <a:xfrm>
            <a:off x="1181100" y="1070602"/>
            <a:ext cx="734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  <a:latin typeface="+mn-lt"/>
              </a:rPr>
              <a:t>XML-RPC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стандарт/протокол вызова удаленных процедур, использующий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XML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для кодирования своих сообщений и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HTTP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в качестве транспортного механизма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E4E66E-8CFA-4001-A463-B9F7CD170060}"/>
              </a:ext>
            </a:extLst>
          </p:cNvPr>
          <p:cNvSpPr txBox="1"/>
          <p:nvPr/>
        </p:nvSpPr>
        <p:spPr>
          <a:xfrm>
            <a:off x="1181100" y="1771078"/>
            <a:ext cx="7407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en-US" sz="1400" b="1" dirty="0">
                <a:solidFill>
                  <a:schemeClr val="accent1"/>
                </a:solidFill>
                <a:latin typeface="+mn-lt"/>
              </a:rPr>
              <a:t>XML (Extensible Markup Language)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–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язык разметки соответствующих документов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4C5F16-7A16-48A6-B302-3FA23F286796}"/>
              </a:ext>
            </a:extLst>
          </p:cNvPr>
          <p:cNvSpPr txBox="1"/>
          <p:nvPr/>
        </p:nvSpPr>
        <p:spPr>
          <a:xfrm>
            <a:off x="1181100" y="2433366"/>
            <a:ext cx="7407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en-US" sz="1400" b="1" dirty="0">
                <a:solidFill>
                  <a:schemeClr val="accent1"/>
                </a:solidFill>
                <a:latin typeface="+mn-lt"/>
              </a:rPr>
              <a:t>RPC (Remote Procedure Call)</a:t>
            </a:r>
            <a:r>
              <a:rPr lang="ru-RU" sz="1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– удаленный вызов процедур –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класс технологий для запуска процедур на удаленных хостах</a:t>
            </a:r>
            <a:endParaRPr lang="en-US" sz="1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342BA0-FE07-4147-AA0E-8300DFB9D736}"/>
              </a:ext>
            </a:extLst>
          </p:cNvPr>
          <p:cNvSpPr txBox="1"/>
          <p:nvPr/>
        </p:nvSpPr>
        <p:spPr>
          <a:xfrm>
            <a:off x="1181100" y="3311098"/>
            <a:ext cx="7407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Модуль</a:t>
            </a:r>
            <a:r>
              <a:rPr lang="ru-RU" sz="1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xmlrpc.server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(в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Python2 – 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xmlrpclib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содержит классы для создания собственного кроссплатформенного сервера, работающего по протоколу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XML-RPC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0A2FB2-E95E-44F8-A281-F6E8A7D62E58}"/>
              </a:ext>
            </a:extLst>
          </p:cNvPr>
          <p:cNvSpPr txBox="1"/>
          <p:nvPr/>
        </p:nvSpPr>
        <p:spPr>
          <a:xfrm>
            <a:off x="1181100" y="4188830"/>
            <a:ext cx="74076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Модуль 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xmlrpc.client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(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в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Python2 –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та же 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xmlrpclib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)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позволяет написать программу-клиент для взаимодействия с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XML-RPC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сервером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B682253-2101-4858-B7F3-828C061EE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754253"/>
            <a:ext cx="364793" cy="364793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B332FDA7-6F13-448F-AE0A-AFEBDB093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422345"/>
            <a:ext cx="364793" cy="36479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EA6DBC6-0DF1-4FAC-B4B4-CD488CD86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3305587"/>
            <a:ext cx="364793" cy="364793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D08DEA4-1D21-4F6D-B348-A9D9C9036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4179232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3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9176537-1F3D-4864-AA8A-9C910A4C3250}"/>
              </a:ext>
            </a:extLst>
          </p:cNvPr>
          <p:cNvSpPr/>
          <p:nvPr/>
        </p:nvSpPr>
        <p:spPr>
          <a:xfrm>
            <a:off x="0" y="1165860"/>
            <a:ext cx="4641011" cy="35550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37164-FE09-449A-956A-5F88CEC8FDFF}"/>
              </a:ext>
            </a:extLst>
          </p:cNvPr>
          <p:cNvSpPr txBox="1"/>
          <p:nvPr/>
        </p:nvSpPr>
        <p:spPr>
          <a:xfrm>
            <a:off x="621664" y="114239"/>
            <a:ext cx="89261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1"/>
                </a:solidFill>
                <a:latin typeface="+mj-lt"/>
              </a:rPr>
              <a:t>xmlrpc.server</a:t>
            </a:r>
            <a:endParaRPr lang="ru-RU" sz="44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2FF28BD8-F070-4733-BC01-40FF11706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4" y="1496848"/>
            <a:ext cx="3813176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Простой пример сервера, предоставляющего единственную функцию для удаленного вызова. Функция принимает число и возвращает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True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если оно четное и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False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в противном случае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.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Сначала создаем экземпляр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SimpleXMLRPCServer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и задаем адрес хоста и порт, который он будет прослушивать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.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Затем регистрируем функцию для удаленного вызова, чтоб сервер знал, как ее вызывать. И наконец, запускаем сервер в бесконечном цикле ожидания и обработки запросов.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D3FFA1-9BDB-4169-8A12-5493C9D40708}"/>
              </a:ext>
            </a:extLst>
          </p:cNvPr>
          <p:cNvSpPr/>
          <p:nvPr/>
        </p:nvSpPr>
        <p:spPr>
          <a:xfrm>
            <a:off x="4866004" y="1973902"/>
            <a:ext cx="50528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xmlrpc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server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SimpleXMLRPCServer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is_even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n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%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server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SimpleXMLRPCServer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"localhost"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8000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"Listening on port 8000..."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server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register_function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is_even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"is_even"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server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serve_forever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3377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EFDD4B1-CFC1-4F8A-9BE7-EB29EAA7422B}"/>
              </a:ext>
            </a:extLst>
          </p:cNvPr>
          <p:cNvSpPr/>
          <p:nvPr/>
        </p:nvSpPr>
        <p:spPr>
          <a:xfrm>
            <a:off x="0" y="1082040"/>
            <a:ext cx="4937760" cy="3695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599106" y="123905"/>
            <a:ext cx="7744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3"/>
                </a:solidFill>
                <a:latin typeface="+mj-lt"/>
              </a:rPr>
              <a:t>xmlrpc.client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696E44E-C606-4C9C-B155-51C73875A093}"/>
              </a:ext>
            </a:extLst>
          </p:cNvPr>
          <p:cNvGrpSpPr/>
          <p:nvPr/>
        </p:nvGrpSpPr>
        <p:grpSpPr>
          <a:xfrm>
            <a:off x="599106" y="1389622"/>
            <a:ext cx="4686439" cy="3080537"/>
            <a:chOff x="599106" y="1585495"/>
            <a:chExt cx="4686439" cy="3080537"/>
          </a:xfrm>
        </p:grpSpPr>
        <p:sp>
          <p:nvSpPr>
            <p:cNvPr id="27" name="Text Box 10">
              <a:extLst>
                <a:ext uri="{FF2B5EF4-FFF2-40B4-BE49-F238E27FC236}">
                  <a16:creationId xmlns:a16="http://schemas.microsoft.com/office/drawing/2014/main" id="{B903220E-41D4-4875-8A37-0608ABAAD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106" y="1585495"/>
              <a:ext cx="3692842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Сервер будет доступен по</a:t>
              </a:r>
              <a:r>
                <a:rPr lang="en-US" sz="16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600" b="1" dirty="0">
                  <a:solidFill>
                    <a:schemeClr val="tx1"/>
                  </a:solidFill>
                  <a:latin typeface="+mn-lt"/>
                </a:rPr>
                <a:t>URL</a:t>
              </a:r>
              <a:r>
                <a:rPr lang="en-US" sz="16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600" b="1" dirty="0">
                  <a:solidFill>
                    <a:schemeClr val="tx1"/>
                  </a:solidFill>
                  <a:latin typeface="+mn-lt"/>
                </a:rPr>
                <a:t>http://localhost:8000 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через объект класса </a:t>
              </a:r>
              <a:r>
                <a:rPr lang="en-US" sz="1600" b="1" dirty="0">
                  <a:solidFill>
                    <a:schemeClr val="tx1"/>
                  </a:solidFill>
                  <a:latin typeface="+mn-lt"/>
                </a:rPr>
                <a:t>ServerProxy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 модуля </a:t>
              </a:r>
              <a:r>
                <a:rPr lang="en-US" sz="1600" b="1" dirty="0">
                  <a:solidFill>
                    <a:schemeClr val="tx1"/>
                  </a:solidFill>
                  <a:latin typeface="+mn-lt"/>
                </a:rPr>
                <a:t>xmlrpc.client. 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К процедурам сервера можно обращаться как к методам этого объекта.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14D83A19-F10A-4F9B-918F-57B66534DF30}"/>
                </a:ext>
              </a:extLst>
            </p:cNvPr>
            <p:cNvSpPr/>
            <p:nvPr/>
          </p:nvSpPr>
          <p:spPr>
            <a:xfrm>
              <a:off x="620078" y="3334898"/>
              <a:ext cx="4665467" cy="13311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xmlrpc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client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endParaRPr lang="en-US" sz="9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dirty="0">
                  <a:solidFill>
                    <a:srgbClr val="000000"/>
                  </a:solidFill>
                  <a:latin typeface="+mn-lt"/>
                </a:rPr>
                <a:t>proxy 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xmlrpc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client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ServerProxy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"</a:t>
              </a:r>
              <a:r>
                <a:rPr lang="en-US" u="sng" dirty="0">
                  <a:solidFill>
                    <a:srgbClr val="808080"/>
                  </a:solidFill>
                  <a:latin typeface="+mn-lt"/>
                </a:rPr>
                <a:t>http://localhost:8000/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"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"3 is even: %s"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%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str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proxy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is_even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+mn-lt"/>
                </a:rPr>
                <a:t>3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)))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b="1" dirty="0">
                  <a:solidFill>
                    <a:srgbClr val="0000FF"/>
                  </a:solidFill>
                  <a:latin typeface="+mn-lt"/>
                </a:rPr>
                <a:t>print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"100 is even: %s"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%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str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proxy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is_even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FF0000"/>
                  </a:solidFill>
                  <a:latin typeface="+mn-lt"/>
                </a:rPr>
                <a:t>100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)))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en-US" dirty="0">
                <a:effectLst/>
                <a:latin typeface="+mn-lt"/>
              </a:endParaRPr>
            </a:p>
          </p:txBody>
        </p:sp>
      </p:grpSp>
      <p:sp>
        <p:nvSpPr>
          <p:cNvPr id="33" name="Text Box 10">
            <a:extLst>
              <a:ext uri="{FF2B5EF4-FFF2-40B4-BE49-F238E27FC236}">
                <a16:creationId xmlns:a16="http://schemas.microsoft.com/office/drawing/2014/main" id="{0D358817-68F2-47A6-8890-201A10925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5545" y="1483340"/>
            <a:ext cx="3477455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Обращения к методам объекта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proxy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транслируется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внутри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xmplrpc.client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в запросы к серверу на языке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XML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через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HTTP-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метод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POST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Сервер выполняет парсинг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XML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-структуры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и определяет, какая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function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должна быть вызвана, исходя из имени функции, указанной клиентом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Аргументы также извлекаются из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XML-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структуры и передаются в функцию. Возвращаемое значение функции так же транслируется в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XML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и передается обратно клиенту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9517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629586" y="123905"/>
            <a:ext cx="7744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3"/>
                </a:solidFill>
                <a:latin typeface="+mj-lt"/>
              </a:rPr>
              <a:t>cherrypy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A08E1DD-F4CA-46CA-8D4F-325626668698}"/>
              </a:ext>
            </a:extLst>
          </p:cNvPr>
          <p:cNvSpPr/>
          <p:nvPr/>
        </p:nvSpPr>
        <p:spPr>
          <a:xfrm>
            <a:off x="0" y="1036320"/>
            <a:ext cx="9144000" cy="1028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7A830D-45C4-48CE-9DB6-C34E31C0F36F}"/>
              </a:ext>
            </a:extLst>
          </p:cNvPr>
          <p:cNvSpPr txBox="1"/>
          <p:nvPr/>
        </p:nvSpPr>
        <p:spPr>
          <a:xfrm>
            <a:off x="629586" y="1181338"/>
            <a:ext cx="78667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Для создания собственного веб-сервера (не только для работы по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HTTP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но и для запуска веб-приложений можно воспользоваться веб-фреймворком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cherrypy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установив соответствующую библиотеку с помощью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pip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A35FC44-9DC1-49D6-8A7B-033F80CD3E53}"/>
              </a:ext>
            </a:extLst>
          </p:cNvPr>
          <p:cNvSpPr/>
          <p:nvPr/>
        </p:nvSpPr>
        <p:spPr>
          <a:xfrm>
            <a:off x="627501" y="2629058"/>
            <a:ext cx="389734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cherrypy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HelloWorld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@cherrypy.expose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 err="1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index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'HelloWorld from cherrypy!'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cherrypy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config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update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({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'server.socket_port'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8099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})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cherrypy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quickstart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HelloWorld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effectLst/>
              <a:latin typeface="+mn-lt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EF3FCC0-D77A-4BBB-8C71-26A3D685C46D}"/>
              </a:ext>
            </a:extLst>
          </p:cNvPr>
          <p:cNvSpPr/>
          <p:nvPr/>
        </p:nvSpPr>
        <p:spPr>
          <a:xfrm>
            <a:off x="4678680" y="2192754"/>
            <a:ext cx="4465320" cy="2811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A3B1F841-4BAB-4259-ADA9-E972DAA27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280" y="2475170"/>
            <a:ext cx="406059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b="1" dirty="0">
                <a:solidFill>
                  <a:schemeClr val="bg1"/>
                </a:solidFill>
                <a:latin typeface="+mn-lt"/>
              </a:rPr>
              <a:t>Cherrypy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не занимается такими задачами, как обработка шаблонов для вывода данных, доступ к базе данных, авторизация пользователя. Как правило, этот фреймворк используется для организации доступа к разделяемым ресурсам по внутренней сети компании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bg1"/>
                </a:solidFill>
                <a:latin typeface="+mn-lt"/>
              </a:rPr>
              <a:t>Более сложным и функциональным фреймворком является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Django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который будет рассмотрен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1111241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17213C3-8A65-4FDB-8995-DEE1D64F2644}"/>
              </a:ext>
            </a:extLst>
          </p:cNvPr>
          <p:cNvSpPr txBox="1"/>
          <p:nvPr/>
        </p:nvSpPr>
        <p:spPr>
          <a:xfrm>
            <a:off x="629586" y="123905"/>
            <a:ext cx="7744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accent3"/>
                </a:solidFill>
                <a:latin typeface="+mj-lt"/>
              </a:rPr>
              <a:t>smtplib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A08E1DD-F4CA-46CA-8D4F-325626668698}"/>
              </a:ext>
            </a:extLst>
          </p:cNvPr>
          <p:cNvSpPr/>
          <p:nvPr/>
        </p:nvSpPr>
        <p:spPr>
          <a:xfrm>
            <a:off x="0" y="982980"/>
            <a:ext cx="9144000" cy="10287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/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80A5DC2C-4F3A-4C19-A441-E94BECBFF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86" y="1081832"/>
            <a:ext cx="769956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Для отправки сообщений через сервер электронной почты по протоколу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SMTP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используется библиотека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smtplib</a:t>
            </a: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Также при формировании сообщения полезна библиотека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email</a:t>
            </a:r>
            <a:endParaRPr lang="ru-RU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7465AA7-BC2B-426E-985D-8EE4ECCBE6F9}"/>
              </a:ext>
            </a:extLst>
          </p:cNvPr>
          <p:cNvSpPr/>
          <p:nvPr/>
        </p:nvSpPr>
        <p:spPr>
          <a:xfrm>
            <a:off x="629586" y="2110531"/>
            <a:ext cx="4120698" cy="2839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FF"/>
                </a:solidFill>
                <a:latin typeface="+mn-lt"/>
              </a:rPr>
              <a:t>main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sender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'orlov@gmail.com'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targets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'orlov@mera.ru'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msg_text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'Hello!'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msg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MIMEText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msg_text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msg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'Subject'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'Simple subject'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msg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'From'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sender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msg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'To'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', 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targets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server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SMTP_SSL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'smtp.gmail.com'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FF0000"/>
                </a:solidFill>
                <a:latin typeface="+mn-lt"/>
              </a:rPr>
              <a:t>465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server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login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'username'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'password'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server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sendmail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sender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targets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msg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as_string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server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quit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05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05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050" dirty="0">
                <a:solidFill>
                  <a:srgbClr val="000000"/>
                </a:solidFill>
                <a:latin typeface="+mn-lt"/>
              </a:rPr>
              <a:t>    main</a:t>
            </a:r>
            <a:r>
              <a:rPr lang="en-US" sz="1050" b="1" dirty="0">
                <a:solidFill>
                  <a:srgbClr val="000080"/>
                </a:solidFill>
                <a:latin typeface="+mn-lt"/>
              </a:rPr>
              <a:t>()</a:t>
            </a:r>
            <a:endParaRPr lang="en-US" sz="105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7936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450340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bg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E8EA71CF-50E5-4A35-B4A1-D6680D1C4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12" y="1210677"/>
            <a:ext cx="8130868" cy="3342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Написать клиентское и серверное приложения. Клиент отправляет на сервер список зашифрованных слов, сервер дешифрует слова по словарю и возвращает клиенту список расшифрованных слов. Клиент должен вывести полученный список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endParaRPr lang="ru-RU" sz="1000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* Написать клиентское и серверное приложения. Клиент при установке соединения отправляет на сервер информацию о пользователе (имя, возраст), хранимую в атрибутах объекта класса 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User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.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Сервер должен выводить информацию о подключенных пользователях. Клиентское приложение должно быть запущено несколько раз с различными пользователями</a:t>
            </a: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endParaRPr lang="en-US" sz="1000" dirty="0">
              <a:solidFill>
                <a:schemeClr val="bg1"/>
              </a:solidFill>
              <a:latin typeface="+mn-lt"/>
            </a:endParaRPr>
          </a:p>
          <a:p>
            <a:pPr marL="457200" indent="-457200">
              <a:buClr>
                <a:schemeClr val="accent6"/>
              </a:buClr>
              <a:buFont typeface="+mj-lt"/>
              <a:buAutoNum type="arabicPeriod"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* Используя модуль 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urllib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соберите все ссылки на заданной веб-странице (</a:t>
            </a:r>
            <a:r>
              <a:rPr lang="en-US" sz="1600" dirty="0">
                <a:solidFill>
                  <a:schemeClr val="accent6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http://google.com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)</a:t>
            </a:r>
            <a:r>
              <a:rPr lang="en-US" sz="160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и проверьте их работоспособность</a:t>
            </a:r>
          </a:p>
        </p:txBody>
      </p:sp>
    </p:spTree>
    <p:extLst>
      <p:ext uri="{BB962C8B-B14F-4D97-AF65-F5344CB8AC3E}">
        <p14:creationId xmlns:p14="http://schemas.microsoft.com/office/powerpoint/2010/main" val="4170421016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2990</Words>
  <Application>Microsoft Office PowerPoint</Application>
  <PresentationFormat>Экран (16:9)</PresentationFormat>
  <Paragraphs>328</Paragraphs>
  <Slides>27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Viga</vt:lpstr>
      <vt:lpstr>proxima nova bold</vt:lpstr>
      <vt:lpstr>DM Sans</vt:lpstr>
      <vt:lpstr>Arial</vt:lpstr>
      <vt:lpstr>proxima nova rg</vt:lpstr>
      <vt:lpstr>Cyber Security Business Plan</vt:lpstr>
      <vt:lpstr>Программирование на языке Python</vt:lpstr>
      <vt:lpstr>Лекция №10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70</cp:revision>
  <dcterms:modified xsi:type="dcterms:W3CDTF">2021-09-29T18:51:11Z</dcterms:modified>
</cp:coreProperties>
</file>